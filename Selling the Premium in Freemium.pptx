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Neucha"/>
      <p:regular r:id="rId46"/>
    </p:embeddedFont>
    <p:embeddedFont>
      <p:font typeface="Cairo Medium"/>
      <p:regular r:id="rId47"/>
      <p:bold r:id="rId48"/>
    </p:embeddedFont>
    <p:embeddedFont>
      <p:font typeface="Cairo"/>
      <p:regular r:id="rId49"/>
      <p:bold r:id="rId50"/>
    </p:embeddedFont>
    <p:embeddedFont>
      <p:font typeface="Damion"/>
      <p:regular r:id="rId51"/>
    </p:embeddedFont>
    <p:embeddedFont>
      <p:font typeface="Nunito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56" roundtripDataSignature="AMtx7mjWw0zbLsb02CsP9BfU2ZBxUHMq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491098-8F7B-4E4F-8394-445459A9C73F}">
  <a:tblStyle styleId="{02491098-8F7B-4E4F-8394-445459A9C73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4972F6C-79F2-4681-B7E9-69DB22AEC0EA}"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Neucha-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CairoMedium-bold.fntdata"/><Relationship Id="rId47" Type="http://schemas.openxmlformats.org/officeDocument/2006/relationships/font" Target="fonts/CairoMedium-regular.fntdata"/><Relationship Id="rId49" Type="http://schemas.openxmlformats.org/officeDocument/2006/relationships/font" Target="fonts/Cair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Damion-regular.fntdata"/><Relationship Id="rId50" Type="http://schemas.openxmlformats.org/officeDocument/2006/relationships/font" Target="fonts/Cairo-bold.fntdata"/><Relationship Id="rId53" Type="http://schemas.openxmlformats.org/officeDocument/2006/relationships/font" Target="fonts/NunitoSans-bold.fntdata"/><Relationship Id="rId52" Type="http://schemas.openxmlformats.org/officeDocument/2006/relationships/font" Target="fonts/NunitoSans-regular.fntdata"/><Relationship Id="rId11" Type="http://schemas.openxmlformats.org/officeDocument/2006/relationships/slide" Target="slides/slide6.xml"/><Relationship Id="rId55" Type="http://schemas.openxmlformats.org/officeDocument/2006/relationships/font" Target="fonts/NunitoSans-boldItalic.fntdata"/><Relationship Id="rId10" Type="http://schemas.openxmlformats.org/officeDocument/2006/relationships/slide" Target="slides/slide5.xml"/><Relationship Id="rId54" Type="http://schemas.openxmlformats.org/officeDocument/2006/relationships/font" Target="fonts/NunitoSans-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1" name="Google Shape;72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15fb046371f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0" name="Google Shape;730;g15fb046371f_16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15d347f2175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7" name="Google Shape;737;g15d347f2175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首先，我們先簡單摘要一下這個論文</a:t>
            </a:r>
            <a:endParaRPr/>
          </a:p>
          <a:p>
            <a:pPr indent="0" lvl="0" marL="0" rtl="0" algn="l">
              <a:lnSpc>
                <a:spcPct val="100000"/>
              </a:lnSpc>
              <a:spcBef>
                <a:spcPts val="0"/>
              </a:spcBef>
              <a:spcAft>
                <a:spcPts val="0"/>
              </a:spcAft>
              <a:buClr>
                <a:schemeClr val="dk1"/>
              </a:buClr>
              <a:buSzPts val="1100"/>
              <a:buFont typeface="Arial"/>
              <a:buNone/>
            </a:pPr>
            <a:r>
              <a:rPr lang="en"/>
              <a:t>其實這個論文要探討的問題很清楚，就是剛剛標題所說的:怎麼樣能夠在freemium的商業模式下，賣出更多的premium版本，賺到更多錢呢?</a:t>
            </a:r>
            <a:endParaRPr/>
          </a:p>
          <a:p>
            <a:pPr indent="0" lvl="0" marL="0" rtl="0" algn="l">
              <a:lnSpc>
                <a:spcPct val="100000"/>
              </a:lnSpc>
              <a:spcBef>
                <a:spcPts val="0"/>
              </a:spcBef>
              <a:spcAft>
                <a:spcPts val="0"/>
              </a:spcAft>
              <a:buSzPts val="1100"/>
              <a:buNone/>
            </a:pPr>
            <a:r>
              <a:rPr lang="en"/>
              <a:t>對於這個問題，作者提出了一個策略，就是擴展現有的產品線。透過推出更高階或者更低階的版本，引導使用者去購買原本就有的premium版本，來增加銷量</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15d347f2175_3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6" name="Google Shape;746;g15d347f2175_3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solidFill>
                  <a:schemeClr val="dk1"/>
                </a:solidFill>
              </a:rPr>
              <a:t>為了驗證這個策略是否可行，作者與一家出版商合作，進行了一場實驗，原本這個出版業者的書，都有推出需要付費購買的平裝版本，還有畫質比較低但是免費的pdf版本。</a:t>
            </a:r>
            <a:endParaRPr>
              <a:solidFill>
                <a:schemeClr val="dk1"/>
              </a:solidFill>
            </a:endParaRPr>
          </a:p>
          <a:p>
            <a:pPr indent="0" lvl="0" marL="0" rtl="0" algn="l">
              <a:spcBef>
                <a:spcPts val="0"/>
              </a:spcBef>
              <a:spcAft>
                <a:spcPts val="0"/>
              </a:spcAft>
              <a:buSzPts val="1100"/>
              <a:buNone/>
            </a:pPr>
            <a:r>
              <a:rPr lang="en">
                <a:solidFill>
                  <a:schemeClr val="dk1"/>
                </a:solidFill>
              </a:rPr>
              <a:t>作者就在這個基礎上，推出了精裝書還有電子書，這兩種新版本。</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15d347f2175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5" name="Google Shape;755;g15d347f2175_3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solidFill>
                  <a:schemeClr val="dk1"/>
                </a:solidFill>
              </a:rPr>
              <a:t>最後結果證明了，這兩種產品的推出，反而刺激了現有的平裝版本的銷量。</a:t>
            </a:r>
            <a:endParaRPr>
              <a:solidFill>
                <a:schemeClr val="dk1"/>
              </a:solidFill>
            </a:endParaRPr>
          </a:p>
          <a:p>
            <a:pPr indent="0" lvl="0" marL="0" rtl="0" algn="l">
              <a:spcBef>
                <a:spcPts val="0"/>
              </a:spcBef>
              <a:spcAft>
                <a:spcPts val="0"/>
              </a:spcAft>
              <a:buSzPts val="1100"/>
              <a:buNone/>
            </a:pPr>
            <a:r>
              <a:rPr lang="en">
                <a:solidFill>
                  <a:schemeClr val="dk1"/>
                </a:solidFill>
              </a:rPr>
              <a:t>對於這種現象，作者提出了</a:t>
            </a:r>
            <a:r>
              <a:rPr lang="en">
                <a:solidFill>
                  <a:schemeClr val="dk1"/>
                </a:solidFill>
              </a:rPr>
              <a:t>妥協效果(compromise effect)跟吸引力效果(attraction effect)這</a:t>
            </a:r>
            <a:r>
              <a:rPr lang="en">
                <a:solidFill>
                  <a:schemeClr val="dk1"/>
                </a:solidFill>
              </a:rPr>
              <a:t>兩個解釋。</a:t>
            </a:r>
            <a:endParaRPr>
              <a:solidFill>
                <a:schemeClr val="dk1"/>
              </a:solidFill>
            </a:endParaRPr>
          </a:p>
          <a:p>
            <a:pPr indent="0" lvl="0" marL="0" rtl="0" algn="l">
              <a:spcBef>
                <a:spcPts val="0"/>
              </a:spcBef>
              <a:spcAft>
                <a:spcPts val="0"/>
              </a:spcAft>
              <a:buSzPts val="1100"/>
              <a:buNone/>
            </a:pPr>
            <a:r>
              <a:rPr lang="en">
                <a:solidFill>
                  <a:schemeClr val="dk1"/>
                </a:solidFill>
              </a:rPr>
              <a:t>而這個實驗</a:t>
            </a:r>
            <a:r>
              <a:rPr lang="en">
                <a:solidFill>
                  <a:schemeClr val="dk1"/>
                </a:solidFill>
              </a:rPr>
              <a:t>，</a:t>
            </a:r>
            <a:r>
              <a:rPr lang="en">
                <a:solidFill>
                  <a:schemeClr val="dk1"/>
                </a:solidFill>
              </a:rPr>
              <a:t>對freemium</a:t>
            </a:r>
            <a:r>
              <a:rPr lang="en">
                <a:solidFill>
                  <a:schemeClr val="dk1"/>
                </a:solidFill>
              </a:rPr>
              <a:t>這</a:t>
            </a:r>
            <a:r>
              <a:rPr lang="en">
                <a:solidFill>
                  <a:schemeClr val="dk1"/>
                </a:solidFill>
              </a:rPr>
              <a:t>商業模式還有產品線的相關文獻提供了很好的</a:t>
            </a:r>
            <a:r>
              <a:rPr lang="en">
                <a:solidFill>
                  <a:schemeClr val="dk1"/>
                </a:solidFill>
              </a:rPr>
              <a:t>證據跟驗證</a:t>
            </a:r>
            <a:endParaRPr>
              <a:solidFill>
                <a:schemeClr val="dk1"/>
              </a:solidFill>
            </a:endParaRPr>
          </a:p>
          <a:p>
            <a:pPr indent="0" lvl="0" marL="0" rtl="0" algn="l">
              <a:spcBef>
                <a:spcPts val="0"/>
              </a:spcBef>
              <a:spcAft>
                <a:spcPts val="0"/>
              </a:spcAft>
              <a:buSzPts val="1100"/>
              <a:buNone/>
            </a:pPr>
            <a:r>
              <a:rPr lang="en">
                <a:solidFill>
                  <a:schemeClr val="dk1"/>
                </a:solidFill>
              </a:rPr>
              <a:t>這就是這篇論文大概的摘要，接下來我們會再進行更詳細的說明</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15d347f2175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5" name="Google Shape;765;g15d347f2175_3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a:solidFill>
                  <a:schemeClr val="dk1"/>
                </a:solidFill>
              </a:rPr>
              <a:t>關於這篇論文的背景，其實就圍繞在我剛剛一直提到的freemium這個商業模式之中。</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freemium這個字是free還是premium這兩個字組合再一起形成的，是指使用者可以免費使用產品，然後付費解鎖更高級的服務或者更多的功能的一種商業模式，而這種模式的成功，就取決於願意付費的人有多少</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現在很多公司都是採用freemium這個商業模式，像是dropbox或者youtube premium</a:t>
            </a:r>
            <a:endParaRPr>
              <a:solidFill>
                <a:schemeClr val="dk1"/>
              </a:solidFill>
            </a:endParaRPr>
          </a:p>
          <a:p>
            <a:pPr indent="0" lvl="0" marL="0" rtl="0" algn="l">
              <a:spcBef>
                <a:spcPts val="120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15d347f2175_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5" name="Google Shape;775;g15d347f2175_3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在這樣的背景下，使用免費增值模式的公司面臨的一個關鍵挑戰是如何在免費版本存在的情況下增加購買付費版本的客戶數量。如果一家公司無法將足夠多的免費客戶轉化為付費客戶，那麼免費增值模式很可能會失敗</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15d347f2175_3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3" name="Google Shape;783;g15d347f2175_3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Times New Roman"/>
                <a:ea typeface="Times New Roman"/>
                <a:cs typeface="Times New Roman"/>
                <a:sym typeface="Times New Roman"/>
              </a:rPr>
              <a:t>現有的研究沒有研究免費增值模式的許多實施所涉及的高級產品線（例如，Dropbox 為個人消費者提供高級版本，為企業提供高級版本）。</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en" sz="1200">
                <a:solidFill>
                  <a:schemeClr val="dk1"/>
                </a:solidFill>
                <a:latin typeface="Times New Roman"/>
                <a:ea typeface="Times New Roman"/>
                <a:cs typeface="Times New Roman"/>
                <a:sym typeface="Times New Roman"/>
              </a:rPr>
              <a:t>了解此類產品線擴展的影響對於免費增值模式的成功至關重要。</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15d347f2175_3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1" name="Google Shape;791;g15d347f2175_3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Times New Roman"/>
                <a:ea typeface="Times New Roman"/>
                <a:cs typeface="Times New Roman"/>
                <a:sym typeface="Times New Roman"/>
              </a:rPr>
              <a:t>在這項研究中，我們關注擴展產品線 以刺激對現有高級版本的需求 並增加整體收入的影響。</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en" sz="1200">
                <a:solidFill>
                  <a:schemeClr val="dk1"/>
                </a:solidFill>
                <a:latin typeface="Times New Roman"/>
                <a:ea typeface="Times New Roman"/>
                <a:cs typeface="Times New Roman"/>
                <a:sym typeface="Times New Roman"/>
              </a:rPr>
              <a:t>免費增值模式中免費版本的出現帶來了概念上的細微差別，這不僅需要在此背景下應用標準產品線模型，還需要更仔細地檢查由不同行為機制的潜在影響驅動的需求結果。 這是本文的主要目標之一。</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15fcbad3b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9" name="Google Shape;799;g15fcbad3b7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15fcbad3b7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6" name="Google Shape;806;g15fcbad3b7b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15fcbad3b7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7" name="Google Shape;817;g15fcbad3b7b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15fb046371f_18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5" name="Google Shape;825;g15fb046371f_18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15d33161d2a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2" name="Google Shape;832;g15d33161d2a_3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接下來要介紹研究方法</a:t>
            </a:r>
            <a:endParaRPr/>
          </a:p>
          <a:p>
            <a:pPr indent="0" lvl="0" marL="0" rtl="0" algn="l">
              <a:lnSpc>
                <a:spcPct val="100000"/>
              </a:lnSpc>
              <a:spcBef>
                <a:spcPts val="0"/>
              </a:spcBef>
              <a:spcAft>
                <a:spcPts val="0"/>
              </a:spcAft>
              <a:buSzPts val="1100"/>
              <a:buNone/>
            </a:pPr>
            <a:r>
              <a:rPr lang="en"/>
              <a:t>首先是機構的背景</a:t>
            </a:r>
            <a:endParaRPr/>
          </a:p>
          <a:p>
            <a:pPr indent="0" lvl="0" marL="0" rtl="0" algn="l">
              <a:lnSpc>
                <a:spcPct val="100000"/>
              </a:lnSpc>
              <a:spcBef>
                <a:spcPts val="0"/>
              </a:spcBef>
              <a:spcAft>
                <a:spcPts val="0"/>
              </a:spcAft>
              <a:buSzPts val="1100"/>
              <a:buNone/>
            </a:pPr>
            <a:r>
              <a:rPr lang="en"/>
              <a:t>1.</a:t>
            </a:r>
            <a:r>
              <a:rPr lang="en"/>
              <a:t>國家科學院出版社是一個美國的非營利學術機構，他的經營模式是自給自足，大部分的收入來源是網站。</a:t>
            </a:r>
            <a:endParaRPr/>
          </a:p>
          <a:p>
            <a:pPr indent="0" lvl="0" marL="0" rtl="0" algn="l">
              <a:lnSpc>
                <a:spcPct val="100000"/>
              </a:lnSpc>
              <a:spcBef>
                <a:spcPts val="0"/>
              </a:spcBef>
              <a:spcAft>
                <a:spcPts val="0"/>
              </a:spcAft>
              <a:buSzPts val="1100"/>
              <a:buNone/>
            </a:pPr>
            <a:r>
              <a:rPr lang="en"/>
              <a:t>2.近期他的也從商業模式改爲免費模式，其中PDF版本的書籍都可以免費下載，而平裝版的書也可以在網上購買。</a:t>
            </a:r>
            <a:endParaRPr/>
          </a:p>
          <a:p>
            <a:pPr indent="0" lvl="0" marL="0" rtl="0" algn="l">
              <a:lnSpc>
                <a:spcPct val="100000"/>
              </a:lnSpc>
              <a:spcBef>
                <a:spcPts val="0"/>
              </a:spcBef>
              <a:spcAft>
                <a:spcPts val="0"/>
              </a:spcAft>
              <a:buSzPts val="1100"/>
              <a:buNone/>
            </a:pPr>
            <a:r>
              <a:rPr lang="en"/>
              <a:t>(“免費增值”一詞是“免費”和“高階”的組合，指的是客戶可以透過支付價格免費獲得產品或服務的基本版本，並切換到具有額外功能的高階版本的策略。)</a:t>
            </a:r>
            <a:endParaRPr/>
          </a:p>
          <a:p>
            <a:pPr indent="0" lvl="0" marL="0" rtl="0" algn="l">
              <a:lnSpc>
                <a:spcPct val="100000"/>
              </a:lnSpc>
              <a:spcBef>
                <a:spcPts val="0"/>
              </a:spcBef>
              <a:spcAft>
                <a:spcPts val="0"/>
              </a:spcAft>
              <a:buSzPts val="1100"/>
              <a:buNone/>
            </a:pPr>
            <a:r>
              <a:rPr lang="en"/>
              <a:t>3.增加了精裝版本，具有較高的生產品質和耐用的封面和裝訂。</a:t>
            </a:r>
            <a:endParaRPr/>
          </a:p>
          <a:p>
            <a:pPr indent="0" lvl="0" marL="0" rtl="0" algn="l">
              <a:lnSpc>
                <a:spcPct val="100000"/>
              </a:lnSpc>
              <a:spcBef>
                <a:spcPts val="0"/>
              </a:spcBef>
              <a:spcAft>
                <a:spcPts val="0"/>
              </a:spcAft>
              <a:buSzPts val="1100"/>
              <a:buNone/>
            </a:pPr>
            <a:r>
              <a:rPr lang="en"/>
              <a:t>4.增加了電子書版本，是比ＰＤＦ有更高的畫質。</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15d33161d2a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0" name="Google Shape;840;g15d33161d2a_5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5.</a:t>
            </a:r>
            <a:r>
              <a:rPr lang="en"/>
              <a:t>主要也是要研究擴展產品線如何達到增加ＮＡＰ收入。</a:t>
            </a:r>
            <a:endParaRPr/>
          </a:p>
          <a:p>
            <a:pPr indent="0" lvl="0" marL="0" rtl="0" algn="l">
              <a:lnSpc>
                <a:spcPct val="100000"/>
              </a:lnSpc>
              <a:spcBef>
                <a:spcPts val="0"/>
              </a:spcBef>
              <a:spcAft>
                <a:spcPts val="0"/>
              </a:spcAft>
              <a:buSzPts val="1100"/>
              <a:buNone/>
            </a:pPr>
            <a:r>
              <a:rPr lang="en"/>
              <a:t>6.免費版和付費版本只有價格上的差別，書籍內容是都一樣的。</a:t>
            </a:r>
            <a:endParaRPr/>
          </a:p>
          <a:p>
            <a:pPr indent="0" lvl="0" marL="0" rtl="0" algn="l">
              <a:lnSpc>
                <a:spcPct val="100000"/>
              </a:lnSpc>
              <a:spcBef>
                <a:spcPts val="0"/>
              </a:spcBef>
              <a:spcAft>
                <a:spcPts val="0"/>
              </a:spcAft>
              <a:buSzPts val="1100"/>
              <a:buNone/>
            </a:pPr>
            <a:r>
              <a:rPr lang="en"/>
              <a:t>7.NAP 市場上的壟斷者，因為它擁有出版國家科學院研究報告的專利。 </a:t>
            </a:r>
            <a:endParaRPr/>
          </a:p>
          <a:p>
            <a:pPr indent="0" lvl="0" marL="0" rtl="0" algn="l">
              <a:lnSpc>
                <a:spcPct val="100000"/>
              </a:lnSpc>
              <a:spcBef>
                <a:spcPts val="0"/>
              </a:spcBef>
              <a:spcAft>
                <a:spcPts val="0"/>
              </a:spcAft>
              <a:buSzPts val="1100"/>
              <a:buNone/>
            </a:pPr>
            <a:r>
              <a:rPr lang="en"/>
              <a:t>這使這個研究擺脫了潛在遺漏變數問題。 這兩個特徵有助於確保一個乾淨的實驗環境，從而提高研究結果的有效性。</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15d33161d2a_5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9" name="Google Shape;849;g15d33161d2a_5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Ebook 可以調整字體大小，書籤頁面，做筆記，突出顯示特定的段落，並保存選定的文本。</a:t>
            </a:r>
            <a:endParaRPr/>
          </a:p>
          <a:p>
            <a:pPr indent="0" lvl="0" marL="0" rtl="0" algn="l">
              <a:lnSpc>
                <a:spcPct val="100000"/>
              </a:lnSpc>
              <a:spcBef>
                <a:spcPts val="0"/>
              </a:spcBef>
              <a:spcAft>
                <a:spcPts val="0"/>
              </a:spcAft>
              <a:buSzPts val="1100"/>
              <a:buNone/>
            </a:pPr>
            <a:r>
              <a:rPr lang="en"/>
              <a:t>Hardcover 比平裝本質量更高，價格更高，更耐用。</a:t>
            </a:r>
            <a:endParaRPr/>
          </a:p>
          <a:p>
            <a:pPr indent="0" lvl="0" marL="0" rtl="0" algn="l">
              <a:lnSpc>
                <a:spcPct val="100000"/>
              </a:lnSpc>
              <a:spcBef>
                <a:spcPts val="0"/>
              </a:spcBef>
              <a:spcAft>
                <a:spcPts val="0"/>
              </a:spcAft>
              <a:buSzPts val="1100"/>
              <a:buNone/>
            </a:pPr>
            <a:r>
              <a:rPr lang="en"/>
              <a:t>PDF 解析度低於現有高級版本。</a:t>
            </a:r>
            <a:endParaRPr/>
          </a:p>
          <a:p>
            <a:pPr indent="0" lvl="0" marL="0" rtl="0" algn="l">
              <a:lnSpc>
                <a:spcPct val="100000"/>
              </a:lnSpc>
              <a:spcBef>
                <a:spcPts val="0"/>
              </a:spcBef>
              <a:spcAft>
                <a:spcPts val="0"/>
              </a:spcAft>
              <a:buSzPts val="1100"/>
              <a:buNone/>
            </a:pPr>
            <a:r>
              <a:rPr lang="en"/>
              <a:t>Paperback 可以快速翻頁，並堆放在書架上方便檢索。</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15d33161d2a_5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3" name="Google Shape;863;g15d33161d2a_5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15d33161d2a_5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1" name="Google Shape;871;g15d33161d2a_5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15d33161d2a_5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0" name="Google Shape;880;g15d33161d2a_5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15d33161d2a_5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9" name="Google Shape;889;g15d33161d2a_5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15d33161d2a_5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7" name="Google Shape;897;g15d33161d2a_5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15fe7b70840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5" name="Google Shape;905;g15fe7b70840_5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15fe7b70840_5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8" name="Google Shape;918;g15fe7b70840_5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15d33161d2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3" name="Google Shape;933;g15d33161d2a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15fb046371f_18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0" name="Google Shape;940;g15fb046371f_18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15d33161d2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15d33161d2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15d33161d2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15d33161d2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15d33161d2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15d33161d2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15d33161d2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15d33161d2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15d33161d2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15d33161d2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15d33161d2a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15d33161d2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15d347f245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0" name="Google Shape;1020;g15d347f245c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15d347f245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8" name="Google Shape;1028;g15d347f245c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15d347f245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6" name="Google Shape;1036;g15d347f245c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15fe7b70840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4" name="Google Shape;1044;g15fe7b70840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15fe7b70840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15fe7b70840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15fe7b70840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15fe7b70840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15fb046371f_18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7" name="Google Shape;1067;g15fb046371f_18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15fb046371f_18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4" name="Google Shape;1074;g15fb046371f_18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0" name="Google Shape;1080;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95"/>
          <p:cNvSpPr txBox="1"/>
          <p:nvPr>
            <p:ph type="ctrTitle"/>
          </p:nvPr>
        </p:nvSpPr>
        <p:spPr>
          <a:xfrm>
            <a:off x="4692925" y="617325"/>
            <a:ext cx="3191700" cy="28044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SzPts val="5200"/>
              <a:buFont typeface="Damion"/>
              <a:buNone/>
              <a:defRPr sz="6300">
                <a:solidFill>
                  <a:schemeClr val="dk2"/>
                </a:solidFill>
                <a:latin typeface="Neucha"/>
                <a:ea typeface="Neucha"/>
                <a:cs typeface="Neucha"/>
                <a:sym typeface="Neucha"/>
              </a:defRPr>
            </a:lvl1pPr>
            <a:lvl2pPr lvl="1" algn="ctr">
              <a:lnSpc>
                <a:spcPct val="100000"/>
              </a:lnSpc>
              <a:spcBef>
                <a:spcPts val="0"/>
              </a:spcBef>
              <a:spcAft>
                <a:spcPts val="0"/>
              </a:spcAft>
              <a:buSzPts val="5200"/>
              <a:buFont typeface="Damion"/>
              <a:buNone/>
              <a:defRPr sz="5200">
                <a:latin typeface="Damion"/>
                <a:ea typeface="Damion"/>
                <a:cs typeface="Damion"/>
                <a:sym typeface="Damion"/>
              </a:defRPr>
            </a:lvl2pPr>
            <a:lvl3pPr lvl="2" algn="ctr">
              <a:lnSpc>
                <a:spcPct val="100000"/>
              </a:lnSpc>
              <a:spcBef>
                <a:spcPts val="0"/>
              </a:spcBef>
              <a:spcAft>
                <a:spcPts val="0"/>
              </a:spcAft>
              <a:buSzPts val="5200"/>
              <a:buFont typeface="Damion"/>
              <a:buNone/>
              <a:defRPr sz="5200">
                <a:latin typeface="Damion"/>
                <a:ea typeface="Damion"/>
                <a:cs typeface="Damion"/>
                <a:sym typeface="Damion"/>
              </a:defRPr>
            </a:lvl3pPr>
            <a:lvl4pPr lvl="3" algn="ctr">
              <a:lnSpc>
                <a:spcPct val="100000"/>
              </a:lnSpc>
              <a:spcBef>
                <a:spcPts val="0"/>
              </a:spcBef>
              <a:spcAft>
                <a:spcPts val="0"/>
              </a:spcAft>
              <a:buSzPts val="5200"/>
              <a:buFont typeface="Damion"/>
              <a:buNone/>
              <a:defRPr sz="5200">
                <a:latin typeface="Damion"/>
                <a:ea typeface="Damion"/>
                <a:cs typeface="Damion"/>
                <a:sym typeface="Damion"/>
              </a:defRPr>
            </a:lvl4pPr>
            <a:lvl5pPr lvl="4" algn="ctr">
              <a:lnSpc>
                <a:spcPct val="100000"/>
              </a:lnSpc>
              <a:spcBef>
                <a:spcPts val="0"/>
              </a:spcBef>
              <a:spcAft>
                <a:spcPts val="0"/>
              </a:spcAft>
              <a:buSzPts val="5200"/>
              <a:buFont typeface="Damion"/>
              <a:buNone/>
              <a:defRPr sz="5200">
                <a:latin typeface="Damion"/>
                <a:ea typeface="Damion"/>
                <a:cs typeface="Damion"/>
                <a:sym typeface="Damion"/>
              </a:defRPr>
            </a:lvl5pPr>
            <a:lvl6pPr lvl="5" algn="ctr">
              <a:lnSpc>
                <a:spcPct val="100000"/>
              </a:lnSpc>
              <a:spcBef>
                <a:spcPts val="0"/>
              </a:spcBef>
              <a:spcAft>
                <a:spcPts val="0"/>
              </a:spcAft>
              <a:buSzPts val="5200"/>
              <a:buFont typeface="Damion"/>
              <a:buNone/>
              <a:defRPr sz="5200">
                <a:latin typeface="Damion"/>
                <a:ea typeface="Damion"/>
                <a:cs typeface="Damion"/>
                <a:sym typeface="Damion"/>
              </a:defRPr>
            </a:lvl6pPr>
            <a:lvl7pPr lvl="6" algn="ctr">
              <a:lnSpc>
                <a:spcPct val="100000"/>
              </a:lnSpc>
              <a:spcBef>
                <a:spcPts val="0"/>
              </a:spcBef>
              <a:spcAft>
                <a:spcPts val="0"/>
              </a:spcAft>
              <a:buSzPts val="5200"/>
              <a:buFont typeface="Damion"/>
              <a:buNone/>
              <a:defRPr sz="5200">
                <a:latin typeface="Damion"/>
                <a:ea typeface="Damion"/>
                <a:cs typeface="Damion"/>
                <a:sym typeface="Damion"/>
              </a:defRPr>
            </a:lvl7pPr>
            <a:lvl8pPr lvl="7" algn="ctr">
              <a:lnSpc>
                <a:spcPct val="100000"/>
              </a:lnSpc>
              <a:spcBef>
                <a:spcPts val="0"/>
              </a:spcBef>
              <a:spcAft>
                <a:spcPts val="0"/>
              </a:spcAft>
              <a:buSzPts val="5200"/>
              <a:buFont typeface="Damion"/>
              <a:buNone/>
              <a:defRPr sz="5200">
                <a:latin typeface="Damion"/>
                <a:ea typeface="Damion"/>
                <a:cs typeface="Damion"/>
                <a:sym typeface="Damion"/>
              </a:defRPr>
            </a:lvl8pPr>
            <a:lvl9pPr lvl="8" algn="ctr">
              <a:lnSpc>
                <a:spcPct val="100000"/>
              </a:lnSpc>
              <a:spcBef>
                <a:spcPts val="0"/>
              </a:spcBef>
              <a:spcAft>
                <a:spcPts val="0"/>
              </a:spcAft>
              <a:buSzPts val="5200"/>
              <a:buFont typeface="Damion"/>
              <a:buNone/>
              <a:defRPr sz="5200">
                <a:latin typeface="Damion"/>
                <a:ea typeface="Damion"/>
                <a:cs typeface="Damion"/>
                <a:sym typeface="Damion"/>
              </a:defRPr>
            </a:lvl9pPr>
          </a:lstStyle>
          <a:p/>
        </p:txBody>
      </p:sp>
      <p:sp>
        <p:nvSpPr>
          <p:cNvPr id="11" name="Google Shape;11;p95"/>
          <p:cNvSpPr txBox="1"/>
          <p:nvPr>
            <p:ph idx="1" type="subTitle"/>
          </p:nvPr>
        </p:nvSpPr>
        <p:spPr>
          <a:xfrm>
            <a:off x="4692925" y="3421725"/>
            <a:ext cx="31917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Nunito Sans"/>
              <a:buNone/>
              <a:defRPr b="1" sz="2200">
                <a:solidFill>
                  <a:schemeClr val="accent1"/>
                </a:solidFill>
                <a:latin typeface="Cairo"/>
                <a:ea typeface="Cairo"/>
                <a:cs typeface="Cairo"/>
                <a:sym typeface="Cairo"/>
              </a:defRPr>
            </a:lvl1pPr>
            <a:lvl2pPr lvl="1" algn="ctr">
              <a:lnSpc>
                <a:spcPct val="100000"/>
              </a:lnSpc>
              <a:spcBef>
                <a:spcPts val="0"/>
              </a:spcBef>
              <a:spcAft>
                <a:spcPts val="0"/>
              </a:spcAft>
              <a:buSzPts val="2800"/>
              <a:buFont typeface="Nunito Sans"/>
              <a:buNone/>
              <a:defRPr sz="2800">
                <a:latin typeface="Nunito Sans"/>
                <a:ea typeface="Nunito Sans"/>
                <a:cs typeface="Nunito Sans"/>
                <a:sym typeface="Nunito Sans"/>
              </a:defRPr>
            </a:lvl2pPr>
            <a:lvl3pPr lvl="2" algn="ctr">
              <a:lnSpc>
                <a:spcPct val="100000"/>
              </a:lnSpc>
              <a:spcBef>
                <a:spcPts val="0"/>
              </a:spcBef>
              <a:spcAft>
                <a:spcPts val="0"/>
              </a:spcAft>
              <a:buSzPts val="2800"/>
              <a:buFont typeface="Nunito Sans"/>
              <a:buNone/>
              <a:defRPr sz="2800">
                <a:latin typeface="Nunito Sans"/>
                <a:ea typeface="Nunito Sans"/>
                <a:cs typeface="Nunito Sans"/>
                <a:sym typeface="Nunito Sans"/>
              </a:defRPr>
            </a:lvl3pPr>
            <a:lvl4pPr lvl="3" algn="ctr">
              <a:lnSpc>
                <a:spcPct val="100000"/>
              </a:lnSpc>
              <a:spcBef>
                <a:spcPts val="0"/>
              </a:spcBef>
              <a:spcAft>
                <a:spcPts val="0"/>
              </a:spcAft>
              <a:buSzPts val="2800"/>
              <a:buFont typeface="Nunito Sans"/>
              <a:buNone/>
              <a:defRPr sz="2800">
                <a:latin typeface="Nunito Sans"/>
                <a:ea typeface="Nunito Sans"/>
                <a:cs typeface="Nunito Sans"/>
                <a:sym typeface="Nunito Sans"/>
              </a:defRPr>
            </a:lvl4pPr>
            <a:lvl5pPr lvl="4" algn="ctr">
              <a:lnSpc>
                <a:spcPct val="100000"/>
              </a:lnSpc>
              <a:spcBef>
                <a:spcPts val="0"/>
              </a:spcBef>
              <a:spcAft>
                <a:spcPts val="0"/>
              </a:spcAft>
              <a:buSzPts val="2800"/>
              <a:buFont typeface="Nunito Sans"/>
              <a:buNone/>
              <a:defRPr sz="2800">
                <a:latin typeface="Nunito Sans"/>
                <a:ea typeface="Nunito Sans"/>
                <a:cs typeface="Nunito Sans"/>
                <a:sym typeface="Nunito Sans"/>
              </a:defRPr>
            </a:lvl5pPr>
            <a:lvl6pPr lvl="5" algn="ctr">
              <a:lnSpc>
                <a:spcPct val="100000"/>
              </a:lnSpc>
              <a:spcBef>
                <a:spcPts val="0"/>
              </a:spcBef>
              <a:spcAft>
                <a:spcPts val="0"/>
              </a:spcAft>
              <a:buSzPts val="2800"/>
              <a:buFont typeface="Nunito Sans"/>
              <a:buNone/>
              <a:defRPr sz="2800">
                <a:latin typeface="Nunito Sans"/>
                <a:ea typeface="Nunito Sans"/>
                <a:cs typeface="Nunito Sans"/>
                <a:sym typeface="Nunito Sans"/>
              </a:defRPr>
            </a:lvl6pPr>
            <a:lvl7pPr lvl="6" algn="ctr">
              <a:lnSpc>
                <a:spcPct val="100000"/>
              </a:lnSpc>
              <a:spcBef>
                <a:spcPts val="0"/>
              </a:spcBef>
              <a:spcAft>
                <a:spcPts val="0"/>
              </a:spcAft>
              <a:buSzPts val="2800"/>
              <a:buFont typeface="Nunito Sans"/>
              <a:buNone/>
              <a:defRPr sz="2800">
                <a:latin typeface="Nunito Sans"/>
                <a:ea typeface="Nunito Sans"/>
                <a:cs typeface="Nunito Sans"/>
                <a:sym typeface="Nunito Sans"/>
              </a:defRPr>
            </a:lvl7pPr>
            <a:lvl8pPr lvl="7" algn="ctr">
              <a:lnSpc>
                <a:spcPct val="100000"/>
              </a:lnSpc>
              <a:spcBef>
                <a:spcPts val="0"/>
              </a:spcBef>
              <a:spcAft>
                <a:spcPts val="0"/>
              </a:spcAft>
              <a:buSzPts val="2800"/>
              <a:buFont typeface="Nunito Sans"/>
              <a:buNone/>
              <a:defRPr sz="2800">
                <a:latin typeface="Nunito Sans"/>
                <a:ea typeface="Nunito Sans"/>
                <a:cs typeface="Nunito Sans"/>
                <a:sym typeface="Nunito Sans"/>
              </a:defRPr>
            </a:lvl8pPr>
            <a:lvl9pPr lvl="8" algn="ctr">
              <a:lnSpc>
                <a:spcPct val="100000"/>
              </a:lnSpc>
              <a:spcBef>
                <a:spcPts val="0"/>
              </a:spcBef>
              <a:spcAft>
                <a:spcPts val="0"/>
              </a:spcAft>
              <a:buSzPts val="2800"/>
              <a:buFont typeface="Nunito Sans"/>
              <a:buNone/>
              <a:defRPr sz="2800">
                <a:latin typeface="Nunito Sans"/>
                <a:ea typeface="Nunito Sans"/>
                <a:cs typeface="Nunito Sans"/>
                <a:sym typeface="Nunito Sans"/>
              </a:defRPr>
            </a:lvl9pPr>
          </a:lstStyle>
          <a:p/>
        </p:txBody>
      </p:sp>
      <p:sp>
        <p:nvSpPr>
          <p:cNvPr id="12" name="Google Shape;12;p95"/>
          <p:cNvSpPr/>
          <p:nvPr/>
        </p:nvSpPr>
        <p:spPr>
          <a:xfrm>
            <a:off x="371375" y="398150"/>
            <a:ext cx="133845" cy="117603"/>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95"/>
          <p:cNvSpPr/>
          <p:nvPr/>
        </p:nvSpPr>
        <p:spPr>
          <a:xfrm>
            <a:off x="230491" y="348222"/>
            <a:ext cx="134747" cy="63885"/>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95"/>
          <p:cNvSpPr/>
          <p:nvPr/>
        </p:nvSpPr>
        <p:spPr>
          <a:xfrm>
            <a:off x="194578" y="471658"/>
            <a:ext cx="95887" cy="101000"/>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95"/>
          <p:cNvSpPr/>
          <p:nvPr/>
        </p:nvSpPr>
        <p:spPr>
          <a:xfrm>
            <a:off x="-46644" y="363441"/>
            <a:ext cx="128371" cy="126446"/>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95"/>
          <p:cNvSpPr/>
          <p:nvPr/>
        </p:nvSpPr>
        <p:spPr>
          <a:xfrm>
            <a:off x="-22823" y="587275"/>
            <a:ext cx="141725" cy="125363"/>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95"/>
          <p:cNvSpPr/>
          <p:nvPr/>
        </p:nvSpPr>
        <p:spPr>
          <a:xfrm>
            <a:off x="111143" y="748969"/>
            <a:ext cx="130236" cy="125002"/>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95"/>
          <p:cNvSpPr/>
          <p:nvPr/>
        </p:nvSpPr>
        <p:spPr>
          <a:xfrm>
            <a:off x="300632" y="683281"/>
            <a:ext cx="131318" cy="134386"/>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95"/>
          <p:cNvSpPr/>
          <p:nvPr/>
        </p:nvSpPr>
        <p:spPr>
          <a:xfrm>
            <a:off x="400911" y="562491"/>
            <a:ext cx="99015" cy="106294"/>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95"/>
          <p:cNvSpPr/>
          <p:nvPr/>
        </p:nvSpPr>
        <p:spPr>
          <a:xfrm>
            <a:off x="379315" y="1014791"/>
            <a:ext cx="102685" cy="144552"/>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95"/>
          <p:cNvSpPr/>
          <p:nvPr/>
        </p:nvSpPr>
        <p:spPr>
          <a:xfrm>
            <a:off x="417755" y="897791"/>
            <a:ext cx="79645" cy="79585"/>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95"/>
          <p:cNvSpPr/>
          <p:nvPr/>
        </p:nvSpPr>
        <p:spPr>
          <a:xfrm>
            <a:off x="210880" y="1195675"/>
            <a:ext cx="160794" cy="82713"/>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95"/>
          <p:cNvSpPr/>
          <p:nvPr/>
        </p:nvSpPr>
        <p:spPr>
          <a:xfrm>
            <a:off x="-71489" y="1212578"/>
            <a:ext cx="103166" cy="86322"/>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95"/>
          <p:cNvSpPr/>
          <p:nvPr/>
        </p:nvSpPr>
        <p:spPr>
          <a:xfrm>
            <a:off x="71380" y="1071456"/>
            <a:ext cx="64426" cy="113272"/>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95"/>
          <p:cNvSpPr/>
          <p:nvPr/>
        </p:nvSpPr>
        <p:spPr>
          <a:xfrm>
            <a:off x="185555" y="958005"/>
            <a:ext cx="75976" cy="74171"/>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95"/>
          <p:cNvSpPr/>
          <p:nvPr/>
        </p:nvSpPr>
        <p:spPr>
          <a:xfrm>
            <a:off x="-63849" y="811891"/>
            <a:ext cx="71163" cy="179322"/>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95"/>
          <p:cNvSpPr/>
          <p:nvPr/>
        </p:nvSpPr>
        <p:spPr>
          <a:xfrm>
            <a:off x="524230" y="674137"/>
            <a:ext cx="69479" cy="137755"/>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95"/>
          <p:cNvSpPr/>
          <p:nvPr/>
        </p:nvSpPr>
        <p:spPr>
          <a:xfrm>
            <a:off x="553766" y="1019423"/>
            <a:ext cx="41086" cy="126025"/>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95"/>
          <p:cNvSpPr/>
          <p:nvPr/>
        </p:nvSpPr>
        <p:spPr>
          <a:xfrm>
            <a:off x="552503" y="316400"/>
            <a:ext cx="66772" cy="161336"/>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95"/>
          <p:cNvSpPr/>
          <p:nvPr/>
        </p:nvSpPr>
        <p:spPr>
          <a:xfrm>
            <a:off x="1899450" y="165325"/>
            <a:ext cx="337604" cy="312402"/>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95"/>
          <p:cNvSpPr/>
          <p:nvPr/>
        </p:nvSpPr>
        <p:spPr>
          <a:xfrm>
            <a:off x="7238825" y="86350"/>
            <a:ext cx="871385" cy="261871"/>
          </a:xfrm>
          <a:custGeom>
            <a:rect b="b" l="l" r="r" t="t"/>
            <a:pathLst>
              <a:path extrusionOk="0" h="4544" w="15121">
                <a:moveTo>
                  <a:pt x="15121" y="1"/>
                </a:moveTo>
                <a:cubicBezTo>
                  <a:pt x="10152" y="171"/>
                  <a:pt x="150" y="598"/>
                  <a:pt x="86" y="662"/>
                </a:cubicBezTo>
                <a:cubicBezTo>
                  <a:pt x="0" y="726"/>
                  <a:pt x="107" y="3349"/>
                  <a:pt x="171" y="4543"/>
                </a:cubicBezTo>
                <a:cubicBezTo>
                  <a:pt x="2602" y="4500"/>
                  <a:pt x="13798" y="4031"/>
                  <a:pt x="15121" y="4031"/>
                </a:cubicBezTo>
                <a:lnTo>
                  <a:pt x="1512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95"/>
          <p:cNvSpPr/>
          <p:nvPr/>
        </p:nvSpPr>
        <p:spPr>
          <a:xfrm>
            <a:off x="8499250" y="1600324"/>
            <a:ext cx="834980" cy="1358597"/>
          </a:xfrm>
          <a:custGeom>
            <a:rect b="b" l="l" r="r" t="t"/>
            <a:pathLst>
              <a:path extrusionOk="0" h="23703" w="14567">
                <a:moveTo>
                  <a:pt x="14567" y="1"/>
                </a:moveTo>
                <a:cubicBezTo>
                  <a:pt x="11709" y="108"/>
                  <a:pt x="8851" y="385"/>
                  <a:pt x="6015" y="385"/>
                </a:cubicBezTo>
                <a:cubicBezTo>
                  <a:pt x="5268" y="427"/>
                  <a:pt x="4543" y="513"/>
                  <a:pt x="3840" y="662"/>
                </a:cubicBezTo>
                <a:cubicBezTo>
                  <a:pt x="3541" y="726"/>
                  <a:pt x="3243" y="811"/>
                  <a:pt x="2965" y="918"/>
                </a:cubicBezTo>
                <a:cubicBezTo>
                  <a:pt x="1" y="2155"/>
                  <a:pt x="747" y="6868"/>
                  <a:pt x="726" y="9512"/>
                </a:cubicBezTo>
                <a:cubicBezTo>
                  <a:pt x="683" y="13287"/>
                  <a:pt x="961" y="17062"/>
                  <a:pt x="1281" y="20815"/>
                </a:cubicBezTo>
                <a:cubicBezTo>
                  <a:pt x="1281" y="21242"/>
                  <a:pt x="1366" y="21668"/>
                  <a:pt x="1536" y="22052"/>
                </a:cubicBezTo>
                <a:cubicBezTo>
                  <a:pt x="2027" y="23012"/>
                  <a:pt x="3285" y="23225"/>
                  <a:pt x="4351" y="23332"/>
                </a:cubicBezTo>
                <a:cubicBezTo>
                  <a:pt x="7315" y="23574"/>
                  <a:pt x="10279" y="23702"/>
                  <a:pt x="13257" y="23702"/>
                </a:cubicBezTo>
                <a:cubicBezTo>
                  <a:pt x="13686" y="23702"/>
                  <a:pt x="14115" y="23700"/>
                  <a:pt x="14545" y="23694"/>
                </a:cubicBezTo>
                <a:lnTo>
                  <a:pt x="14545" y="15484"/>
                </a:lnTo>
                <a:cubicBezTo>
                  <a:pt x="13714" y="15441"/>
                  <a:pt x="12903" y="15377"/>
                  <a:pt x="12071" y="15249"/>
                </a:cubicBezTo>
                <a:cubicBezTo>
                  <a:pt x="11432" y="15142"/>
                  <a:pt x="10749" y="15014"/>
                  <a:pt x="10259" y="14567"/>
                </a:cubicBezTo>
                <a:cubicBezTo>
                  <a:pt x="9768" y="14119"/>
                  <a:pt x="9598" y="13287"/>
                  <a:pt x="10046" y="12818"/>
                </a:cubicBezTo>
                <a:cubicBezTo>
                  <a:pt x="10356" y="12487"/>
                  <a:pt x="10902" y="12402"/>
                  <a:pt x="11476" y="12402"/>
                </a:cubicBezTo>
                <a:cubicBezTo>
                  <a:pt x="12087" y="12402"/>
                  <a:pt x="12731" y="12498"/>
                  <a:pt x="13159" y="12498"/>
                </a:cubicBezTo>
                <a:lnTo>
                  <a:pt x="14567" y="12498"/>
                </a:lnTo>
                <a:lnTo>
                  <a:pt x="1456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95"/>
          <p:cNvSpPr/>
          <p:nvPr/>
        </p:nvSpPr>
        <p:spPr>
          <a:xfrm rot="-5400000">
            <a:off x="-57560" y="3150073"/>
            <a:ext cx="736223" cy="621104"/>
          </a:xfrm>
          <a:custGeom>
            <a:rect b="b" l="l" r="r" t="t"/>
            <a:pathLst>
              <a:path extrusionOk="0" h="10877" w="15462">
                <a:moveTo>
                  <a:pt x="214" y="0"/>
                </a:moveTo>
                <a:cubicBezTo>
                  <a:pt x="150" y="3625"/>
                  <a:pt x="64" y="7251"/>
                  <a:pt x="0" y="10876"/>
                </a:cubicBezTo>
                <a:cubicBezTo>
                  <a:pt x="4841" y="10727"/>
                  <a:pt x="9704" y="10450"/>
                  <a:pt x="14545" y="10066"/>
                </a:cubicBezTo>
                <a:cubicBezTo>
                  <a:pt x="14567" y="10068"/>
                  <a:pt x="14588" y="10069"/>
                  <a:pt x="14610" y="10069"/>
                </a:cubicBezTo>
                <a:cubicBezTo>
                  <a:pt x="14844" y="10069"/>
                  <a:pt x="15073" y="9966"/>
                  <a:pt x="15249" y="9810"/>
                </a:cubicBezTo>
                <a:cubicBezTo>
                  <a:pt x="15398" y="9597"/>
                  <a:pt x="15462" y="9341"/>
                  <a:pt x="15440" y="9085"/>
                </a:cubicBezTo>
                <a:lnTo>
                  <a:pt x="15398"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5"/>
          <p:cNvSpPr/>
          <p:nvPr/>
        </p:nvSpPr>
        <p:spPr>
          <a:xfrm rot="-5400000">
            <a:off x="-135674" y="4121163"/>
            <a:ext cx="506535" cy="235188"/>
          </a:xfrm>
          <a:custGeom>
            <a:rect b="b" l="l" r="r" t="t"/>
            <a:pathLst>
              <a:path extrusionOk="0" h="10877" w="15462">
                <a:moveTo>
                  <a:pt x="214" y="0"/>
                </a:moveTo>
                <a:cubicBezTo>
                  <a:pt x="150" y="3625"/>
                  <a:pt x="64" y="7251"/>
                  <a:pt x="0" y="10876"/>
                </a:cubicBezTo>
                <a:cubicBezTo>
                  <a:pt x="4841" y="10727"/>
                  <a:pt x="9704" y="10450"/>
                  <a:pt x="14545" y="10066"/>
                </a:cubicBezTo>
                <a:cubicBezTo>
                  <a:pt x="14567" y="10068"/>
                  <a:pt x="14588" y="10069"/>
                  <a:pt x="14610" y="10069"/>
                </a:cubicBezTo>
                <a:cubicBezTo>
                  <a:pt x="14844" y="10069"/>
                  <a:pt x="15073" y="9966"/>
                  <a:pt x="15249" y="9810"/>
                </a:cubicBezTo>
                <a:cubicBezTo>
                  <a:pt x="15398" y="9597"/>
                  <a:pt x="15462" y="9341"/>
                  <a:pt x="15440" y="9085"/>
                </a:cubicBezTo>
                <a:lnTo>
                  <a:pt x="15398"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95"/>
          <p:cNvSpPr/>
          <p:nvPr/>
        </p:nvSpPr>
        <p:spPr>
          <a:xfrm>
            <a:off x="2475650" y="4986475"/>
            <a:ext cx="720230" cy="206497"/>
          </a:xfrm>
          <a:custGeom>
            <a:rect b="b" l="l" r="r" t="t"/>
            <a:pathLst>
              <a:path extrusionOk="0" h="11632" w="13756">
                <a:moveTo>
                  <a:pt x="8819" y="0"/>
                </a:moveTo>
                <a:cubicBezTo>
                  <a:pt x="6385" y="0"/>
                  <a:pt x="3951" y="157"/>
                  <a:pt x="1536" y="457"/>
                </a:cubicBezTo>
                <a:cubicBezTo>
                  <a:pt x="1302" y="457"/>
                  <a:pt x="1088" y="606"/>
                  <a:pt x="1024" y="820"/>
                </a:cubicBezTo>
                <a:cubicBezTo>
                  <a:pt x="896" y="1075"/>
                  <a:pt x="811" y="1353"/>
                  <a:pt x="768" y="1651"/>
                </a:cubicBezTo>
                <a:cubicBezTo>
                  <a:pt x="598" y="2632"/>
                  <a:pt x="470" y="3635"/>
                  <a:pt x="385" y="4637"/>
                </a:cubicBezTo>
                <a:cubicBezTo>
                  <a:pt x="257" y="6108"/>
                  <a:pt x="193" y="7580"/>
                  <a:pt x="107" y="9051"/>
                </a:cubicBezTo>
                <a:cubicBezTo>
                  <a:pt x="65" y="9904"/>
                  <a:pt x="22" y="10757"/>
                  <a:pt x="1" y="11632"/>
                </a:cubicBezTo>
                <a:lnTo>
                  <a:pt x="385" y="11632"/>
                </a:lnTo>
                <a:cubicBezTo>
                  <a:pt x="470" y="10054"/>
                  <a:pt x="555" y="8476"/>
                  <a:pt x="662" y="6897"/>
                </a:cubicBezTo>
                <a:cubicBezTo>
                  <a:pt x="747" y="5639"/>
                  <a:pt x="854" y="4381"/>
                  <a:pt x="1024" y="3123"/>
                </a:cubicBezTo>
                <a:cubicBezTo>
                  <a:pt x="1067" y="2419"/>
                  <a:pt x="1216" y="1715"/>
                  <a:pt x="1430" y="1054"/>
                </a:cubicBezTo>
                <a:cubicBezTo>
                  <a:pt x="1430" y="1054"/>
                  <a:pt x="1451" y="990"/>
                  <a:pt x="1472" y="948"/>
                </a:cubicBezTo>
                <a:cubicBezTo>
                  <a:pt x="1472" y="926"/>
                  <a:pt x="1494" y="926"/>
                  <a:pt x="1494" y="905"/>
                </a:cubicBezTo>
                <a:cubicBezTo>
                  <a:pt x="1622" y="905"/>
                  <a:pt x="1749" y="884"/>
                  <a:pt x="1877" y="862"/>
                </a:cubicBezTo>
                <a:cubicBezTo>
                  <a:pt x="3647" y="649"/>
                  <a:pt x="5439" y="521"/>
                  <a:pt x="7230" y="478"/>
                </a:cubicBezTo>
                <a:cubicBezTo>
                  <a:pt x="7693" y="467"/>
                  <a:pt x="8157" y="462"/>
                  <a:pt x="8622" y="462"/>
                </a:cubicBezTo>
                <a:cubicBezTo>
                  <a:pt x="9957" y="462"/>
                  <a:pt x="11297" y="506"/>
                  <a:pt x="12626" y="585"/>
                </a:cubicBezTo>
                <a:cubicBezTo>
                  <a:pt x="12677" y="585"/>
                  <a:pt x="12762" y="578"/>
                  <a:pt x="12853" y="578"/>
                </a:cubicBezTo>
                <a:cubicBezTo>
                  <a:pt x="12989" y="578"/>
                  <a:pt x="13138" y="593"/>
                  <a:pt x="13202" y="670"/>
                </a:cubicBezTo>
                <a:cubicBezTo>
                  <a:pt x="13287" y="798"/>
                  <a:pt x="13244" y="1118"/>
                  <a:pt x="13244" y="1267"/>
                </a:cubicBezTo>
                <a:cubicBezTo>
                  <a:pt x="13244" y="1737"/>
                  <a:pt x="13244" y="2184"/>
                  <a:pt x="13266" y="2654"/>
                </a:cubicBezTo>
                <a:cubicBezTo>
                  <a:pt x="13266" y="3549"/>
                  <a:pt x="13287" y="4466"/>
                  <a:pt x="13287" y="5362"/>
                </a:cubicBezTo>
                <a:cubicBezTo>
                  <a:pt x="13287" y="7452"/>
                  <a:pt x="13266" y="9542"/>
                  <a:pt x="13244" y="11632"/>
                </a:cubicBezTo>
                <a:lnTo>
                  <a:pt x="13692" y="11632"/>
                </a:lnTo>
                <a:cubicBezTo>
                  <a:pt x="13692" y="10971"/>
                  <a:pt x="13713" y="10310"/>
                  <a:pt x="13713" y="9649"/>
                </a:cubicBezTo>
                <a:cubicBezTo>
                  <a:pt x="13735" y="7815"/>
                  <a:pt x="13735" y="5959"/>
                  <a:pt x="13713" y="4125"/>
                </a:cubicBezTo>
                <a:cubicBezTo>
                  <a:pt x="13713" y="3208"/>
                  <a:pt x="13713" y="2291"/>
                  <a:pt x="13692" y="1374"/>
                </a:cubicBezTo>
                <a:cubicBezTo>
                  <a:pt x="13692" y="1033"/>
                  <a:pt x="13756" y="564"/>
                  <a:pt x="13479" y="329"/>
                </a:cubicBezTo>
                <a:cubicBezTo>
                  <a:pt x="13223" y="94"/>
                  <a:pt x="12754" y="137"/>
                  <a:pt x="12412" y="116"/>
                </a:cubicBezTo>
                <a:cubicBezTo>
                  <a:pt x="11216" y="38"/>
                  <a:pt x="10018" y="0"/>
                  <a:pt x="88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95"/>
          <p:cNvSpPr/>
          <p:nvPr/>
        </p:nvSpPr>
        <p:spPr>
          <a:xfrm>
            <a:off x="6446000" y="4959100"/>
            <a:ext cx="337604" cy="312402"/>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5"/>
          <p:cNvSpPr/>
          <p:nvPr/>
        </p:nvSpPr>
        <p:spPr>
          <a:xfrm>
            <a:off x="6837950" y="4959100"/>
            <a:ext cx="337604" cy="312402"/>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95"/>
          <p:cNvSpPr/>
          <p:nvPr/>
        </p:nvSpPr>
        <p:spPr>
          <a:xfrm>
            <a:off x="8110200" y="4739925"/>
            <a:ext cx="1033798" cy="453044"/>
          </a:xfrm>
          <a:custGeom>
            <a:rect b="b" l="l" r="r" t="t"/>
            <a:pathLst>
              <a:path extrusionOk="0" h="7541" w="22052">
                <a:moveTo>
                  <a:pt x="719" y="0"/>
                </a:moveTo>
                <a:cubicBezTo>
                  <a:pt x="519" y="0"/>
                  <a:pt x="347" y="174"/>
                  <a:pt x="384" y="396"/>
                </a:cubicBezTo>
                <a:cubicBezTo>
                  <a:pt x="171" y="2102"/>
                  <a:pt x="43" y="3830"/>
                  <a:pt x="1" y="5557"/>
                </a:cubicBezTo>
                <a:cubicBezTo>
                  <a:pt x="40" y="5558"/>
                  <a:pt x="86" y="5558"/>
                  <a:pt x="139" y="5558"/>
                </a:cubicBezTo>
                <a:cubicBezTo>
                  <a:pt x="795" y="5558"/>
                  <a:pt x="2502" y="5518"/>
                  <a:pt x="4461" y="5518"/>
                </a:cubicBezTo>
                <a:cubicBezTo>
                  <a:pt x="8264" y="5518"/>
                  <a:pt x="13018" y="5669"/>
                  <a:pt x="12881" y="6560"/>
                </a:cubicBezTo>
                <a:cubicBezTo>
                  <a:pt x="12818" y="6837"/>
                  <a:pt x="12796" y="7178"/>
                  <a:pt x="12775" y="7541"/>
                </a:cubicBezTo>
                <a:lnTo>
                  <a:pt x="21966" y="7541"/>
                </a:lnTo>
                <a:cubicBezTo>
                  <a:pt x="22030" y="5834"/>
                  <a:pt x="22052" y="4128"/>
                  <a:pt x="22030" y="2422"/>
                </a:cubicBezTo>
                <a:cubicBezTo>
                  <a:pt x="22030" y="1953"/>
                  <a:pt x="21988" y="1484"/>
                  <a:pt x="21710" y="1143"/>
                </a:cubicBezTo>
                <a:cubicBezTo>
                  <a:pt x="21348" y="716"/>
                  <a:pt x="20751" y="652"/>
                  <a:pt x="20196" y="631"/>
                </a:cubicBezTo>
                <a:cubicBezTo>
                  <a:pt x="13713" y="311"/>
                  <a:pt x="7294" y="76"/>
                  <a:pt x="811" y="12"/>
                </a:cubicBezTo>
                <a:cubicBezTo>
                  <a:pt x="780" y="4"/>
                  <a:pt x="749" y="0"/>
                  <a:pt x="71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p96"/>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41" name="Google Shape;41;p96"/>
          <p:cNvSpPr txBox="1"/>
          <p:nvPr>
            <p:ph idx="1" type="body"/>
          </p:nvPr>
        </p:nvSpPr>
        <p:spPr>
          <a:xfrm>
            <a:off x="718650" y="1111058"/>
            <a:ext cx="7706700" cy="36150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AutoNum type="arabicPeriod"/>
              <a:defRPr sz="1200"/>
            </a:lvl1pPr>
            <a:lvl2pPr indent="-304800" lvl="1" marL="914400" algn="l">
              <a:lnSpc>
                <a:spcPct val="115000"/>
              </a:lnSpc>
              <a:spcBef>
                <a:spcPts val="0"/>
              </a:spcBef>
              <a:spcAft>
                <a:spcPts val="0"/>
              </a:spcAft>
              <a:buSzPts val="1200"/>
              <a:buFont typeface="Roboto Condensed Light"/>
              <a:buAutoNum type="alphaLcPeriod"/>
              <a:defRPr sz="1200"/>
            </a:lvl2pPr>
            <a:lvl3pPr indent="-304800" lvl="2" marL="1371600" algn="l">
              <a:lnSpc>
                <a:spcPct val="115000"/>
              </a:lnSpc>
              <a:spcBef>
                <a:spcPts val="1600"/>
              </a:spcBef>
              <a:spcAft>
                <a:spcPts val="0"/>
              </a:spcAft>
              <a:buSzPts val="1200"/>
              <a:buFont typeface="Roboto Condensed Light"/>
              <a:buAutoNum type="romanLcPeriod"/>
              <a:defRPr sz="1200"/>
            </a:lvl3pPr>
            <a:lvl4pPr indent="-304800" lvl="3" marL="1828800" algn="l">
              <a:lnSpc>
                <a:spcPct val="115000"/>
              </a:lnSpc>
              <a:spcBef>
                <a:spcPts val="1600"/>
              </a:spcBef>
              <a:spcAft>
                <a:spcPts val="0"/>
              </a:spcAft>
              <a:buSzPts val="1200"/>
              <a:buFont typeface="Roboto Condensed Light"/>
              <a:buAutoNum type="arabicPeriod"/>
              <a:defRPr sz="1200"/>
            </a:lvl4pPr>
            <a:lvl5pPr indent="-304800" lvl="4" marL="2286000" algn="l">
              <a:lnSpc>
                <a:spcPct val="115000"/>
              </a:lnSpc>
              <a:spcBef>
                <a:spcPts val="1600"/>
              </a:spcBef>
              <a:spcAft>
                <a:spcPts val="0"/>
              </a:spcAft>
              <a:buSzPts val="1200"/>
              <a:buFont typeface="Roboto Condensed Light"/>
              <a:buAutoNum type="alphaLcPeriod"/>
              <a:defRPr sz="1200"/>
            </a:lvl5pPr>
            <a:lvl6pPr indent="-304800" lvl="5" marL="2743200" algn="l">
              <a:lnSpc>
                <a:spcPct val="115000"/>
              </a:lnSpc>
              <a:spcBef>
                <a:spcPts val="1600"/>
              </a:spcBef>
              <a:spcAft>
                <a:spcPts val="0"/>
              </a:spcAft>
              <a:buSzPts val="1200"/>
              <a:buFont typeface="Roboto Condensed Light"/>
              <a:buAutoNum type="romanLcPeriod"/>
              <a:defRPr sz="1200"/>
            </a:lvl6pPr>
            <a:lvl7pPr indent="-304800" lvl="6" marL="3200400" algn="l">
              <a:lnSpc>
                <a:spcPct val="115000"/>
              </a:lnSpc>
              <a:spcBef>
                <a:spcPts val="1600"/>
              </a:spcBef>
              <a:spcAft>
                <a:spcPts val="0"/>
              </a:spcAft>
              <a:buSzPts val="1200"/>
              <a:buFont typeface="Roboto Condensed Light"/>
              <a:buAutoNum type="arabicPeriod"/>
              <a:defRPr sz="1200"/>
            </a:lvl7pPr>
            <a:lvl8pPr indent="-304800" lvl="7" marL="3657600" algn="l">
              <a:lnSpc>
                <a:spcPct val="115000"/>
              </a:lnSpc>
              <a:spcBef>
                <a:spcPts val="1600"/>
              </a:spcBef>
              <a:spcAft>
                <a:spcPts val="0"/>
              </a:spcAft>
              <a:buSzPts val="1200"/>
              <a:buFont typeface="Roboto Condensed Light"/>
              <a:buAutoNum type="alphaLcPeriod"/>
              <a:defRPr sz="1200"/>
            </a:lvl8pPr>
            <a:lvl9pPr indent="-304800" lvl="8" marL="4114800" algn="l">
              <a:lnSpc>
                <a:spcPct val="115000"/>
              </a:lnSpc>
              <a:spcBef>
                <a:spcPts val="1600"/>
              </a:spcBef>
              <a:spcAft>
                <a:spcPts val="1600"/>
              </a:spcAft>
              <a:buSzPts val="1200"/>
              <a:buFont typeface="Roboto Condensed Light"/>
              <a:buAutoNum type="romanLcPeriod"/>
              <a:defRPr sz="1200"/>
            </a:lvl9pPr>
          </a:lstStyle>
          <a:p/>
        </p:txBody>
      </p:sp>
      <p:sp>
        <p:nvSpPr>
          <p:cNvPr id="42" name="Google Shape;42;p96"/>
          <p:cNvSpPr/>
          <p:nvPr/>
        </p:nvSpPr>
        <p:spPr>
          <a:xfrm>
            <a:off x="5998550" y="-46850"/>
            <a:ext cx="1243402" cy="257676"/>
          </a:xfrm>
          <a:custGeom>
            <a:rect b="b" l="l" r="r" t="t"/>
            <a:pathLst>
              <a:path extrusionOk="0" h="7541" w="22052">
                <a:moveTo>
                  <a:pt x="719" y="0"/>
                </a:moveTo>
                <a:cubicBezTo>
                  <a:pt x="519" y="0"/>
                  <a:pt x="347" y="174"/>
                  <a:pt x="384" y="396"/>
                </a:cubicBezTo>
                <a:cubicBezTo>
                  <a:pt x="171" y="2102"/>
                  <a:pt x="43" y="3830"/>
                  <a:pt x="1" y="5557"/>
                </a:cubicBezTo>
                <a:cubicBezTo>
                  <a:pt x="40" y="5558"/>
                  <a:pt x="86" y="5558"/>
                  <a:pt x="139" y="5558"/>
                </a:cubicBezTo>
                <a:cubicBezTo>
                  <a:pt x="795" y="5558"/>
                  <a:pt x="2502" y="5518"/>
                  <a:pt x="4461" y="5518"/>
                </a:cubicBezTo>
                <a:cubicBezTo>
                  <a:pt x="8264" y="5518"/>
                  <a:pt x="13018" y="5669"/>
                  <a:pt x="12881" y="6560"/>
                </a:cubicBezTo>
                <a:cubicBezTo>
                  <a:pt x="12818" y="6837"/>
                  <a:pt x="12796" y="7178"/>
                  <a:pt x="12775" y="7541"/>
                </a:cubicBezTo>
                <a:lnTo>
                  <a:pt x="21966" y="7541"/>
                </a:lnTo>
                <a:cubicBezTo>
                  <a:pt x="22030" y="5834"/>
                  <a:pt x="22052" y="4128"/>
                  <a:pt x="22030" y="2422"/>
                </a:cubicBezTo>
                <a:cubicBezTo>
                  <a:pt x="22030" y="1953"/>
                  <a:pt x="21988" y="1484"/>
                  <a:pt x="21710" y="1143"/>
                </a:cubicBezTo>
                <a:cubicBezTo>
                  <a:pt x="21348" y="716"/>
                  <a:pt x="20751" y="652"/>
                  <a:pt x="20196" y="631"/>
                </a:cubicBezTo>
                <a:cubicBezTo>
                  <a:pt x="13713" y="311"/>
                  <a:pt x="7294" y="76"/>
                  <a:pt x="811" y="12"/>
                </a:cubicBezTo>
                <a:cubicBezTo>
                  <a:pt x="780" y="4"/>
                  <a:pt x="749" y="0"/>
                  <a:pt x="71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96"/>
          <p:cNvSpPr/>
          <p:nvPr/>
        </p:nvSpPr>
        <p:spPr>
          <a:xfrm rot="-5400000">
            <a:off x="7576028" y="4902079"/>
            <a:ext cx="1586719" cy="747474"/>
          </a:xfrm>
          <a:custGeom>
            <a:rect b="b" l="l" r="r" t="t"/>
            <a:pathLst>
              <a:path extrusionOk="0" h="13201" w="28024">
                <a:moveTo>
                  <a:pt x="18832" y="0"/>
                </a:moveTo>
                <a:cubicBezTo>
                  <a:pt x="18747" y="1024"/>
                  <a:pt x="18640" y="2197"/>
                  <a:pt x="18000" y="2644"/>
                </a:cubicBezTo>
                <a:cubicBezTo>
                  <a:pt x="17700" y="2838"/>
                  <a:pt x="17126" y="2891"/>
                  <a:pt x="16517" y="2891"/>
                </a:cubicBezTo>
                <a:cubicBezTo>
                  <a:pt x="15787" y="2891"/>
                  <a:pt x="15007" y="2815"/>
                  <a:pt x="14588" y="2815"/>
                </a:cubicBezTo>
                <a:cubicBezTo>
                  <a:pt x="12519" y="2986"/>
                  <a:pt x="10408" y="2922"/>
                  <a:pt x="8318" y="2964"/>
                </a:cubicBezTo>
                <a:cubicBezTo>
                  <a:pt x="5546" y="3028"/>
                  <a:pt x="2773" y="3071"/>
                  <a:pt x="1" y="3114"/>
                </a:cubicBezTo>
                <a:lnTo>
                  <a:pt x="1" y="13201"/>
                </a:lnTo>
                <a:lnTo>
                  <a:pt x="25208" y="12540"/>
                </a:lnTo>
                <a:cubicBezTo>
                  <a:pt x="25550" y="12540"/>
                  <a:pt x="25891" y="12476"/>
                  <a:pt x="26211" y="12326"/>
                </a:cubicBezTo>
                <a:cubicBezTo>
                  <a:pt x="26722" y="12028"/>
                  <a:pt x="26872" y="11388"/>
                  <a:pt x="26957" y="10791"/>
                </a:cubicBezTo>
                <a:cubicBezTo>
                  <a:pt x="27533" y="7230"/>
                  <a:pt x="27895" y="3625"/>
                  <a:pt x="2802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96"/>
          <p:cNvSpPr/>
          <p:nvPr/>
        </p:nvSpPr>
        <p:spPr>
          <a:xfrm>
            <a:off x="8743116" y="539501"/>
            <a:ext cx="309407" cy="286322"/>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96"/>
          <p:cNvSpPr/>
          <p:nvPr/>
        </p:nvSpPr>
        <p:spPr>
          <a:xfrm rot="10800000">
            <a:off x="-5" y="3243480"/>
            <a:ext cx="253280" cy="567194"/>
          </a:xfrm>
          <a:custGeom>
            <a:rect b="b" l="l" r="r" t="t"/>
            <a:pathLst>
              <a:path extrusionOk="0" h="10259" w="6527">
                <a:moveTo>
                  <a:pt x="6526" y="1"/>
                </a:moveTo>
                <a:cubicBezTo>
                  <a:pt x="4991" y="22"/>
                  <a:pt x="3455" y="65"/>
                  <a:pt x="1920" y="86"/>
                </a:cubicBezTo>
                <a:cubicBezTo>
                  <a:pt x="1891" y="83"/>
                  <a:pt x="1862" y="82"/>
                  <a:pt x="1832" y="82"/>
                </a:cubicBezTo>
                <a:cubicBezTo>
                  <a:pt x="1623" y="82"/>
                  <a:pt x="1403" y="150"/>
                  <a:pt x="1216" y="299"/>
                </a:cubicBezTo>
                <a:cubicBezTo>
                  <a:pt x="1088" y="470"/>
                  <a:pt x="1024" y="683"/>
                  <a:pt x="1024" y="918"/>
                </a:cubicBezTo>
                <a:lnTo>
                  <a:pt x="960" y="1664"/>
                </a:lnTo>
                <a:cubicBezTo>
                  <a:pt x="704" y="4372"/>
                  <a:pt x="1" y="7571"/>
                  <a:pt x="427" y="10258"/>
                </a:cubicBezTo>
                <a:lnTo>
                  <a:pt x="6526" y="10088"/>
                </a:lnTo>
                <a:lnTo>
                  <a:pt x="652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96"/>
          <p:cNvSpPr/>
          <p:nvPr/>
        </p:nvSpPr>
        <p:spPr>
          <a:xfrm rot="10800000">
            <a:off x="580598" y="3246724"/>
            <a:ext cx="132625" cy="622609"/>
          </a:xfrm>
          <a:custGeom>
            <a:rect b="b" l="l" r="r" t="t"/>
            <a:pathLst>
              <a:path extrusionOk="0" h="11525" w="2455">
                <a:moveTo>
                  <a:pt x="1616" y="0"/>
                </a:moveTo>
                <a:cubicBezTo>
                  <a:pt x="750" y="0"/>
                  <a:pt x="57" y="890"/>
                  <a:pt x="256" y="1796"/>
                </a:cubicBezTo>
                <a:cubicBezTo>
                  <a:pt x="384" y="2350"/>
                  <a:pt x="854" y="2713"/>
                  <a:pt x="1216" y="3118"/>
                </a:cubicBezTo>
                <a:cubicBezTo>
                  <a:pt x="1387" y="3331"/>
                  <a:pt x="1621" y="3651"/>
                  <a:pt x="1536" y="3928"/>
                </a:cubicBezTo>
                <a:cubicBezTo>
                  <a:pt x="1472" y="4120"/>
                  <a:pt x="1237" y="4248"/>
                  <a:pt x="1067" y="4334"/>
                </a:cubicBezTo>
                <a:cubicBezTo>
                  <a:pt x="683" y="4568"/>
                  <a:pt x="278" y="4803"/>
                  <a:pt x="128" y="5272"/>
                </a:cubicBezTo>
                <a:cubicBezTo>
                  <a:pt x="1" y="5784"/>
                  <a:pt x="278" y="6274"/>
                  <a:pt x="598" y="6658"/>
                </a:cubicBezTo>
                <a:cubicBezTo>
                  <a:pt x="939" y="7042"/>
                  <a:pt x="1600" y="7405"/>
                  <a:pt x="1707" y="7959"/>
                </a:cubicBezTo>
                <a:cubicBezTo>
                  <a:pt x="1792" y="8450"/>
                  <a:pt x="1173" y="8812"/>
                  <a:pt x="896" y="9153"/>
                </a:cubicBezTo>
                <a:cubicBezTo>
                  <a:pt x="278" y="10006"/>
                  <a:pt x="790" y="11371"/>
                  <a:pt x="1856" y="11520"/>
                </a:cubicBezTo>
                <a:cubicBezTo>
                  <a:pt x="1876" y="11524"/>
                  <a:pt x="1896" y="11525"/>
                  <a:pt x="1915" y="11525"/>
                </a:cubicBezTo>
                <a:cubicBezTo>
                  <a:pt x="2299" y="11525"/>
                  <a:pt x="2454" y="10941"/>
                  <a:pt x="2048" y="10859"/>
                </a:cubicBezTo>
                <a:cubicBezTo>
                  <a:pt x="1685" y="10795"/>
                  <a:pt x="1387" y="10518"/>
                  <a:pt x="1323" y="10156"/>
                </a:cubicBezTo>
                <a:cubicBezTo>
                  <a:pt x="1237" y="9708"/>
                  <a:pt x="1536" y="9452"/>
                  <a:pt x="1813" y="9153"/>
                </a:cubicBezTo>
                <a:cubicBezTo>
                  <a:pt x="2154" y="8876"/>
                  <a:pt x="2346" y="8492"/>
                  <a:pt x="2389" y="8066"/>
                </a:cubicBezTo>
                <a:cubicBezTo>
                  <a:pt x="2346" y="7596"/>
                  <a:pt x="2133" y="7191"/>
                  <a:pt x="1771" y="6871"/>
                </a:cubicBezTo>
                <a:cubicBezTo>
                  <a:pt x="1451" y="6530"/>
                  <a:pt x="960" y="6253"/>
                  <a:pt x="790" y="5762"/>
                </a:cubicBezTo>
                <a:cubicBezTo>
                  <a:pt x="619" y="5293"/>
                  <a:pt x="1067" y="5101"/>
                  <a:pt x="1408" y="4909"/>
                </a:cubicBezTo>
                <a:cubicBezTo>
                  <a:pt x="1771" y="4760"/>
                  <a:pt x="2026" y="4483"/>
                  <a:pt x="2176" y="4120"/>
                </a:cubicBezTo>
                <a:cubicBezTo>
                  <a:pt x="2282" y="3651"/>
                  <a:pt x="2154" y="3182"/>
                  <a:pt x="1835" y="2819"/>
                </a:cubicBezTo>
                <a:cubicBezTo>
                  <a:pt x="1493" y="2414"/>
                  <a:pt x="875" y="2052"/>
                  <a:pt x="854" y="1476"/>
                </a:cubicBezTo>
                <a:cubicBezTo>
                  <a:pt x="854" y="904"/>
                  <a:pt x="1313" y="588"/>
                  <a:pt x="1822" y="588"/>
                </a:cubicBezTo>
                <a:cubicBezTo>
                  <a:pt x="1883" y="588"/>
                  <a:pt x="1944" y="592"/>
                  <a:pt x="2005" y="602"/>
                </a:cubicBezTo>
                <a:cubicBezTo>
                  <a:pt x="2012" y="602"/>
                  <a:pt x="2019" y="602"/>
                  <a:pt x="2025" y="602"/>
                </a:cubicBezTo>
                <a:cubicBezTo>
                  <a:pt x="2305" y="602"/>
                  <a:pt x="2319" y="173"/>
                  <a:pt x="2069" y="90"/>
                </a:cubicBezTo>
                <a:lnTo>
                  <a:pt x="2090" y="90"/>
                </a:lnTo>
                <a:cubicBezTo>
                  <a:pt x="1930" y="29"/>
                  <a:pt x="1770" y="0"/>
                  <a:pt x="161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96"/>
          <p:cNvSpPr/>
          <p:nvPr/>
        </p:nvSpPr>
        <p:spPr>
          <a:xfrm rot="10800000">
            <a:off x="430896" y="3270277"/>
            <a:ext cx="118741" cy="571342"/>
          </a:xfrm>
          <a:custGeom>
            <a:rect b="b" l="l" r="r" t="t"/>
            <a:pathLst>
              <a:path extrusionOk="0" h="10576" w="2198">
                <a:moveTo>
                  <a:pt x="1402" y="1"/>
                </a:moveTo>
                <a:cubicBezTo>
                  <a:pt x="1390" y="1"/>
                  <a:pt x="1378" y="1"/>
                  <a:pt x="1366" y="3"/>
                </a:cubicBezTo>
                <a:cubicBezTo>
                  <a:pt x="534" y="89"/>
                  <a:pt x="1" y="984"/>
                  <a:pt x="342" y="1773"/>
                </a:cubicBezTo>
                <a:cubicBezTo>
                  <a:pt x="534" y="2221"/>
                  <a:pt x="1046" y="2413"/>
                  <a:pt x="1259" y="2840"/>
                </a:cubicBezTo>
                <a:cubicBezTo>
                  <a:pt x="1366" y="3095"/>
                  <a:pt x="1366" y="3373"/>
                  <a:pt x="1259" y="3629"/>
                </a:cubicBezTo>
                <a:cubicBezTo>
                  <a:pt x="1110" y="3906"/>
                  <a:pt x="833" y="4055"/>
                  <a:pt x="641" y="4290"/>
                </a:cubicBezTo>
                <a:cubicBezTo>
                  <a:pt x="22" y="4994"/>
                  <a:pt x="65" y="6060"/>
                  <a:pt x="726" y="6721"/>
                </a:cubicBezTo>
                <a:cubicBezTo>
                  <a:pt x="982" y="6977"/>
                  <a:pt x="1536" y="7318"/>
                  <a:pt x="1387" y="7745"/>
                </a:cubicBezTo>
                <a:cubicBezTo>
                  <a:pt x="1259" y="8086"/>
                  <a:pt x="854" y="8299"/>
                  <a:pt x="619" y="8534"/>
                </a:cubicBezTo>
                <a:cubicBezTo>
                  <a:pt x="299" y="8854"/>
                  <a:pt x="214" y="9344"/>
                  <a:pt x="427" y="9749"/>
                </a:cubicBezTo>
                <a:cubicBezTo>
                  <a:pt x="662" y="10197"/>
                  <a:pt x="1195" y="10410"/>
                  <a:pt x="1643" y="10560"/>
                </a:cubicBezTo>
                <a:cubicBezTo>
                  <a:pt x="1675" y="10570"/>
                  <a:pt x="1705" y="10575"/>
                  <a:pt x="1733" y="10575"/>
                </a:cubicBezTo>
                <a:cubicBezTo>
                  <a:pt x="1984" y="10575"/>
                  <a:pt x="2061" y="10184"/>
                  <a:pt x="1792" y="10069"/>
                </a:cubicBezTo>
                <a:lnTo>
                  <a:pt x="1792" y="10069"/>
                </a:lnTo>
                <a:lnTo>
                  <a:pt x="1771" y="10090"/>
                </a:lnTo>
                <a:cubicBezTo>
                  <a:pt x="1472" y="9962"/>
                  <a:pt x="939" y="9728"/>
                  <a:pt x="896" y="9344"/>
                </a:cubicBezTo>
                <a:cubicBezTo>
                  <a:pt x="875" y="9024"/>
                  <a:pt x="1280" y="8768"/>
                  <a:pt x="1494" y="8576"/>
                </a:cubicBezTo>
                <a:cubicBezTo>
                  <a:pt x="2048" y="8064"/>
                  <a:pt x="2197" y="7425"/>
                  <a:pt x="1707" y="6806"/>
                </a:cubicBezTo>
                <a:cubicBezTo>
                  <a:pt x="1451" y="6508"/>
                  <a:pt x="1110" y="6273"/>
                  <a:pt x="939" y="5932"/>
                </a:cubicBezTo>
                <a:cubicBezTo>
                  <a:pt x="747" y="5527"/>
                  <a:pt x="790" y="5057"/>
                  <a:pt x="1046" y="4716"/>
                </a:cubicBezTo>
                <a:cubicBezTo>
                  <a:pt x="1323" y="4354"/>
                  <a:pt x="1686" y="4140"/>
                  <a:pt x="1856" y="3671"/>
                </a:cubicBezTo>
                <a:cubicBezTo>
                  <a:pt x="1963" y="3287"/>
                  <a:pt x="1920" y="2861"/>
                  <a:pt x="1728" y="2498"/>
                </a:cubicBezTo>
                <a:cubicBezTo>
                  <a:pt x="1515" y="2114"/>
                  <a:pt x="960" y="1859"/>
                  <a:pt x="854" y="1411"/>
                </a:cubicBezTo>
                <a:cubicBezTo>
                  <a:pt x="790" y="1006"/>
                  <a:pt x="1046" y="622"/>
                  <a:pt x="1451" y="515"/>
                </a:cubicBezTo>
                <a:cubicBezTo>
                  <a:pt x="1696" y="454"/>
                  <a:pt x="1667" y="1"/>
                  <a:pt x="140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96"/>
          <p:cNvSpPr/>
          <p:nvPr/>
        </p:nvSpPr>
        <p:spPr>
          <a:xfrm rot="-5400000">
            <a:off x="826927" y="-475780"/>
            <a:ext cx="480778" cy="1338632"/>
          </a:xfrm>
          <a:custGeom>
            <a:rect b="b" l="l" r="r" t="t"/>
            <a:pathLst>
              <a:path extrusionOk="0" h="15542" w="5588">
                <a:moveTo>
                  <a:pt x="4548" y="1"/>
                </a:moveTo>
                <a:cubicBezTo>
                  <a:pt x="3927" y="1"/>
                  <a:pt x="3303" y="39"/>
                  <a:pt x="2688" y="121"/>
                </a:cubicBezTo>
                <a:cubicBezTo>
                  <a:pt x="2282" y="143"/>
                  <a:pt x="1899" y="292"/>
                  <a:pt x="1579" y="548"/>
                </a:cubicBezTo>
                <a:cubicBezTo>
                  <a:pt x="1365" y="804"/>
                  <a:pt x="1216" y="1102"/>
                  <a:pt x="1174" y="1422"/>
                </a:cubicBezTo>
                <a:cubicBezTo>
                  <a:pt x="256" y="5367"/>
                  <a:pt x="1" y="9419"/>
                  <a:pt x="384" y="13429"/>
                </a:cubicBezTo>
                <a:cubicBezTo>
                  <a:pt x="448" y="14026"/>
                  <a:pt x="555" y="14687"/>
                  <a:pt x="1046" y="15092"/>
                </a:cubicBezTo>
                <a:cubicBezTo>
                  <a:pt x="1493" y="15455"/>
                  <a:pt x="2112" y="15497"/>
                  <a:pt x="2709" y="15519"/>
                </a:cubicBezTo>
                <a:cubicBezTo>
                  <a:pt x="3076" y="15535"/>
                  <a:pt x="3442" y="15542"/>
                  <a:pt x="3809" y="15542"/>
                </a:cubicBezTo>
                <a:cubicBezTo>
                  <a:pt x="4402" y="15542"/>
                  <a:pt x="4995" y="15524"/>
                  <a:pt x="5588" y="15497"/>
                </a:cubicBezTo>
                <a:lnTo>
                  <a:pt x="5588" y="36"/>
                </a:lnTo>
                <a:cubicBezTo>
                  <a:pt x="5244" y="13"/>
                  <a:pt x="4896" y="1"/>
                  <a:pt x="454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9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3">
    <p:spTree>
      <p:nvGrpSpPr>
        <p:cNvPr id="50" name="Shape 50"/>
        <p:cNvGrpSpPr/>
        <p:nvPr/>
      </p:nvGrpSpPr>
      <p:grpSpPr>
        <a:xfrm>
          <a:off x="0" y="0"/>
          <a:ext cx="0" cy="0"/>
          <a:chOff x="0" y="0"/>
          <a:chExt cx="0" cy="0"/>
        </a:xfrm>
      </p:grpSpPr>
      <p:sp>
        <p:nvSpPr>
          <p:cNvPr id="51" name="Google Shape;51;p97"/>
          <p:cNvSpPr txBox="1"/>
          <p:nvPr>
            <p:ph type="title"/>
          </p:nvPr>
        </p:nvSpPr>
        <p:spPr>
          <a:xfrm>
            <a:off x="726300" y="356016"/>
            <a:ext cx="7691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52" name="Google Shape;52;p97"/>
          <p:cNvSpPr txBox="1"/>
          <p:nvPr>
            <p:ph idx="1" type="subTitle"/>
          </p:nvPr>
        </p:nvSpPr>
        <p:spPr>
          <a:xfrm>
            <a:off x="2953719" y="1722821"/>
            <a:ext cx="25344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sz="1800">
                <a:solidFill>
                  <a:schemeClr val="accent1"/>
                </a:solidFill>
              </a:defRPr>
            </a:lvl2pPr>
            <a:lvl3pPr lvl="2" algn="ctr">
              <a:lnSpc>
                <a:spcPct val="115000"/>
              </a:lnSpc>
              <a:spcBef>
                <a:spcPts val="1600"/>
              </a:spcBef>
              <a:spcAft>
                <a:spcPts val="0"/>
              </a:spcAft>
              <a:buSzPts val="1400"/>
              <a:buNone/>
              <a:defRPr sz="1800">
                <a:solidFill>
                  <a:schemeClr val="accent1"/>
                </a:solidFill>
              </a:defRPr>
            </a:lvl3pPr>
            <a:lvl4pPr lvl="3" algn="ctr">
              <a:lnSpc>
                <a:spcPct val="115000"/>
              </a:lnSpc>
              <a:spcBef>
                <a:spcPts val="1600"/>
              </a:spcBef>
              <a:spcAft>
                <a:spcPts val="0"/>
              </a:spcAft>
              <a:buSzPts val="1400"/>
              <a:buNone/>
              <a:defRPr sz="1800">
                <a:solidFill>
                  <a:schemeClr val="accent1"/>
                </a:solidFill>
              </a:defRPr>
            </a:lvl4pPr>
            <a:lvl5pPr lvl="4" algn="ctr">
              <a:lnSpc>
                <a:spcPct val="115000"/>
              </a:lnSpc>
              <a:spcBef>
                <a:spcPts val="1600"/>
              </a:spcBef>
              <a:spcAft>
                <a:spcPts val="0"/>
              </a:spcAft>
              <a:buSzPts val="1400"/>
              <a:buNone/>
              <a:defRPr sz="1800">
                <a:solidFill>
                  <a:schemeClr val="accent1"/>
                </a:solidFill>
              </a:defRPr>
            </a:lvl5pPr>
            <a:lvl6pPr lvl="5" algn="ctr">
              <a:lnSpc>
                <a:spcPct val="115000"/>
              </a:lnSpc>
              <a:spcBef>
                <a:spcPts val="1600"/>
              </a:spcBef>
              <a:spcAft>
                <a:spcPts val="0"/>
              </a:spcAft>
              <a:buSzPts val="1400"/>
              <a:buNone/>
              <a:defRPr sz="1800">
                <a:solidFill>
                  <a:schemeClr val="accent1"/>
                </a:solidFill>
              </a:defRPr>
            </a:lvl6pPr>
            <a:lvl7pPr lvl="6" algn="ctr">
              <a:lnSpc>
                <a:spcPct val="115000"/>
              </a:lnSpc>
              <a:spcBef>
                <a:spcPts val="1600"/>
              </a:spcBef>
              <a:spcAft>
                <a:spcPts val="0"/>
              </a:spcAft>
              <a:buSzPts val="1400"/>
              <a:buNone/>
              <a:defRPr sz="1800">
                <a:solidFill>
                  <a:schemeClr val="accent1"/>
                </a:solidFill>
              </a:defRPr>
            </a:lvl7pPr>
            <a:lvl8pPr lvl="7" algn="ctr">
              <a:lnSpc>
                <a:spcPct val="115000"/>
              </a:lnSpc>
              <a:spcBef>
                <a:spcPts val="1600"/>
              </a:spcBef>
              <a:spcAft>
                <a:spcPts val="0"/>
              </a:spcAft>
              <a:buSzPts val="1400"/>
              <a:buNone/>
              <a:defRPr sz="1800">
                <a:solidFill>
                  <a:schemeClr val="accent1"/>
                </a:solidFill>
              </a:defRPr>
            </a:lvl8pPr>
            <a:lvl9pPr lvl="8" algn="ctr">
              <a:lnSpc>
                <a:spcPct val="115000"/>
              </a:lnSpc>
              <a:spcBef>
                <a:spcPts val="1600"/>
              </a:spcBef>
              <a:spcAft>
                <a:spcPts val="1600"/>
              </a:spcAft>
              <a:buSzPts val="1400"/>
              <a:buNone/>
              <a:defRPr sz="1800">
                <a:solidFill>
                  <a:schemeClr val="accent1"/>
                </a:solidFill>
              </a:defRPr>
            </a:lvl9pPr>
          </a:lstStyle>
          <a:p/>
        </p:txBody>
      </p:sp>
      <p:sp>
        <p:nvSpPr>
          <p:cNvPr id="53" name="Google Shape;53;p97"/>
          <p:cNvSpPr txBox="1"/>
          <p:nvPr>
            <p:ph idx="2" type="subTitle"/>
          </p:nvPr>
        </p:nvSpPr>
        <p:spPr>
          <a:xfrm>
            <a:off x="2953719" y="2060193"/>
            <a:ext cx="2534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1600"/>
              </a:spcBef>
              <a:spcAft>
                <a:spcPts val="0"/>
              </a:spcAft>
              <a:buSzPts val="1400"/>
              <a:buNone/>
              <a:defRPr sz="1600"/>
            </a:lvl2pPr>
            <a:lvl3pPr lvl="2" algn="ctr">
              <a:lnSpc>
                <a:spcPct val="115000"/>
              </a:lnSpc>
              <a:spcBef>
                <a:spcPts val="1600"/>
              </a:spcBef>
              <a:spcAft>
                <a:spcPts val="0"/>
              </a:spcAft>
              <a:buSzPts val="1400"/>
              <a:buNone/>
              <a:defRPr sz="1600"/>
            </a:lvl3pPr>
            <a:lvl4pPr lvl="3" algn="ctr">
              <a:lnSpc>
                <a:spcPct val="115000"/>
              </a:lnSpc>
              <a:spcBef>
                <a:spcPts val="1600"/>
              </a:spcBef>
              <a:spcAft>
                <a:spcPts val="0"/>
              </a:spcAft>
              <a:buSzPts val="1400"/>
              <a:buNone/>
              <a:defRPr sz="1600"/>
            </a:lvl4pPr>
            <a:lvl5pPr lvl="4" algn="ctr">
              <a:lnSpc>
                <a:spcPct val="115000"/>
              </a:lnSpc>
              <a:spcBef>
                <a:spcPts val="1600"/>
              </a:spcBef>
              <a:spcAft>
                <a:spcPts val="0"/>
              </a:spcAft>
              <a:buSzPts val="1400"/>
              <a:buNone/>
              <a:defRPr sz="1600"/>
            </a:lvl5pPr>
            <a:lvl6pPr lvl="5" algn="ctr">
              <a:lnSpc>
                <a:spcPct val="115000"/>
              </a:lnSpc>
              <a:spcBef>
                <a:spcPts val="1600"/>
              </a:spcBef>
              <a:spcAft>
                <a:spcPts val="0"/>
              </a:spcAft>
              <a:buSzPts val="1400"/>
              <a:buNone/>
              <a:defRPr sz="1600"/>
            </a:lvl6pPr>
            <a:lvl7pPr lvl="6" algn="ctr">
              <a:lnSpc>
                <a:spcPct val="115000"/>
              </a:lnSpc>
              <a:spcBef>
                <a:spcPts val="1600"/>
              </a:spcBef>
              <a:spcAft>
                <a:spcPts val="0"/>
              </a:spcAft>
              <a:buSzPts val="1400"/>
              <a:buNone/>
              <a:defRPr sz="1600"/>
            </a:lvl7pPr>
            <a:lvl8pPr lvl="7" algn="ctr">
              <a:lnSpc>
                <a:spcPct val="115000"/>
              </a:lnSpc>
              <a:spcBef>
                <a:spcPts val="1600"/>
              </a:spcBef>
              <a:spcAft>
                <a:spcPts val="0"/>
              </a:spcAft>
              <a:buSzPts val="1400"/>
              <a:buNone/>
              <a:defRPr sz="1600"/>
            </a:lvl8pPr>
            <a:lvl9pPr lvl="8" algn="ctr">
              <a:lnSpc>
                <a:spcPct val="115000"/>
              </a:lnSpc>
              <a:spcBef>
                <a:spcPts val="1600"/>
              </a:spcBef>
              <a:spcAft>
                <a:spcPts val="1600"/>
              </a:spcAft>
              <a:buSzPts val="1400"/>
              <a:buNone/>
              <a:defRPr sz="1600"/>
            </a:lvl9pPr>
          </a:lstStyle>
          <a:p/>
        </p:txBody>
      </p:sp>
      <p:sp>
        <p:nvSpPr>
          <p:cNvPr id="54" name="Google Shape;54;p97"/>
          <p:cNvSpPr txBox="1"/>
          <p:nvPr>
            <p:ph idx="3" type="subTitle"/>
          </p:nvPr>
        </p:nvSpPr>
        <p:spPr>
          <a:xfrm>
            <a:off x="5581371" y="1722821"/>
            <a:ext cx="25344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sz="1800">
                <a:solidFill>
                  <a:schemeClr val="accent1"/>
                </a:solidFill>
              </a:defRPr>
            </a:lvl2pPr>
            <a:lvl3pPr lvl="2" algn="ctr">
              <a:lnSpc>
                <a:spcPct val="115000"/>
              </a:lnSpc>
              <a:spcBef>
                <a:spcPts val="1600"/>
              </a:spcBef>
              <a:spcAft>
                <a:spcPts val="0"/>
              </a:spcAft>
              <a:buSzPts val="1400"/>
              <a:buNone/>
              <a:defRPr sz="1800">
                <a:solidFill>
                  <a:schemeClr val="accent1"/>
                </a:solidFill>
              </a:defRPr>
            </a:lvl3pPr>
            <a:lvl4pPr lvl="3" algn="ctr">
              <a:lnSpc>
                <a:spcPct val="115000"/>
              </a:lnSpc>
              <a:spcBef>
                <a:spcPts val="1600"/>
              </a:spcBef>
              <a:spcAft>
                <a:spcPts val="0"/>
              </a:spcAft>
              <a:buSzPts val="1400"/>
              <a:buNone/>
              <a:defRPr sz="1800">
                <a:solidFill>
                  <a:schemeClr val="accent1"/>
                </a:solidFill>
              </a:defRPr>
            </a:lvl4pPr>
            <a:lvl5pPr lvl="4" algn="ctr">
              <a:lnSpc>
                <a:spcPct val="115000"/>
              </a:lnSpc>
              <a:spcBef>
                <a:spcPts val="1600"/>
              </a:spcBef>
              <a:spcAft>
                <a:spcPts val="0"/>
              </a:spcAft>
              <a:buSzPts val="1400"/>
              <a:buNone/>
              <a:defRPr sz="1800">
                <a:solidFill>
                  <a:schemeClr val="accent1"/>
                </a:solidFill>
              </a:defRPr>
            </a:lvl5pPr>
            <a:lvl6pPr lvl="5" algn="ctr">
              <a:lnSpc>
                <a:spcPct val="115000"/>
              </a:lnSpc>
              <a:spcBef>
                <a:spcPts val="1600"/>
              </a:spcBef>
              <a:spcAft>
                <a:spcPts val="0"/>
              </a:spcAft>
              <a:buSzPts val="1400"/>
              <a:buNone/>
              <a:defRPr sz="1800">
                <a:solidFill>
                  <a:schemeClr val="accent1"/>
                </a:solidFill>
              </a:defRPr>
            </a:lvl6pPr>
            <a:lvl7pPr lvl="6" algn="ctr">
              <a:lnSpc>
                <a:spcPct val="115000"/>
              </a:lnSpc>
              <a:spcBef>
                <a:spcPts val="1600"/>
              </a:spcBef>
              <a:spcAft>
                <a:spcPts val="0"/>
              </a:spcAft>
              <a:buSzPts val="1400"/>
              <a:buNone/>
              <a:defRPr sz="1800">
                <a:solidFill>
                  <a:schemeClr val="accent1"/>
                </a:solidFill>
              </a:defRPr>
            </a:lvl7pPr>
            <a:lvl8pPr lvl="7" algn="ctr">
              <a:lnSpc>
                <a:spcPct val="115000"/>
              </a:lnSpc>
              <a:spcBef>
                <a:spcPts val="1600"/>
              </a:spcBef>
              <a:spcAft>
                <a:spcPts val="0"/>
              </a:spcAft>
              <a:buSzPts val="1400"/>
              <a:buNone/>
              <a:defRPr sz="1800">
                <a:solidFill>
                  <a:schemeClr val="accent1"/>
                </a:solidFill>
              </a:defRPr>
            </a:lvl8pPr>
            <a:lvl9pPr lvl="8" algn="ctr">
              <a:lnSpc>
                <a:spcPct val="115000"/>
              </a:lnSpc>
              <a:spcBef>
                <a:spcPts val="1600"/>
              </a:spcBef>
              <a:spcAft>
                <a:spcPts val="1600"/>
              </a:spcAft>
              <a:buSzPts val="1400"/>
              <a:buNone/>
              <a:defRPr sz="1800">
                <a:solidFill>
                  <a:schemeClr val="accent1"/>
                </a:solidFill>
              </a:defRPr>
            </a:lvl9pPr>
          </a:lstStyle>
          <a:p/>
        </p:txBody>
      </p:sp>
      <p:sp>
        <p:nvSpPr>
          <p:cNvPr id="55" name="Google Shape;55;p97"/>
          <p:cNvSpPr txBox="1"/>
          <p:nvPr>
            <p:ph idx="4" type="subTitle"/>
          </p:nvPr>
        </p:nvSpPr>
        <p:spPr>
          <a:xfrm>
            <a:off x="5581371" y="2060193"/>
            <a:ext cx="2534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1600"/>
              </a:spcBef>
              <a:spcAft>
                <a:spcPts val="0"/>
              </a:spcAft>
              <a:buSzPts val="1400"/>
              <a:buNone/>
              <a:defRPr sz="1600"/>
            </a:lvl2pPr>
            <a:lvl3pPr lvl="2" algn="ctr">
              <a:lnSpc>
                <a:spcPct val="115000"/>
              </a:lnSpc>
              <a:spcBef>
                <a:spcPts val="1600"/>
              </a:spcBef>
              <a:spcAft>
                <a:spcPts val="0"/>
              </a:spcAft>
              <a:buSzPts val="1400"/>
              <a:buNone/>
              <a:defRPr sz="1600"/>
            </a:lvl3pPr>
            <a:lvl4pPr lvl="3" algn="ctr">
              <a:lnSpc>
                <a:spcPct val="115000"/>
              </a:lnSpc>
              <a:spcBef>
                <a:spcPts val="1600"/>
              </a:spcBef>
              <a:spcAft>
                <a:spcPts val="0"/>
              </a:spcAft>
              <a:buSzPts val="1400"/>
              <a:buNone/>
              <a:defRPr sz="1600"/>
            </a:lvl4pPr>
            <a:lvl5pPr lvl="4" algn="ctr">
              <a:lnSpc>
                <a:spcPct val="115000"/>
              </a:lnSpc>
              <a:spcBef>
                <a:spcPts val="1600"/>
              </a:spcBef>
              <a:spcAft>
                <a:spcPts val="0"/>
              </a:spcAft>
              <a:buSzPts val="1400"/>
              <a:buNone/>
              <a:defRPr sz="1600"/>
            </a:lvl5pPr>
            <a:lvl6pPr lvl="5" algn="ctr">
              <a:lnSpc>
                <a:spcPct val="115000"/>
              </a:lnSpc>
              <a:spcBef>
                <a:spcPts val="1600"/>
              </a:spcBef>
              <a:spcAft>
                <a:spcPts val="0"/>
              </a:spcAft>
              <a:buSzPts val="1400"/>
              <a:buNone/>
              <a:defRPr sz="1600"/>
            </a:lvl6pPr>
            <a:lvl7pPr lvl="6" algn="ctr">
              <a:lnSpc>
                <a:spcPct val="115000"/>
              </a:lnSpc>
              <a:spcBef>
                <a:spcPts val="1600"/>
              </a:spcBef>
              <a:spcAft>
                <a:spcPts val="0"/>
              </a:spcAft>
              <a:buSzPts val="1400"/>
              <a:buNone/>
              <a:defRPr sz="1600"/>
            </a:lvl7pPr>
            <a:lvl8pPr lvl="7" algn="ctr">
              <a:lnSpc>
                <a:spcPct val="115000"/>
              </a:lnSpc>
              <a:spcBef>
                <a:spcPts val="1600"/>
              </a:spcBef>
              <a:spcAft>
                <a:spcPts val="0"/>
              </a:spcAft>
              <a:buSzPts val="1400"/>
              <a:buNone/>
              <a:defRPr sz="1600"/>
            </a:lvl8pPr>
            <a:lvl9pPr lvl="8" algn="ctr">
              <a:lnSpc>
                <a:spcPct val="115000"/>
              </a:lnSpc>
              <a:spcBef>
                <a:spcPts val="1600"/>
              </a:spcBef>
              <a:spcAft>
                <a:spcPts val="1600"/>
              </a:spcAft>
              <a:buSzPts val="1400"/>
              <a:buNone/>
              <a:defRPr sz="1600"/>
            </a:lvl9pPr>
          </a:lstStyle>
          <a:p/>
        </p:txBody>
      </p:sp>
      <p:sp>
        <p:nvSpPr>
          <p:cNvPr id="56" name="Google Shape;56;p97"/>
          <p:cNvSpPr txBox="1"/>
          <p:nvPr>
            <p:ph idx="5" type="subTitle"/>
          </p:nvPr>
        </p:nvSpPr>
        <p:spPr>
          <a:xfrm>
            <a:off x="2953721" y="3329325"/>
            <a:ext cx="25344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sz="1800">
                <a:solidFill>
                  <a:schemeClr val="accent1"/>
                </a:solidFill>
              </a:defRPr>
            </a:lvl2pPr>
            <a:lvl3pPr lvl="2" algn="ctr">
              <a:lnSpc>
                <a:spcPct val="115000"/>
              </a:lnSpc>
              <a:spcBef>
                <a:spcPts val="1600"/>
              </a:spcBef>
              <a:spcAft>
                <a:spcPts val="0"/>
              </a:spcAft>
              <a:buSzPts val="1400"/>
              <a:buNone/>
              <a:defRPr sz="1800">
                <a:solidFill>
                  <a:schemeClr val="accent1"/>
                </a:solidFill>
              </a:defRPr>
            </a:lvl3pPr>
            <a:lvl4pPr lvl="3" algn="ctr">
              <a:lnSpc>
                <a:spcPct val="115000"/>
              </a:lnSpc>
              <a:spcBef>
                <a:spcPts val="1600"/>
              </a:spcBef>
              <a:spcAft>
                <a:spcPts val="0"/>
              </a:spcAft>
              <a:buSzPts val="1400"/>
              <a:buNone/>
              <a:defRPr sz="1800">
                <a:solidFill>
                  <a:schemeClr val="accent1"/>
                </a:solidFill>
              </a:defRPr>
            </a:lvl4pPr>
            <a:lvl5pPr lvl="4" algn="ctr">
              <a:lnSpc>
                <a:spcPct val="115000"/>
              </a:lnSpc>
              <a:spcBef>
                <a:spcPts val="1600"/>
              </a:spcBef>
              <a:spcAft>
                <a:spcPts val="0"/>
              </a:spcAft>
              <a:buSzPts val="1400"/>
              <a:buNone/>
              <a:defRPr sz="1800">
                <a:solidFill>
                  <a:schemeClr val="accent1"/>
                </a:solidFill>
              </a:defRPr>
            </a:lvl5pPr>
            <a:lvl6pPr lvl="5" algn="ctr">
              <a:lnSpc>
                <a:spcPct val="115000"/>
              </a:lnSpc>
              <a:spcBef>
                <a:spcPts val="1600"/>
              </a:spcBef>
              <a:spcAft>
                <a:spcPts val="0"/>
              </a:spcAft>
              <a:buSzPts val="1400"/>
              <a:buNone/>
              <a:defRPr sz="1800">
                <a:solidFill>
                  <a:schemeClr val="accent1"/>
                </a:solidFill>
              </a:defRPr>
            </a:lvl6pPr>
            <a:lvl7pPr lvl="6" algn="ctr">
              <a:lnSpc>
                <a:spcPct val="115000"/>
              </a:lnSpc>
              <a:spcBef>
                <a:spcPts val="1600"/>
              </a:spcBef>
              <a:spcAft>
                <a:spcPts val="0"/>
              </a:spcAft>
              <a:buSzPts val="1400"/>
              <a:buNone/>
              <a:defRPr sz="1800">
                <a:solidFill>
                  <a:schemeClr val="accent1"/>
                </a:solidFill>
              </a:defRPr>
            </a:lvl7pPr>
            <a:lvl8pPr lvl="7" algn="ctr">
              <a:lnSpc>
                <a:spcPct val="115000"/>
              </a:lnSpc>
              <a:spcBef>
                <a:spcPts val="1600"/>
              </a:spcBef>
              <a:spcAft>
                <a:spcPts val="0"/>
              </a:spcAft>
              <a:buSzPts val="1400"/>
              <a:buNone/>
              <a:defRPr sz="1800">
                <a:solidFill>
                  <a:schemeClr val="accent1"/>
                </a:solidFill>
              </a:defRPr>
            </a:lvl8pPr>
            <a:lvl9pPr lvl="8" algn="ctr">
              <a:lnSpc>
                <a:spcPct val="115000"/>
              </a:lnSpc>
              <a:spcBef>
                <a:spcPts val="1600"/>
              </a:spcBef>
              <a:spcAft>
                <a:spcPts val="1600"/>
              </a:spcAft>
              <a:buSzPts val="1400"/>
              <a:buNone/>
              <a:defRPr sz="1800">
                <a:solidFill>
                  <a:schemeClr val="accent1"/>
                </a:solidFill>
              </a:defRPr>
            </a:lvl9pPr>
          </a:lstStyle>
          <a:p/>
        </p:txBody>
      </p:sp>
      <p:sp>
        <p:nvSpPr>
          <p:cNvPr id="57" name="Google Shape;57;p97"/>
          <p:cNvSpPr txBox="1"/>
          <p:nvPr>
            <p:ph idx="6" type="subTitle"/>
          </p:nvPr>
        </p:nvSpPr>
        <p:spPr>
          <a:xfrm>
            <a:off x="2953721" y="3666948"/>
            <a:ext cx="2534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1600"/>
              </a:spcBef>
              <a:spcAft>
                <a:spcPts val="0"/>
              </a:spcAft>
              <a:buSzPts val="1400"/>
              <a:buNone/>
              <a:defRPr sz="1600"/>
            </a:lvl2pPr>
            <a:lvl3pPr lvl="2" algn="ctr">
              <a:lnSpc>
                <a:spcPct val="115000"/>
              </a:lnSpc>
              <a:spcBef>
                <a:spcPts val="1600"/>
              </a:spcBef>
              <a:spcAft>
                <a:spcPts val="0"/>
              </a:spcAft>
              <a:buSzPts val="1400"/>
              <a:buNone/>
              <a:defRPr sz="1600"/>
            </a:lvl3pPr>
            <a:lvl4pPr lvl="3" algn="ctr">
              <a:lnSpc>
                <a:spcPct val="115000"/>
              </a:lnSpc>
              <a:spcBef>
                <a:spcPts val="1600"/>
              </a:spcBef>
              <a:spcAft>
                <a:spcPts val="0"/>
              </a:spcAft>
              <a:buSzPts val="1400"/>
              <a:buNone/>
              <a:defRPr sz="1600"/>
            </a:lvl4pPr>
            <a:lvl5pPr lvl="4" algn="ctr">
              <a:lnSpc>
                <a:spcPct val="115000"/>
              </a:lnSpc>
              <a:spcBef>
                <a:spcPts val="1600"/>
              </a:spcBef>
              <a:spcAft>
                <a:spcPts val="0"/>
              </a:spcAft>
              <a:buSzPts val="1400"/>
              <a:buNone/>
              <a:defRPr sz="1600"/>
            </a:lvl5pPr>
            <a:lvl6pPr lvl="5" algn="ctr">
              <a:lnSpc>
                <a:spcPct val="115000"/>
              </a:lnSpc>
              <a:spcBef>
                <a:spcPts val="1600"/>
              </a:spcBef>
              <a:spcAft>
                <a:spcPts val="0"/>
              </a:spcAft>
              <a:buSzPts val="1400"/>
              <a:buNone/>
              <a:defRPr sz="1600"/>
            </a:lvl6pPr>
            <a:lvl7pPr lvl="6" algn="ctr">
              <a:lnSpc>
                <a:spcPct val="115000"/>
              </a:lnSpc>
              <a:spcBef>
                <a:spcPts val="1600"/>
              </a:spcBef>
              <a:spcAft>
                <a:spcPts val="0"/>
              </a:spcAft>
              <a:buSzPts val="1400"/>
              <a:buNone/>
              <a:defRPr sz="1600"/>
            </a:lvl7pPr>
            <a:lvl8pPr lvl="7" algn="ctr">
              <a:lnSpc>
                <a:spcPct val="115000"/>
              </a:lnSpc>
              <a:spcBef>
                <a:spcPts val="1600"/>
              </a:spcBef>
              <a:spcAft>
                <a:spcPts val="0"/>
              </a:spcAft>
              <a:buSzPts val="1400"/>
              <a:buNone/>
              <a:defRPr sz="1600"/>
            </a:lvl8pPr>
            <a:lvl9pPr lvl="8" algn="ctr">
              <a:lnSpc>
                <a:spcPct val="115000"/>
              </a:lnSpc>
              <a:spcBef>
                <a:spcPts val="1600"/>
              </a:spcBef>
              <a:spcAft>
                <a:spcPts val="1600"/>
              </a:spcAft>
              <a:buSzPts val="1400"/>
              <a:buNone/>
              <a:defRPr sz="1600"/>
            </a:lvl9pPr>
          </a:lstStyle>
          <a:p/>
        </p:txBody>
      </p:sp>
      <p:sp>
        <p:nvSpPr>
          <p:cNvPr id="58" name="Google Shape;58;p97"/>
          <p:cNvSpPr txBox="1"/>
          <p:nvPr>
            <p:ph idx="7" type="title"/>
          </p:nvPr>
        </p:nvSpPr>
        <p:spPr>
          <a:xfrm>
            <a:off x="3938324" y="1171373"/>
            <a:ext cx="5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9" name="Google Shape;59;p97"/>
          <p:cNvSpPr txBox="1"/>
          <p:nvPr>
            <p:ph idx="8" type="title"/>
          </p:nvPr>
        </p:nvSpPr>
        <p:spPr>
          <a:xfrm>
            <a:off x="6548133" y="1171375"/>
            <a:ext cx="6009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 name="Google Shape;60;p97"/>
          <p:cNvSpPr txBox="1"/>
          <p:nvPr>
            <p:ph idx="9" type="title"/>
          </p:nvPr>
        </p:nvSpPr>
        <p:spPr>
          <a:xfrm>
            <a:off x="3896924" y="2817920"/>
            <a:ext cx="648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 name="Google Shape;61;p97"/>
          <p:cNvSpPr txBox="1"/>
          <p:nvPr>
            <p:ph idx="13" type="subTitle"/>
          </p:nvPr>
        </p:nvSpPr>
        <p:spPr>
          <a:xfrm>
            <a:off x="5581381" y="3329325"/>
            <a:ext cx="25344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sz="1800">
                <a:solidFill>
                  <a:schemeClr val="accent1"/>
                </a:solidFill>
              </a:defRPr>
            </a:lvl2pPr>
            <a:lvl3pPr lvl="2" algn="ctr">
              <a:lnSpc>
                <a:spcPct val="115000"/>
              </a:lnSpc>
              <a:spcBef>
                <a:spcPts val="1600"/>
              </a:spcBef>
              <a:spcAft>
                <a:spcPts val="0"/>
              </a:spcAft>
              <a:buSzPts val="1400"/>
              <a:buNone/>
              <a:defRPr sz="1800">
                <a:solidFill>
                  <a:schemeClr val="accent1"/>
                </a:solidFill>
              </a:defRPr>
            </a:lvl3pPr>
            <a:lvl4pPr lvl="3" algn="ctr">
              <a:lnSpc>
                <a:spcPct val="115000"/>
              </a:lnSpc>
              <a:spcBef>
                <a:spcPts val="1600"/>
              </a:spcBef>
              <a:spcAft>
                <a:spcPts val="0"/>
              </a:spcAft>
              <a:buSzPts val="1400"/>
              <a:buNone/>
              <a:defRPr sz="1800">
                <a:solidFill>
                  <a:schemeClr val="accent1"/>
                </a:solidFill>
              </a:defRPr>
            </a:lvl4pPr>
            <a:lvl5pPr lvl="4" algn="ctr">
              <a:lnSpc>
                <a:spcPct val="115000"/>
              </a:lnSpc>
              <a:spcBef>
                <a:spcPts val="1600"/>
              </a:spcBef>
              <a:spcAft>
                <a:spcPts val="0"/>
              </a:spcAft>
              <a:buSzPts val="1400"/>
              <a:buNone/>
              <a:defRPr sz="1800">
                <a:solidFill>
                  <a:schemeClr val="accent1"/>
                </a:solidFill>
              </a:defRPr>
            </a:lvl5pPr>
            <a:lvl6pPr lvl="5" algn="ctr">
              <a:lnSpc>
                <a:spcPct val="115000"/>
              </a:lnSpc>
              <a:spcBef>
                <a:spcPts val="1600"/>
              </a:spcBef>
              <a:spcAft>
                <a:spcPts val="0"/>
              </a:spcAft>
              <a:buSzPts val="1400"/>
              <a:buNone/>
              <a:defRPr sz="1800">
                <a:solidFill>
                  <a:schemeClr val="accent1"/>
                </a:solidFill>
              </a:defRPr>
            </a:lvl6pPr>
            <a:lvl7pPr lvl="6" algn="ctr">
              <a:lnSpc>
                <a:spcPct val="115000"/>
              </a:lnSpc>
              <a:spcBef>
                <a:spcPts val="1600"/>
              </a:spcBef>
              <a:spcAft>
                <a:spcPts val="0"/>
              </a:spcAft>
              <a:buSzPts val="1400"/>
              <a:buNone/>
              <a:defRPr sz="1800">
                <a:solidFill>
                  <a:schemeClr val="accent1"/>
                </a:solidFill>
              </a:defRPr>
            </a:lvl7pPr>
            <a:lvl8pPr lvl="7" algn="ctr">
              <a:lnSpc>
                <a:spcPct val="115000"/>
              </a:lnSpc>
              <a:spcBef>
                <a:spcPts val="1600"/>
              </a:spcBef>
              <a:spcAft>
                <a:spcPts val="0"/>
              </a:spcAft>
              <a:buSzPts val="1400"/>
              <a:buNone/>
              <a:defRPr sz="1800">
                <a:solidFill>
                  <a:schemeClr val="accent1"/>
                </a:solidFill>
              </a:defRPr>
            </a:lvl8pPr>
            <a:lvl9pPr lvl="8" algn="ctr">
              <a:lnSpc>
                <a:spcPct val="115000"/>
              </a:lnSpc>
              <a:spcBef>
                <a:spcPts val="1600"/>
              </a:spcBef>
              <a:spcAft>
                <a:spcPts val="1600"/>
              </a:spcAft>
              <a:buSzPts val="1400"/>
              <a:buNone/>
              <a:defRPr sz="1800">
                <a:solidFill>
                  <a:schemeClr val="accent1"/>
                </a:solidFill>
              </a:defRPr>
            </a:lvl9pPr>
          </a:lstStyle>
          <a:p/>
        </p:txBody>
      </p:sp>
      <p:sp>
        <p:nvSpPr>
          <p:cNvPr id="62" name="Google Shape;62;p97"/>
          <p:cNvSpPr txBox="1"/>
          <p:nvPr>
            <p:ph idx="14" type="subTitle"/>
          </p:nvPr>
        </p:nvSpPr>
        <p:spPr>
          <a:xfrm>
            <a:off x="5581381" y="3666948"/>
            <a:ext cx="2534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1600"/>
              </a:spcBef>
              <a:spcAft>
                <a:spcPts val="0"/>
              </a:spcAft>
              <a:buSzPts val="1400"/>
              <a:buNone/>
              <a:defRPr sz="1600"/>
            </a:lvl2pPr>
            <a:lvl3pPr lvl="2" algn="ctr">
              <a:lnSpc>
                <a:spcPct val="115000"/>
              </a:lnSpc>
              <a:spcBef>
                <a:spcPts val="1600"/>
              </a:spcBef>
              <a:spcAft>
                <a:spcPts val="0"/>
              </a:spcAft>
              <a:buSzPts val="1400"/>
              <a:buNone/>
              <a:defRPr sz="1600"/>
            </a:lvl3pPr>
            <a:lvl4pPr lvl="3" algn="ctr">
              <a:lnSpc>
                <a:spcPct val="115000"/>
              </a:lnSpc>
              <a:spcBef>
                <a:spcPts val="1600"/>
              </a:spcBef>
              <a:spcAft>
                <a:spcPts val="0"/>
              </a:spcAft>
              <a:buSzPts val="1400"/>
              <a:buNone/>
              <a:defRPr sz="1600"/>
            </a:lvl4pPr>
            <a:lvl5pPr lvl="4" algn="ctr">
              <a:lnSpc>
                <a:spcPct val="115000"/>
              </a:lnSpc>
              <a:spcBef>
                <a:spcPts val="1600"/>
              </a:spcBef>
              <a:spcAft>
                <a:spcPts val="0"/>
              </a:spcAft>
              <a:buSzPts val="1400"/>
              <a:buNone/>
              <a:defRPr sz="1600"/>
            </a:lvl5pPr>
            <a:lvl6pPr lvl="5" algn="ctr">
              <a:lnSpc>
                <a:spcPct val="115000"/>
              </a:lnSpc>
              <a:spcBef>
                <a:spcPts val="1600"/>
              </a:spcBef>
              <a:spcAft>
                <a:spcPts val="0"/>
              </a:spcAft>
              <a:buSzPts val="1400"/>
              <a:buNone/>
              <a:defRPr sz="1600"/>
            </a:lvl6pPr>
            <a:lvl7pPr lvl="6" algn="ctr">
              <a:lnSpc>
                <a:spcPct val="115000"/>
              </a:lnSpc>
              <a:spcBef>
                <a:spcPts val="1600"/>
              </a:spcBef>
              <a:spcAft>
                <a:spcPts val="0"/>
              </a:spcAft>
              <a:buSzPts val="1400"/>
              <a:buNone/>
              <a:defRPr sz="1600"/>
            </a:lvl7pPr>
            <a:lvl8pPr lvl="7" algn="ctr">
              <a:lnSpc>
                <a:spcPct val="115000"/>
              </a:lnSpc>
              <a:spcBef>
                <a:spcPts val="1600"/>
              </a:spcBef>
              <a:spcAft>
                <a:spcPts val="0"/>
              </a:spcAft>
              <a:buSzPts val="1400"/>
              <a:buNone/>
              <a:defRPr sz="1600"/>
            </a:lvl8pPr>
            <a:lvl9pPr lvl="8" algn="ctr">
              <a:lnSpc>
                <a:spcPct val="115000"/>
              </a:lnSpc>
              <a:spcBef>
                <a:spcPts val="1600"/>
              </a:spcBef>
              <a:spcAft>
                <a:spcPts val="1600"/>
              </a:spcAft>
              <a:buSzPts val="1400"/>
              <a:buNone/>
              <a:defRPr sz="1600"/>
            </a:lvl9pPr>
          </a:lstStyle>
          <a:p/>
        </p:txBody>
      </p:sp>
      <p:sp>
        <p:nvSpPr>
          <p:cNvPr id="63" name="Google Shape;63;p97"/>
          <p:cNvSpPr txBox="1"/>
          <p:nvPr>
            <p:ph idx="15" type="title"/>
          </p:nvPr>
        </p:nvSpPr>
        <p:spPr>
          <a:xfrm>
            <a:off x="6524583" y="2817920"/>
            <a:ext cx="648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4" name="Google Shape;64;p97"/>
          <p:cNvSpPr/>
          <p:nvPr/>
        </p:nvSpPr>
        <p:spPr>
          <a:xfrm rot="-5400000">
            <a:off x="7971955" y="429719"/>
            <a:ext cx="1736626" cy="639237"/>
          </a:xfrm>
          <a:custGeom>
            <a:rect b="b" l="l" r="r" t="t"/>
            <a:pathLst>
              <a:path extrusionOk="0" h="11632" w="13756">
                <a:moveTo>
                  <a:pt x="8819" y="0"/>
                </a:moveTo>
                <a:cubicBezTo>
                  <a:pt x="6385" y="0"/>
                  <a:pt x="3951" y="157"/>
                  <a:pt x="1536" y="457"/>
                </a:cubicBezTo>
                <a:cubicBezTo>
                  <a:pt x="1302" y="457"/>
                  <a:pt x="1088" y="606"/>
                  <a:pt x="1024" y="820"/>
                </a:cubicBezTo>
                <a:cubicBezTo>
                  <a:pt x="896" y="1075"/>
                  <a:pt x="811" y="1353"/>
                  <a:pt x="768" y="1651"/>
                </a:cubicBezTo>
                <a:cubicBezTo>
                  <a:pt x="598" y="2632"/>
                  <a:pt x="470" y="3635"/>
                  <a:pt x="385" y="4637"/>
                </a:cubicBezTo>
                <a:cubicBezTo>
                  <a:pt x="257" y="6108"/>
                  <a:pt x="193" y="7580"/>
                  <a:pt x="107" y="9051"/>
                </a:cubicBezTo>
                <a:cubicBezTo>
                  <a:pt x="65" y="9904"/>
                  <a:pt x="22" y="10757"/>
                  <a:pt x="1" y="11632"/>
                </a:cubicBezTo>
                <a:lnTo>
                  <a:pt x="385" y="11632"/>
                </a:lnTo>
                <a:cubicBezTo>
                  <a:pt x="470" y="10054"/>
                  <a:pt x="555" y="8476"/>
                  <a:pt x="662" y="6897"/>
                </a:cubicBezTo>
                <a:cubicBezTo>
                  <a:pt x="747" y="5639"/>
                  <a:pt x="854" y="4381"/>
                  <a:pt x="1024" y="3123"/>
                </a:cubicBezTo>
                <a:cubicBezTo>
                  <a:pt x="1067" y="2419"/>
                  <a:pt x="1216" y="1715"/>
                  <a:pt x="1430" y="1054"/>
                </a:cubicBezTo>
                <a:cubicBezTo>
                  <a:pt x="1430" y="1054"/>
                  <a:pt x="1451" y="990"/>
                  <a:pt x="1472" y="948"/>
                </a:cubicBezTo>
                <a:cubicBezTo>
                  <a:pt x="1472" y="926"/>
                  <a:pt x="1494" y="926"/>
                  <a:pt x="1494" y="905"/>
                </a:cubicBezTo>
                <a:cubicBezTo>
                  <a:pt x="1622" y="905"/>
                  <a:pt x="1749" y="884"/>
                  <a:pt x="1877" y="862"/>
                </a:cubicBezTo>
                <a:cubicBezTo>
                  <a:pt x="3647" y="649"/>
                  <a:pt x="5439" y="521"/>
                  <a:pt x="7230" y="478"/>
                </a:cubicBezTo>
                <a:cubicBezTo>
                  <a:pt x="7693" y="467"/>
                  <a:pt x="8157" y="462"/>
                  <a:pt x="8622" y="462"/>
                </a:cubicBezTo>
                <a:cubicBezTo>
                  <a:pt x="9957" y="462"/>
                  <a:pt x="11297" y="506"/>
                  <a:pt x="12626" y="585"/>
                </a:cubicBezTo>
                <a:cubicBezTo>
                  <a:pt x="12677" y="585"/>
                  <a:pt x="12762" y="578"/>
                  <a:pt x="12853" y="578"/>
                </a:cubicBezTo>
                <a:cubicBezTo>
                  <a:pt x="12989" y="578"/>
                  <a:pt x="13138" y="593"/>
                  <a:pt x="13202" y="670"/>
                </a:cubicBezTo>
                <a:cubicBezTo>
                  <a:pt x="13287" y="798"/>
                  <a:pt x="13244" y="1118"/>
                  <a:pt x="13244" y="1267"/>
                </a:cubicBezTo>
                <a:cubicBezTo>
                  <a:pt x="13244" y="1737"/>
                  <a:pt x="13244" y="2184"/>
                  <a:pt x="13266" y="2654"/>
                </a:cubicBezTo>
                <a:cubicBezTo>
                  <a:pt x="13266" y="3549"/>
                  <a:pt x="13287" y="4466"/>
                  <a:pt x="13287" y="5362"/>
                </a:cubicBezTo>
                <a:cubicBezTo>
                  <a:pt x="13287" y="7452"/>
                  <a:pt x="13266" y="9542"/>
                  <a:pt x="13244" y="11632"/>
                </a:cubicBezTo>
                <a:lnTo>
                  <a:pt x="13692" y="11632"/>
                </a:lnTo>
                <a:cubicBezTo>
                  <a:pt x="13692" y="10971"/>
                  <a:pt x="13713" y="10310"/>
                  <a:pt x="13713" y="9649"/>
                </a:cubicBezTo>
                <a:cubicBezTo>
                  <a:pt x="13735" y="7815"/>
                  <a:pt x="13735" y="5959"/>
                  <a:pt x="13713" y="4125"/>
                </a:cubicBezTo>
                <a:cubicBezTo>
                  <a:pt x="13713" y="3208"/>
                  <a:pt x="13713" y="2291"/>
                  <a:pt x="13692" y="1374"/>
                </a:cubicBezTo>
                <a:cubicBezTo>
                  <a:pt x="13692" y="1033"/>
                  <a:pt x="13756" y="564"/>
                  <a:pt x="13479" y="329"/>
                </a:cubicBezTo>
                <a:cubicBezTo>
                  <a:pt x="13223" y="94"/>
                  <a:pt x="12754" y="137"/>
                  <a:pt x="12412" y="116"/>
                </a:cubicBezTo>
                <a:cubicBezTo>
                  <a:pt x="11216" y="38"/>
                  <a:pt x="10018" y="0"/>
                  <a:pt x="88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7"/>
          <p:cNvSpPr/>
          <p:nvPr/>
        </p:nvSpPr>
        <p:spPr>
          <a:xfrm>
            <a:off x="8671875" y="393225"/>
            <a:ext cx="64500" cy="645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7"/>
          <p:cNvSpPr/>
          <p:nvPr/>
        </p:nvSpPr>
        <p:spPr>
          <a:xfrm>
            <a:off x="8671875" y="630150"/>
            <a:ext cx="64500" cy="645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97"/>
          <p:cNvSpPr/>
          <p:nvPr/>
        </p:nvSpPr>
        <p:spPr>
          <a:xfrm>
            <a:off x="8671875" y="864225"/>
            <a:ext cx="64500" cy="645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97"/>
          <p:cNvSpPr/>
          <p:nvPr/>
        </p:nvSpPr>
        <p:spPr>
          <a:xfrm>
            <a:off x="8671875" y="1098300"/>
            <a:ext cx="64500" cy="645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97"/>
          <p:cNvSpPr/>
          <p:nvPr/>
        </p:nvSpPr>
        <p:spPr>
          <a:xfrm flipH="1" rot="5400000">
            <a:off x="8363604" y="4192079"/>
            <a:ext cx="1193544" cy="398998"/>
          </a:xfrm>
          <a:custGeom>
            <a:rect b="b" l="l" r="r" t="t"/>
            <a:pathLst>
              <a:path extrusionOk="0" h="6595" w="19728">
                <a:moveTo>
                  <a:pt x="214" y="0"/>
                </a:moveTo>
                <a:cubicBezTo>
                  <a:pt x="107" y="1408"/>
                  <a:pt x="43" y="2410"/>
                  <a:pt x="43" y="2687"/>
                </a:cubicBezTo>
                <a:cubicBezTo>
                  <a:pt x="1" y="3092"/>
                  <a:pt x="65" y="3519"/>
                  <a:pt x="235" y="3903"/>
                </a:cubicBezTo>
                <a:cubicBezTo>
                  <a:pt x="534" y="4415"/>
                  <a:pt x="1174" y="4628"/>
                  <a:pt x="1750" y="4756"/>
                </a:cubicBezTo>
                <a:cubicBezTo>
                  <a:pt x="2453" y="4948"/>
                  <a:pt x="3136" y="5097"/>
                  <a:pt x="3839" y="5246"/>
                </a:cubicBezTo>
                <a:cubicBezTo>
                  <a:pt x="6569" y="5822"/>
                  <a:pt x="9342" y="6227"/>
                  <a:pt x="12114" y="6547"/>
                </a:cubicBezTo>
                <a:cubicBezTo>
                  <a:pt x="12392" y="6579"/>
                  <a:pt x="12661" y="6595"/>
                  <a:pt x="12922" y="6595"/>
                </a:cubicBezTo>
                <a:cubicBezTo>
                  <a:pt x="16666" y="6595"/>
                  <a:pt x="18691" y="3409"/>
                  <a:pt x="1972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9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1" name="Shape 71"/>
        <p:cNvGrpSpPr/>
        <p:nvPr/>
      </p:nvGrpSpPr>
      <p:grpSpPr>
        <a:xfrm>
          <a:off x="0" y="0"/>
          <a:ext cx="0" cy="0"/>
          <a:chOff x="0" y="0"/>
          <a:chExt cx="0" cy="0"/>
        </a:xfrm>
      </p:grpSpPr>
      <p:sp>
        <p:nvSpPr>
          <p:cNvPr id="72" name="Google Shape;72;p9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99"/>
          <p:cNvSpPr txBox="1"/>
          <p:nvPr>
            <p:ph type="title"/>
          </p:nvPr>
        </p:nvSpPr>
        <p:spPr>
          <a:xfrm>
            <a:off x="2803650" y="2150850"/>
            <a:ext cx="35367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72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5" name="Google Shape;75;p99"/>
          <p:cNvSpPr txBox="1"/>
          <p:nvPr>
            <p:ph idx="2" type="title"/>
          </p:nvPr>
        </p:nvSpPr>
        <p:spPr>
          <a:xfrm>
            <a:off x="3981750" y="1137150"/>
            <a:ext cx="1180500" cy="1013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6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76" name="Google Shape;76;p99"/>
          <p:cNvSpPr txBox="1"/>
          <p:nvPr>
            <p:ph idx="1" type="subTitle"/>
          </p:nvPr>
        </p:nvSpPr>
        <p:spPr>
          <a:xfrm>
            <a:off x="2803600" y="3154425"/>
            <a:ext cx="3536700" cy="731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15000"/>
              </a:lnSpc>
              <a:spcBef>
                <a:spcPts val="1600"/>
              </a:spcBef>
              <a:spcAft>
                <a:spcPts val="0"/>
              </a:spcAft>
              <a:buSzPts val="1400"/>
              <a:buNone/>
              <a:defRPr/>
            </a:lvl2pPr>
            <a:lvl3pPr lvl="2" algn="ctr">
              <a:lnSpc>
                <a:spcPct val="115000"/>
              </a:lnSpc>
              <a:spcBef>
                <a:spcPts val="1600"/>
              </a:spcBef>
              <a:spcAft>
                <a:spcPts val="0"/>
              </a:spcAft>
              <a:buSzPts val="1400"/>
              <a:buNone/>
              <a:defRPr/>
            </a:lvl3pPr>
            <a:lvl4pPr lvl="3" algn="ctr">
              <a:lnSpc>
                <a:spcPct val="115000"/>
              </a:lnSpc>
              <a:spcBef>
                <a:spcPts val="1600"/>
              </a:spcBef>
              <a:spcAft>
                <a:spcPts val="0"/>
              </a:spcAft>
              <a:buSzPts val="1400"/>
              <a:buNone/>
              <a:defRPr/>
            </a:lvl4pPr>
            <a:lvl5pPr lvl="4" algn="ctr">
              <a:lnSpc>
                <a:spcPct val="115000"/>
              </a:lnSpc>
              <a:spcBef>
                <a:spcPts val="1600"/>
              </a:spcBef>
              <a:spcAft>
                <a:spcPts val="0"/>
              </a:spcAft>
              <a:buSzPts val="1400"/>
              <a:buNone/>
              <a:defRPr/>
            </a:lvl5pPr>
            <a:lvl6pPr lvl="5" algn="ctr">
              <a:lnSpc>
                <a:spcPct val="115000"/>
              </a:lnSpc>
              <a:spcBef>
                <a:spcPts val="1600"/>
              </a:spcBef>
              <a:spcAft>
                <a:spcPts val="0"/>
              </a:spcAft>
              <a:buSzPts val="1400"/>
              <a:buNone/>
              <a:defRPr/>
            </a:lvl6pPr>
            <a:lvl7pPr lvl="6" algn="ctr">
              <a:lnSpc>
                <a:spcPct val="115000"/>
              </a:lnSpc>
              <a:spcBef>
                <a:spcPts val="1600"/>
              </a:spcBef>
              <a:spcAft>
                <a:spcPts val="0"/>
              </a:spcAft>
              <a:buSzPts val="1400"/>
              <a:buNone/>
              <a:defRPr/>
            </a:lvl7pPr>
            <a:lvl8pPr lvl="7" algn="ctr">
              <a:lnSpc>
                <a:spcPct val="115000"/>
              </a:lnSpc>
              <a:spcBef>
                <a:spcPts val="1600"/>
              </a:spcBef>
              <a:spcAft>
                <a:spcPts val="0"/>
              </a:spcAft>
              <a:buSzPts val="1400"/>
              <a:buNone/>
              <a:defRPr/>
            </a:lvl8pPr>
            <a:lvl9pPr lvl="8" algn="ctr">
              <a:lnSpc>
                <a:spcPct val="115000"/>
              </a:lnSpc>
              <a:spcBef>
                <a:spcPts val="1600"/>
              </a:spcBef>
              <a:spcAft>
                <a:spcPts val="1600"/>
              </a:spcAft>
              <a:buSzPts val="1400"/>
              <a:buNone/>
              <a:defRPr/>
            </a:lvl9pPr>
          </a:lstStyle>
          <a:p/>
        </p:txBody>
      </p:sp>
      <p:sp>
        <p:nvSpPr>
          <p:cNvPr id="77" name="Google Shape;77;p99"/>
          <p:cNvSpPr/>
          <p:nvPr/>
        </p:nvSpPr>
        <p:spPr>
          <a:xfrm rot="10800000">
            <a:off x="8503292" y="4247770"/>
            <a:ext cx="640708" cy="708830"/>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99"/>
          <p:cNvSpPr/>
          <p:nvPr/>
        </p:nvSpPr>
        <p:spPr>
          <a:xfrm rot="10800000">
            <a:off x="8876582" y="3614375"/>
            <a:ext cx="267418" cy="463670"/>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99"/>
          <p:cNvSpPr/>
          <p:nvPr/>
        </p:nvSpPr>
        <p:spPr>
          <a:xfrm rot="10800000">
            <a:off x="7022668" y="481173"/>
            <a:ext cx="366932" cy="579377"/>
          </a:xfrm>
          <a:custGeom>
            <a:rect b="b" l="l" r="r" t="t"/>
            <a:pathLst>
              <a:path extrusionOk="0" h="10259" w="6527">
                <a:moveTo>
                  <a:pt x="6526" y="1"/>
                </a:moveTo>
                <a:cubicBezTo>
                  <a:pt x="4991" y="22"/>
                  <a:pt x="3455" y="65"/>
                  <a:pt x="1920" y="86"/>
                </a:cubicBezTo>
                <a:cubicBezTo>
                  <a:pt x="1891" y="83"/>
                  <a:pt x="1862" y="82"/>
                  <a:pt x="1832" y="82"/>
                </a:cubicBezTo>
                <a:cubicBezTo>
                  <a:pt x="1623" y="82"/>
                  <a:pt x="1403" y="150"/>
                  <a:pt x="1216" y="299"/>
                </a:cubicBezTo>
                <a:cubicBezTo>
                  <a:pt x="1088" y="470"/>
                  <a:pt x="1024" y="683"/>
                  <a:pt x="1024" y="918"/>
                </a:cubicBezTo>
                <a:lnTo>
                  <a:pt x="960" y="1664"/>
                </a:lnTo>
                <a:cubicBezTo>
                  <a:pt x="704" y="4372"/>
                  <a:pt x="1" y="7571"/>
                  <a:pt x="427" y="10258"/>
                </a:cubicBezTo>
                <a:lnTo>
                  <a:pt x="6526" y="10088"/>
                </a:lnTo>
                <a:lnTo>
                  <a:pt x="652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99"/>
          <p:cNvSpPr/>
          <p:nvPr/>
        </p:nvSpPr>
        <p:spPr>
          <a:xfrm rot="5400000">
            <a:off x="7979084" y="57577"/>
            <a:ext cx="1389494" cy="2182339"/>
          </a:xfrm>
          <a:custGeom>
            <a:rect b="b" l="l" r="r" t="t"/>
            <a:pathLst>
              <a:path extrusionOk="0" h="36895" w="23225">
                <a:moveTo>
                  <a:pt x="896" y="0"/>
                </a:moveTo>
                <a:cubicBezTo>
                  <a:pt x="853" y="938"/>
                  <a:pt x="810" y="1855"/>
                  <a:pt x="789" y="2794"/>
                </a:cubicBezTo>
                <a:cubicBezTo>
                  <a:pt x="725" y="4713"/>
                  <a:pt x="661" y="6632"/>
                  <a:pt x="618" y="8552"/>
                </a:cubicBezTo>
                <a:cubicBezTo>
                  <a:pt x="555" y="10450"/>
                  <a:pt x="533" y="12326"/>
                  <a:pt x="491" y="14224"/>
                </a:cubicBezTo>
                <a:cubicBezTo>
                  <a:pt x="469" y="15909"/>
                  <a:pt x="448" y="17594"/>
                  <a:pt x="427" y="19279"/>
                </a:cubicBezTo>
                <a:cubicBezTo>
                  <a:pt x="405" y="20558"/>
                  <a:pt x="384" y="21859"/>
                  <a:pt x="363" y="23160"/>
                </a:cubicBezTo>
                <a:cubicBezTo>
                  <a:pt x="363" y="23907"/>
                  <a:pt x="341" y="24674"/>
                  <a:pt x="341" y="25421"/>
                </a:cubicBezTo>
                <a:cubicBezTo>
                  <a:pt x="277" y="28769"/>
                  <a:pt x="149" y="32117"/>
                  <a:pt x="43" y="35465"/>
                </a:cubicBezTo>
                <a:cubicBezTo>
                  <a:pt x="43" y="35700"/>
                  <a:pt x="21" y="35913"/>
                  <a:pt x="21" y="36148"/>
                </a:cubicBezTo>
                <a:cubicBezTo>
                  <a:pt x="0" y="36254"/>
                  <a:pt x="0" y="36361"/>
                  <a:pt x="21" y="36489"/>
                </a:cubicBezTo>
                <a:cubicBezTo>
                  <a:pt x="43" y="36532"/>
                  <a:pt x="64" y="36574"/>
                  <a:pt x="128" y="36617"/>
                </a:cubicBezTo>
                <a:cubicBezTo>
                  <a:pt x="213" y="36660"/>
                  <a:pt x="299" y="36681"/>
                  <a:pt x="384" y="36702"/>
                </a:cubicBezTo>
                <a:cubicBezTo>
                  <a:pt x="768" y="36745"/>
                  <a:pt x="1152" y="36787"/>
                  <a:pt x="1536" y="36809"/>
                </a:cubicBezTo>
                <a:cubicBezTo>
                  <a:pt x="2943" y="36873"/>
                  <a:pt x="4329" y="36873"/>
                  <a:pt x="5737" y="36894"/>
                </a:cubicBezTo>
                <a:cubicBezTo>
                  <a:pt x="7613" y="36894"/>
                  <a:pt x="9469" y="36894"/>
                  <a:pt x="11345" y="36851"/>
                </a:cubicBezTo>
                <a:lnTo>
                  <a:pt x="16826" y="36787"/>
                </a:lnTo>
                <a:cubicBezTo>
                  <a:pt x="18127" y="36787"/>
                  <a:pt x="19428" y="36766"/>
                  <a:pt x="20729" y="36766"/>
                </a:cubicBezTo>
                <a:cubicBezTo>
                  <a:pt x="21027" y="36766"/>
                  <a:pt x="21326" y="36766"/>
                  <a:pt x="21603" y="36787"/>
                </a:cubicBezTo>
                <a:cubicBezTo>
                  <a:pt x="21774" y="36787"/>
                  <a:pt x="21838" y="36596"/>
                  <a:pt x="21774" y="36468"/>
                </a:cubicBezTo>
                <a:lnTo>
                  <a:pt x="21774" y="36212"/>
                </a:lnTo>
                <a:cubicBezTo>
                  <a:pt x="21774" y="35913"/>
                  <a:pt x="21774" y="35615"/>
                  <a:pt x="21795" y="35337"/>
                </a:cubicBezTo>
                <a:cubicBezTo>
                  <a:pt x="21838" y="34356"/>
                  <a:pt x="21902" y="33397"/>
                  <a:pt x="21987" y="32416"/>
                </a:cubicBezTo>
                <a:cubicBezTo>
                  <a:pt x="22200" y="29857"/>
                  <a:pt x="22435" y="27319"/>
                  <a:pt x="22691" y="24760"/>
                </a:cubicBezTo>
                <a:cubicBezTo>
                  <a:pt x="22798" y="23693"/>
                  <a:pt x="22904" y="22606"/>
                  <a:pt x="23011" y="21539"/>
                </a:cubicBezTo>
                <a:cubicBezTo>
                  <a:pt x="23075" y="20942"/>
                  <a:pt x="23181" y="20324"/>
                  <a:pt x="23203" y="19727"/>
                </a:cubicBezTo>
                <a:cubicBezTo>
                  <a:pt x="23224" y="19428"/>
                  <a:pt x="22904" y="19385"/>
                  <a:pt x="22670" y="19343"/>
                </a:cubicBezTo>
                <a:cubicBezTo>
                  <a:pt x="22158" y="19236"/>
                  <a:pt x="21646" y="19193"/>
                  <a:pt x="21113" y="19151"/>
                </a:cubicBezTo>
                <a:cubicBezTo>
                  <a:pt x="20130" y="19044"/>
                  <a:pt x="19148" y="18996"/>
                  <a:pt x="18165" y="18996"/>
                </a:cubicBezTo>
                <a:cubicBezTo>
                  <a:pt x="17975" y="18996"/>
                  <a:pt x="17784" y="18998"/>
                  <a:pt x="17594" y="19002"/>
                </a:cubicBezTo>
                <a:cubicBezTo>
                  <a:pt x="17104" y="19002"/>
                  <a:pt x="16656" y="19236"/>
                  <a:pt x="16357" y="19620"/>
                </a:cubicBezTo>
                <a:cubicBezTo>
                  <a:pt x="15909" y="20217"/>
                  <a:pt x="15888" y="21028"/>
                  <a:pt x="15909" y="21753"/>
                </a:cubicBezTo>
                <a:cubicBezTo>
                  <a:pt x="15909" y="22200"/>
                  <a:pt x="15931" y="22648"/>
                  <a:pt x="15931" y="23075"/>
                </a:cubicBezTo>
                <a:cubicBezTo>
                  <a:pt x="15931" y="23651"/>
                  <a:pt x="15888" y="24226"/>
                  <a:pt x="15867" y="24802"/>
                </a:cubicBezTo>
                <a:lnTo>
                  <a:pt x="15696" y="28534"/>
                </a:lnTo>
                <a:cubicBezTo>
                  <a:pt x="15675" y="29089"/>
                  <a:pt x="15632" y="29643"/>
                  <a:pt x="15611" y="30198"/>
                </a:cubicBezTo>
                <a:cubicBezTo>
                  <a:pt x="15227" y="30155"/>
                  <a:pt x="14822" y="30134"/>
                  <a:pt x="14416" y="30070"/>
                </a:cubicBezTo>
                <a:cubicBezTo>
                  <a:pt x="14161" y="30070"/>
                  <a:pt x="13883" y="29963"/>
                  <a:pt x="13691" y="29793"/>
                </a:cubicBezTo>
                <a:cubicBezTo>
                  <a:pt x="13627" y="29750"/>
                  <a:pt x="13585" y="29729"/>
                  <a:pt x="13521" y="29729"/>
                </a:cubicBezTo>
                <a:cubicBezTo>
                  <a:pt x="13414" y="29537"/>
                  <a:pt x="13350" y="29323"/>
                  <a:pt x="13329" y="29110"/>
                </a:cubicBezTo>
                <a:cubicBezTo>
                  <a:pt x="13265" y="28705"/>
                  <a:pt x="13222" y="28278"/>
                  <a:pt x="13222" y="27873"/>
                </a:cubicBezTo>
                <a:cubicBezTo>
                  <a:pt x="13222" y="27020"/>
                  <a:pt x="13286" y="26167"/>
                  <a:pt x="13393" y="25335"/>
                </a:cubicBezTo>
                <a:cubicBezTo>
                  <a:pt x="13563" y="23587"/>
                  <a:pt x="13691" y="21859"/>
                  <a:pt x="13798" y="20089"/>
                </a:cubicBezTo>
                <a:cubicBezTo>
                  <a:pt x="13990" y="16421"/>
                  <a:pt x="14203" y="12753"/>
                  <a:pt x="14331" y="9085"/>
                </a:cubicBezTo>
                <a:cubicBezTo>
                  <a:pt x="14459" y="6057"/>
                  <a:pt x="14544" y="3028"/>
                  <a:pt x="14608" y="0"/>
                </a:cubicBezTo>
                <a:lnTo>
                  <a:pt x="14161" y="0"/>
                </a:lnTo>
                <a:cubicBezTo>
                  <a:pt x="14139" y="1557"/>
                  <a:pt x="14097" y="3092"/>
                  <a:pt x="14054" y="4649"/>
                </a:cubicBezTo>
                <a:cubicBezTo>
                  <a:pt x="13969" y="8275"/>
                  <a:pt x="13819" y="11900"/>
                  <a:pt x="13649" y="15547"/>
                </a:cubicBezTo>
                <a:cubicBezTo>
                  <a:pt x="13563" y="17359"/>
                  <a:pt x="13478" y="19172"/>
                  <a:pt x="13393" y="20985"/>
                </a:cubicBezTo>
                <a:cubicBezTo>
                  <a:pt x="13350" y="21859"/>
                  <a:pt x="13329" y="22734"/>
                  <a:pt x="13243" y="23608"/>
                </a:cubicBezTo>
                <a:cubicBezTo>
                  <a:pt x="13180" y="24461"/>
                  <a:pt x="13094" y="25250"/>
                  <a:pt x="13030" y="26082"/>
                </a:cubicBezTo>
                <a:cubicBezTo>
                  <a:pt x="12945" y="26871"/>
                  <a:pt x="12945" y="27660"/>
                  <a:pt x="12988" y="28470"/>
                </a:cubicBezTo>
                <a:cubicBezTo>
                  <a:pt x="13030" y="28918"/>
                  <a:pt x="13073" y="29473"/>
                  <a:pt x="13329" y="29878"/>
                </a:cubicBezTo>
                <a:cubicBezTo>
                  <a:pt x="13307" y="29942"/>
                  <a:pt x="13307" y="30048"/>
                  <a:pt x="13371" y="30112"/>
                </a:cubicBezTo>
                <a:cubicBezTo>
                  <a:pt x="13627" y="30326"/>
                  <a:pt x="13926" y="30454"/>
                  <a:pt x="14267" y="30496"/>
                </a:cubicBezTo>
                <a:cubicBezTo>
                  <a:pt x="14779" y="30560"/>
                  <a:pt x="15312" y="30582"/>
                  <a:pt x="15824" y="30646"/>
                </a:cubicBezTo>
                <a:cubicBezTo>
                  <a:pt x="15832" y="30647"/>
                  <a:pt x="15840" y="30648"/>
                  <a:pt x="15848" y="30648"/>
                </a:cubicBezTo>
                <a:cubicBezTo>
                  <a:pt x="15946" y="30648"/>
                  <a:pt x="16037" y="30531"/>
                  <a:pt x="16037" y="30432"/>
                </a:cubicBezTo>
                <a:cubicBezTo>
                  <a:pt x="16080" y="29195"/>
                  <a:pt x="16144" y="27958"/>
                  <a:pt x="16186" y="26700"/>
                </a:cubicBezTo>
                <a:cubicBezTo>
                  <a:pt x="16229" y="25506"/>
                  <a:pt x="16314" y="24312"/>
                  <a:pt x="16336" y="23117"/>
                </a:cubicBezTo>
                <a:cubicBezTo>
                  <a:pt x="16336" y="22307"/>
                  <a:pt x="16208" y="21454"/>
                  <a:pt x="16357" y="20622"/>
                </a:cubicBezTo>
                <a:cubicBezTo>
                  <a:pt x="16400" y="20302"/>
                  <a:pt x="16549" y="19983"/>
                  <a:pt x="16784" y="19727"/>
                </a:cubicBezTo>
                <a:cubicBezTo>
                  <a:pt x="16912" y="19599"/>
                  <a:pt x="17061" y="19492"/>
                  <a:pt x="17231" y="19449"/>
                </a:cubicBezTo>
                <a:cubicBezTo>
                  <a:pt x="17274" y="19428"/>
                  <a:pt x="17317" y="19428"/>
                  <a:pt x="17338" y="19428"/>
                </a:cubicBezTo>
                <a:cubicBezTo>
                  <a:pt x="17600" y="19403"/>
                  <a:pt x="17855" y="19393"/>
                  <a:pt x="18107" y="19393"/>
                </a:cubicBezTo>
                <a:cubicBezTo>
                  <a:pt x="18286" y="19393"/>
                  <a:pt x="18462" y="19398"/>
                  <a:pt x="18639" y="19407"/>
                </a:cubicBezTo>
                <a:cubicBezTo>
                  <a:pt x="19279" y="19428"/>
                  <a:pt x="19919" y="19449"/>
                  <a:pt x="20558" y="19492"/>
                </a:cubicBezTo>
                <a:cubicBezTo>
                  <a:pt x="21113" y="19535"/>
                  <a:pt x="21689" y="19577"/>
                  <a:pt x="22264" y="19663"/>
                </a:cubicBezTo>
                <a:cubicBezTo>
                  <a:pt x="22435" y="19684"/>
                  <a:pt x="22606" y="19727"/>
                  <a:pt x="22798" y="19769"/>
                </a:cubicBezTo>
                <a:lnTo>
                  <a:pt x="22819" y="19769"/>
                </a:lnTo>
                <a:cubicBezTo>
                  <a:pt x="22798" y="19961"/>
                  <a:pt x="22776" y="20153"/>
                  <a:pt x="22776" y="20366"/>
                </a:cubicBezTo>
                <a:cubicBezTo>
                  <a:pt x="22734" y="20729"/>
                  <a:pt x="22691" y="21091"/>
                  <a:pt x="22648" y="21454"/>
                </a:cubicBezTo>
                <a:cubicBezTo>
                  <a:pt x="22542" y="22499"/>
                  <a:pt x="22435" y="23544"/>
                  <a:pt x="22328" y="24610"/>
                </a:cubicBezTo>
                <a:cubicBezTo>
                  <a:pt x="22072" y="27127"/>
                  <a:pt x="21838" y="29643"/>
                  <a:pt x="21646" y="32160"/>
                </a:cubicBezTo>
                <a:cubicBezTo>
                  <a:pt x="21561" y="33141"/>
                  <a:pt x="21475" y="34122"/>
                  <a:pt x="21433" y="35103"/>
                </a:cubicBezTo>
                <a:cubicBezTo>
                  <a:pt x="21411" y="35423"/>
                  <a:pt x="21390" y="35743"/>
                  <a:pt x="21390" y="36062"/>
                </a:cubicBezTo>
                <a:lnTo>
                  <a:pt x="21390" y="36382"/>
                </a:lnTo>
                <a:cubicBezTo>
                  <a:pt x="21134" y="36368"/>
                  <a:pt x="20876" y="36363"/>
                  <a:pt x="20617" y="36363"/>
                </a:cubicBezTo>
                <a:cubicBezTo>
                  <a:pt x="20099" y="36363"/>
                  <a:pt x="19577" y="36382"/>
                  <a:pt x="19066" y="36382"/>
                </a:cubicBezTo>
                <a:cubicBezTo>
                  <a:pt x="17466" y="36404"/>
                  <a:pt x="15867" y="36425"/>
                  <a:pt x="14246" y="36446"/>
                </a:cubicBezTo>
                <a:cubicBezTo>
                  <a:pt x="12369" y="36468"/>
                  <a:pt x="10492" y="36510"/>
                  <a:pt x="8594" y="36510"/>
                </a:cubicBezTo>
                <a:cubicBezTo>
                  <a:pt x="7752" y="36521"/>
                  <a:pt x="6910" y="36526"/>
                  <a:pt x="6067" y="36526"/>
                </a:cubicBezTo>
                <a:cubicBezTo>
                  <a:pt x="5225" y="36526"/>
                  <a:pt x="4383" y="36521"/>
                  <a:pt x="3540" y="36510"/>
                </a:cubicBezTo>
                <a:cubicBezTo>
                  <a:pt x="2922" y="36510"/>
                  <a:pt x="2303" y="36489"/>
                  <a:pt x="1685" y="36468"/>
                </a:cubicBezTo>
                <a:cubicBezTo>
                  <a:pt x="1301" y="36446"/>
                  <a:pt x="917" y="36425"/>
                  <a:pt x="533" y="36382"/>
                </a:cubicBezTo>
                <a:cubicBezTo>
                  <a:pt x="469" y="36361"/>
                  <a:pt x="427" y="36361"/>
                  <a:pt x="363" y="36340"/>
                </a:cubicBezTo>
                <a:lnTo>
                  <a:pt x="341" y="36340"/>
                </a:lnTo>
                <a:lnTo>
                  <a:pt x="341" y="36276"/>
                </a:lnTo>
                <a:cubicBezTo>
                  <a:pt x="363" y="35849"/>
                  <a:pt x="363" y="35401"/>
                  <a:pt x="384" y="34953"/>
                </a:cubicBezTo>
                <a:cubicBezTo>
                  <a:pt x="448" y="33141"/>
                  <a:pt x="512" y="31328"/>
                  <a:pt x="576" y="29494"/>
                </a:cubicBezTo>
                <a:cubicBezTo>
                  <a:pt x="618" y="27831"/>
                  <a:pt x="661" y="26146"/>
                  <a:pt x="682" y="24461"/>
                </a:cubicBezTo>
                <a:lnTo>
                  <a:pt x="725" y="21305"/>
                </a:lnTo>
                <a:cubicBezTo>
                  <a:pt x="746" y="19812"/>
                  <a:pt x="768" y="18319"/>
                  <a:pt x="789" y="16805"/>
                </a:cubicBezTo>
                <a:cubicBezTo>
                  <a:pt x="832" y="15035"/>
                  <a:pt x="874" y="13243"/>
                  <a:pt x="917" y="11452"/>
                </a:cubicBezTo>
                <a:cubicBezTo>
                  <a:pt x="960" y="9554"/>
                  <a:pt x="1002" y="7656"/>
                  <a:pt x="1066" y="5758"/>
                </a:cubicBezTo>
                <a:cubicBezTo>
                  <a:pt x="1109" y="3881"/>
                  <a:pt x="1194" y="2047"/>
                  <a:pt x="1280" y="192"/>
                </a:cubicBezTo>
                <a:lnTo>
                  <a:pt x="1280"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99"/>
          <p:cNvSpPr/>
          <p:nvPr/>
        </p:nvSpPr>
        <p:spPr>
          <a:xfrm rot="5400000">
            <a:off x="600117" y="3663843"/>
            <a:ext cx="156246" cy="118459"/>
          </a:xfrm>
          <a:custGeom>
            <a:rect b="b" l="l" r="r" t="t"/>
            <a:pathLst>
              <a:path extrusionOk="0" h="2022" w="2667">
                <a:moveTo>
                  <a:pt x="2287" y="0"/>
                </a:moveTo>
                <a:cubicBezTo>
                  <a:pt x="2251" y="0"/>
                  <a:pt x="2213" y="5"/>
                  <a:pt x="2176" y="16"/>
                </a:cubicBezTo>
                <a:cubicBezTo>
                  <a:pt x="2048" y="37"/>
                  <a:pt x="1941" y="80"/>
                  <a:pt x="1856" y="165"/>
                </a:cubicBezTo>
                <a:lnTo>
                  <a:pt x="1600" y="336"/>
                </a:lnTo>
                <a:cubicBezTo>
                  <a:pt x="1451" y="443"/>
                  <a:pt x="1280" y="549"/>
                  <a:pt x="1131" y="677"/>
                </a:cubicBezTo>
                <a:cubicBezTo>
                  <a:pt x="790" y="912"/>
                  <a:pt x="470" y="1146"/>
                  <a:pt x="129" y="1424"/>
                </a:cubicBezTo>
                <a:cubicBezTo>
                  <a:pt x="1" y="1530"/>
                  <a:pt x="1" y="1744"/>
                  <a:pt x="107" y="1871"/>
                </a:cubicBezTo>
                <a:cubicBezTo>
                  <a:pt x="177" y="1970"/>
                  <a:pt x="284" y="2022"/>
                  <a:pt x="398" y="2022"/>
                </a:cubicBezTo>
                <a:cubicBezTo>
                  <a:pt x="457" y="2022"/>
                  <a:pt x="518" y="2007"/>
                  <a:pt x="576" y="1978"/>
                </a:cubicBezTo>
                <a:cubicBezTo>
                  <a:pt x="918" y="1765"/>
                  <a:pt x="1238" y="1552"/>
                  <a:pt x="1557" y="1338"/>
                </a:cubicBezTo>
                <a:cubicBezTo>
                  <a:pt x="1728" y="1232"/>
                  <a:pt x="1899" y="1125"/>
                  <a:pt x="2048" y="1018"/>
                </a:cubicBezTo>
                <a:lnTo>
                  <a:pt x="2283" y="848"/>
                </a:lnTo>
                <a:cubicBezTo>
                  <a:pt x="2411" y="763"/>
                  <a:pt x="2517" y="677"/>
                  <a:pt x="2602" y="549"/>
                </a:cubicBezTo>
                <a:cubicBezTo>
                  <a:pt x="2666" y="421"/>
                  <a:pt x="2645" y="251"/>
                  <a:pt x="2560" y="144"/>
                </a:cubicBezTo>
                <a:cubicBezTo>
                  <a:pt x="2496" y="48"/>
                  <a:pt x="2396" y="0"/>
                  <a:pt x="22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99"/>
          <p:cNvSpPr/>
          <p:nvPr/>
        </p:nvSpPr>
        <p:spPr>
          <a:xfrm rot="5400000">
            <a:off x="418882" y="3727963"/>
            <a:ext cx="96255" cy="147693"/>
          </a:xfrm>
          <a:custGeom>
            <a:rect b="b" l="l" r="r" t="t"/>
            <a:pathLst>
              <a:path extrusionOk="0" h="2521" w="1643">
                <a:moveTo>
                  <a:pt x="394" y="0"/>
                </a:moveTo>
                <a:cubicBezTo>
                  <a:pt x="370" y="0"/>
                  <a:pt x="345" y="3"/>
                  <a:pt x="320" y="8"/>
                </a:cubicBezTo>
                <a:cubicBezTo>
                  <a:pt x="149" y="30"/>
                  <a:pt x="0" y="179"/>
                  <a:pt x="0" y="371"/>
                </a:cubicBezTo>
                <a:lnTo>
                  <a:pt x="21" y="371"/>
                </a:lnTo>
                <a:cubicBezTo>
                  <a:pt x="43" y="1053"/>
                  <a:pt x="256" y="1736"/>
                  <a:pt x="682" y="2290"/>
                </a:cubicBezTo>
                <a:cubicBezTo>
                  <a:pt x="746" y="2397"/>
                  <a:pt x="832" y="2461"/>
                  <a:pt x="960" y="2503"/>
                </a:cubicBezTo>
                <a:cubicBezTo>
                  <a:pt x="1000" y="2515"/>
                  <a:pt x="1040" y="2520"/>
                  <a:pt x="1079" y="2520"/>
                </a:cubicBezTo>
                <a:cubicBezTo>
                  <a:pt x="1187" y="2520"/>
                  <a:pt x="1293" y="2481"/>
                  <a:pt x="1386" y="2418"/>
                </a:cubicBezTo>
                <a:cubicBezTo>
                  <a:pt x="1600" y="2248"/>
                  <a:pt x="1642" y="1906"/>
                  <a:pt x="1429" y="1693"/>
                </a:cubicBezTo>
                <a:cubicBezTo>
                  <a:pt x="1391" y="1655"/>
                  <a:pt x="1335" y="1599"/>
                  <a:pt x="1293" y="1542"/>
                </a:cubicBezTo>
                <a:lnTo>
                  <a:pt x="1293" y="1542"/>
                </a:lnTo>
                <a:lnTo>
                  <a:pt x="1280" y="1501"/>
                </a:lnTo>
                <a:cubicBezTo>
                  <a:pt x="1258" y="1480"/>
                  <a:pt x="1216" y="1437"/>
                  <a:pt x="1216" y="1416"/>
                </a:cubicBezTo>
                <a:cubicBezTo>
                  <a:pt x="1130" y="1288"/>
                  <a:pt x="1045" y="1160"/>
                  <a:pt x="981" y="1032"/>
                </a:cubicBezTo>
                <a:lnTo>
                  <a:pt x="960" y="947"/>
                </a:lnTo>
                <a:cubicBezTo>
                  <a:pt x="950" y="927"/>
                  <a:pt x="945" y="917"/>
                  <a:pt x="944" y="917"/>
                </a:cubicBezTo>
                <a:lnTo>
                  <a:pt x="944" y="917"/>
                </a:lnTo>
                <a:cubicBezTo>
                  <a:pt x="943" y="917"/>
                  <a:pt x="948" y="933"/>
                  <a:pt x="960" y="968"/>
                </a:cubicBezTo>
                <a:cubicBezTo>
                  <a:pt x="938" y="947"/>
                  <a:pt x="938" y="925"/>
                  <a:pt x="938" y="925"/>
                </a:cubicBezTo>
                <a:cubicBezTo>
                  <a:pt x="896" y="840"/>
                  <a:pt x="874" y="776"/>
                  <a:pt x="853" y="712"/>
                </a:cubicBezTo>
                <a:cubicBezTo>
                  <a:pt x="810" y="563"/>
                  <a:pt x="768" y="413"/>
                  <a:pt x="725" y="264"/>
                </a:cubicBezTo>
                <a:cubicBezTo>
                  <a:pt x="688" y="116"/>
                  <a:pt x="555" y="0"/>
                  <a:pt x="39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99"/>
          <p:cNvSpPr/>
          <p:nvPr/>
        </p:nvSpPr>
        <p:spPr>
          <a:xfrm rot="5400000">
            <a:off x="477937" y="3899909"/>
            <a:ext cx="137499" cy="107386"/>
          </a:xfrm>
          <a:custGeom>
            <a:rect b="b" l="l" r="r" t="t"/>
            <a:pathLst>
              <a:path extrusionOk="0" h="1833" w="2347">
                <a:moveTo>
                  <a:pt x="363" y="1"/>
                </a:moveTo>
                <a:cubicBezTo>
                  <a:pt x="278" y="1"/>
                  <a:pt x="171" y="43"/>
                  <a:pt x="107" y="107"/>
                </a:cubicBezTo>
                <a:cubicBezTo>
                  <a:pt x="64" y="171"/>
                  <a:pt x="22" y="235"/>
                  <a:pt x="22" y="321"/>
                </a:cubicBezTo>
                <a:cubicBezTo>
                  <a:pt x="0" y="491"/>
                  <a:pt x="107" y="640"/>
                  <a:pt x="278" y="704"/>
                </a:cubicBezTo>
                <a:lnTo>
                  <a:pt x="278" y="683"/>
                </a:lnTo>
                <a:lnTo>
                  <a:pt x="363" y="704"/>
                </a:lnTo>
                <a:lnTo>
                  <a:pt x="342" y="704"/>
                </a:lnTo>
                <a:lnTo>
                  <a:pt x="384" y="726"/>
                </a:lnTo>
                <a:lnTo>
                  <a:pt x="555" y="811"/>
                </a:lnTo>
                <a:cubicBezTo>
                  <a:pt x="661" y="875"/>
                  <a:pt x="768" y="939"/>
                  <a:pt x="875" y="1003"/>
                </a:cubicBezTo>
                <a:lnTo>
                  <a:pt x="917" y="1046"/>
                </a:lnTo>
                <a:cubicBezTo>
                  <a:pt x="926" y="1050"/>
                  <a:pt x="930" y="1052"/>
                  <a:pt x="931" y="1052"/>
                </a:cubicBezTo>
                <a:cubicBezTo>
                  <a:pt x="937" y="1052"/>
                  <a:pt x="896" y="1024"/>
                  <a:pt x="896" y="1024"/>
                </a:cubicBezTo>
                <a:lnTo>
                  <a:pt x="896" y="1024"/>
                </a:lnTo>
                <a:lnTo>
                  <a:pt x="1003" y="1088"/>
                </a:lnTo>
                <a:cubicBezTo>
                  <a:pt x="1003" y="1088"/>
                  <a:pt x="976" y="1075"/>
                  <a:pt x="960" y="1067"/>
                </a:cubicBezTo>
                <a:lnTo>
                  <a:pt x="960" y="1067"/>
                </a:lnTo>
                <a:cubicBezTo>
                  <a:pt x="1003" y="1110"/>
                  <a:pt x="1067" y="1152"/>
                  <a:pt x="1109" y="1195"/>
                </a:cubicBezTo>
                <a:cubicBezTo>
                  <a:pt x="1191" y="1277"/>
                  <a:pt x="1273" y="1378"/>
                  <a:pt x="1354" y="1480"/>
                </a:cubicBezTo>
                <a:lnTo>
                  <a:pt x="1354" y="1480"/>
                </a:lnTo>
                <a:lnTo>
                  <a:pt x="1386" y="1536"/>
                </a:lnTo>
                <a:cubicBezTo>
                  <a:pt x="1450" y="1621"/>
                  <a:pt x="1536" y="1707"/>
                  <a:pt x="1642" y="1771"/>
                </a:cubicBezTo>
                <a:cubicBezTo>
                  <a:pt x="1713" y="1811"/>
                  <a:pt x="1798" y="1832"/>
                  <a:pt x="1881" y="1832"/>
                </a:cubicBezTo>
                <a:cubicBezTo>
                  <a:pt x="1974" y="1832"/>
                  <a:pt x="2065" y="1806"/>
                  <a:pt x="2133" y="1749"/>
                </a:cubicBezTo>
                <a:cubicBezTo>
                  <a:pt x="2282" y="1621"/>
                  <a:pt x="2346" y="1451"/>
                  <a:pt x="2303" y="1259"/>
                </a:cubicBezTo>
                <a:cubicBezTo>
                  <a:pt x="2218" y="1067"/>
                  <a:pt x="2090" y="875"/>
                  <a:pt x="1920" y="726"/>
                </a:cubicBezTo>
                <a:cubicBezTo>
                  <a:pt x="1770" y="598"/>
                  <a:pt x="1600" y="470"/>
                  <a:pt x="1450" y="363"/>
                </a:cubicBezTo>
                <a:cubicBezTo>
                  <a:pt x="1109" y="171"/>
                  <a:pt x="747" y="43"/>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99"/>
          <p:cNvSpPr/>
          <p:nvPr/>
        </p:nvSpPr>
        <p:spPr>
          <a:xfrm rot="5400000">
            <a:off x="730528" y="3885818"/>
            <a:ext cx="78621" cy="164097"/>
          </a:xfrm>
          <a:custGeom>
            <a:rect b="b" l="l" r="r" t="t"/>
            <a:pathLst>
              <a:path extrusionOk="0" h="2801" w="1342">
                <a:moveTo>
                  <a:pt x="1008" y="0"/>
                </a:moveTo>
                <a:cubicBezTo>
                  <a:pt x="956" y="0"/>
                  <a:pt x="903" y="16"/>
                  <a:pt x="854" y="50"/>
                </a:cubicBezTo>
                <a:lnTo>
                  <a:pt x="875" y="50"/>
                </a:lnTo>
                <a:cubicBezTo>
                  <a:pt x="811" y="114"/>
                  <a:pt x="747" y="178"/>
                  <a:pt x="683" y="242"/>
                </a:cubicBezTo>
                <a:lnTo>
                  <a:pt x="640" y="306"/>
                </a:lnTo>
                <a:cubicBezTo>
                  <a:pt x="653" y="299"/>
                  <a:pt x="660" y="297"/>
                  <a:pt x="663" y="297"/>
                </a:cubicBezTo>
                <a:lnTo>
                  <a:pt x="663" y="297"/>
                </a:lnTo>
                <a:cubicBezTo>
                  <a:pt x="669" y="297"/>
                  <a:pt x="649" y="312"/>
                  <a:pt x="619" y="327"/>
                </a:cubicBezTo>
                <a:cubicBezTo>
                  <a:pt x="598" y="327"/>
                  <a:pt x="577" y="348"/>
                  <a:pt x="577" y="370"/>
                </a:cubicBezTo>
                <a:cubicBezTo>
                  <a:pt x="534" y="434"/>
                  <a:pt x="513" y="476"/>
                  <a:pt x="470" y="519"/>
                </a:cubicBezTo>
                <a:cubicBezTo>
                  <a:pt x="363" y="711"/>
                  <a:pt x="278" y="903"/>
                  <a:pt x="193" y="1095"/>
                </a:cubicBezTo>
                <a:cubicBezTo>
                  <a:pt x="129" y="1265"/>
                  <a:pt x="86" y="1436"/>
                  <a:pt x="65" y="1628"/>
                </a:cubicBezTo>
                <a:cubicBezTo>
                  <a:pt x="65" y="1649"/>
                  <a:pt x="65" y="1671"/>
                  <a:pt x="65" y="1692"/>
                </a:cubicBezTo>
                <a:cubicBezTo>
                  <a:pt x="65" y="1722"/>
                  <a:pt x="54" y="1807"/>
                  <a:pt x="55" y="1807"/>
                </a:cubicBezTo>
                <a:cubicBezTo>
                  <a:pt x="56" y="1807"/>
                  <a:pt x="59" y="1793"/>
                  <a:pt x="65" y="1756"/>
                </a:cubicBezTo>
                <a:lnTo>
                  <a:pt x="65" y="1756"/>
                </a:lnTo>
                <a:cubicBezTo>
                  <a:pt x="65" y="1841"/>
                  <a:pt x="43" y="1926"/>
                  <a:pt x="22" y="2012"/>
                </a:cubicBezTo>
                <a:lnTo>
                  <a:pt x="22" y="2076"/>
                </a:lnTo>
                <a:lnTo>
                  <a:pt x="22" y="2097"/>
                </a:lnTo>
                <a:cubicBezTo>
                  <a:pt x="22" y="2121"/>
                  <a:pt x="22" y="2161"/>
                  <a:pt x="22" y="2161"/>
                </a:cubicBezTo>
                <a:cubicBezTo>
                  <a:pt x="1" y="2204"/>
                  <a:pt x="1" y="2246"/>
                  <a:pt x="22" y="2289"/>
                </a:cubicBezTo>
                <a:cubicBezTo>
                  <a:pt x="22" y="2545"/>
                  <a:pt x="214" y="2758"/>
                  <a:pt x="470" y="2801"/>
                </a:cubicBezTo>
                <a:cubicBezTo>
                  <a:pt x="726" y="2801"/>
                  <a:pt x="939" y="2566"/>
                  <a:pt x="960" y="2310"/>
                </a:cubicBezTo>
                <a:cubicBezTo>
                  <a:pt x="960" y="2243"/>
                  <a:pt x="960" y="2108"/>
                  <a:pt x="918" y="2034"/>
                </a:cubicBezTo>
                <a:lnTo>
                  <a:pt x="918" y="2034"/>
                </a:lnTo>
                <a:lnTo>
                  <a:pt x="918" y="2033"/>
                </a:lnTo>
                <a:lnTo>
                  <a:pt x="918" y="1777"/>
                </a:lnTo>
                <a:lnTo>
                  <a:pt x="918" y="1649"/>
                </a:lnTo>
                <a:lnTo>
                  <a:pt x="918" y="1585"/>
                </a:lnTo>
                <a:cubicBezTo>
                  <a:pt x="918" y="1500"/>
                  <a:pt x="939" y="1393"/>
                  <a:pt x="960" y="1308"/>
                </a:cubicBezTo>
                <a:cubicBezTo>
                  <a:pt x="1003" y="1137"/>
                  <a:pt x="1046" y="988"/>
                  <a:pt x="1088" y="817"/>
                </a:cubicBezTo>
                <a:cubicBezTo>
                  <a:pt x="1088" y="817"/>
                  <a:pt x="1133" y="743"/>
                  <a:pt x="1123" y="743"/>
                </a:cubicBezTo>
                <a:lnTo>
                  <a:pt x="1123" y="743"/>
                </a:lnTo>
                <a:cubicBezTo>
                  <a:pt x="1121" y="743"/>
                  <a:pt x="1117" y="746"/>
                  <a:pt x="1110" y="754"/>
                </a:cubicBezTo>
                <a:cubicBezTo>
                  <a:pt x="1152" y="711"/>
                  <a:pt x="1174" y="647"/>
                  <a:pt x="1174" y="583"/>
                </a:cubicBezTo>
                <a:cubicBezTo>
                  <a:pt x="1174" y="540"/>
                  <a:pt x="1216" y="455"/>
                  <a:pt x="1259" y="370"/>
                </a:cubicBezTo>
                <a:cubicBezTo>
                  <a:pt x="1341" y="172"/>
                  <a:pt x="1183"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99"/>
          <p:cNvSpPr/>
          <p:nvPr/>
        </p:nvSpPr>
        <p:spPr>
          <a:xfrm rot="5400000">
            <a:off x="834869" y="3780015"/>
            <a:ext cx="97661" cy="132051"/>
          </a:xfrm>
          <a:custGeom>
            <a:rect b="b" l="l" r="r" t="t"/>
            <a:pathLst>
              <a:path extrusionOk="0" h="2254" w="1667">
                <a:moveTo>
                  <a:pt x="321" y="0"/>
                </a:moveTo>
                <a:cubicBezTo>
                  <a:pt x="153" y="0"/>
                  <a:pt x="0" y="155"/>
                  <a:pt x="46" y="355"/>
                </a:cubicBezTo>
                <a:cubicBezTo>
                  <a:pt x="153" y="653"/>
                  <a:pt x="259" y="931"/>
                  <a:pt x="409" y="1187"/>
                </a:cubicBezTo>
                <a:cubicBezTo>
                  <a:pt x="520" y="1428"/>
                  <a:pt x="631" y="1637"/>
                  <a:pt x="729" y="1855"/>
                </a:cubicBezTo>
                <a:lnTo>
                  <a:pt x="729" y="1855"/>
                </a:lnTo>
                <a:cubicBezTo>
                  <a:pt x="729" y="1874"/>
                  <a:pt x="729" y="1893"/>
                  <a:pt x="729" y="1912"/>
                </a:cubicBezTo>
                <a:cubicBezTo>
                  <a:pt x="771" y="2082"/>
                  <a:pt x="899" y="2189"/>
                  <a:pt x="1048" y="2232"/>
                </a:cubicBezTo>
                <a:cubicBezTo>
                  <a:pt x="1094" y="2247"/>
                  <a:pt x="1139" y="2254"/>
                  <a:pt x="1183" y="2254"/>
                </a:cubicBezTo>
                <a:cubicBezTo>
                  <a:pt x="1264" y="2254"/>
                  <a:pt x="1342" y="2230"/>
                  <a:pt x="1411" y="2189"/>
                </a:cubicBezTo>
                <a:cubicBezTo>
                  <a:pt x="1518" y="2125"/>
                  <a:pt x="1603" y="2040"/>
                  <a:pt x="1624" y="1912"/>
                </a:cubicBezTo>
                <a:cubicBezTo>
                  <a:pt x="1667" y="1741"/>
                  <a:pt x="1624" y="1570"/>
                  <a:pt x="1518" y="1443"/>
                </a:cubicBezTo>
                <a:cubicBezTo>
                  <a:pt x="1502" y="1435"/>
                  <a:pt x="1492" y="1430"/>
                  <a:pt x="1488" y="1430"/>
                </a:cubicBezTo>
                <a:lnTo>
                  <a:pt x="1488" y="1430"/>
                </a:lnTo>
                <a:cubicBezTo>
                  <a:pt x="1481" y="1430"/>
                  <a:pt x="1491" y="1445"/>
                  <a:pt x="1518" y="1485"/>
                </a:cubicBezTo>
                <a:lnTo>
                  <a:pt x="1475" y="1443"/>
                </a:lnTo>
                <a:lnTo>
                  <a:pt x="1411" y="1357"/>
                </a:lnTo>
                <a:cubicBezTo>
                  <a:pt x="1368" y="1293"/>
                  <a:pt x="1326" y="1229"/>
                  <a:pt x="1283" y="1165"/>
                </a:cubicBezTo>
                <a:lnTo>
                  <a:pt x="1048" y="803"/>
                </a:lnTo>
                <a:cubicBezTo>
                  <a:pt x="899" y="568"/>
                  <a:pt x="707" y="312"/>
                  <a:pt x="515" y="78"/>
                </a:cubicBezTo>
                <a:cubicBezTo>
                  <a:pt x="455" y="24"/>
                  <a:pt x="387" y="0"/>
                  <a:pt x="32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99"/>
          <p:cNvSpPr/>
          <p:nvPr/>
        </p:nvSpPr>
        <p:spPr>
          <a:xfrm rot="5400000">
            <a:off x="815360" y="3578895"/>
            <a:ext cx="91275" cy="128477"/>
          </a:xfrm>
          <a:custGeom>
            <a:rect b="b" l="l" r="r" t="t"/>
            <a:pathLst>
              <a:path extrusionOk="0" h="2193" w="1558">
                <a:moveTo>
                  <a:pt x="378" y="1"/>
                </a:moveTo>
                <a:cubicBezTo>
                  <a:pt x="204" y="1"/>
                  <a:pt x="33" y="120"/>
                  <a:pt x="22" y="342"/>
                </a:cubicBezTo>
                <a:lnTo>
                  <a:pt x="0" y="363"/>
                </a:lnTo>
                <a:cubicBezTo>
                  <a:pt x="0" y="662"/>
                  <a:pt x="64" y="961"/>
                  <a:pt x="192" y="1238"/>
                </a:cubicBezTo>
                <a:cubicBezTo>
                  <a:pt x="235" y="1387"/>
                  <a:pt x="320" y="1515"/>
                  <a:pt x="405" y="1664"/>
                </a:cubicBezTo>
                <a:cubicBezTo>
                  <a:pt x="448" y="1728"/>
                  <a:pt x="469" y="1792"/>
                  <a:pt x="512" y="1835"/>
                </a:cubicBezTo>
                <a:cubicBezTo>
                  <a:pt x="533" y="1899"/>
                  <a:pt x="576" y="1942"/>
                  <a:pt x="640" y="2006"/>
                </a:cubicBezTo>
                <a:cubicBezTo>
                  <a:pt x="683" y="2048"/>
                  <a:pt x="747" y="2091"/>
                  <a:pt x="811" y="2133"/>
                </a:cubicBezTo>
                <a:lnTo>
                  <a:pt x="917" y="2176"/>
                </a:lnTo>
                <a:cubicBezTo>
                  <a:pt x="949" y="2187"/>
                  <a:pt x="981" y="2192"/>
                  <a:pt x="1013" y="2192"/>
                </a:cubicBezTo>
                <a:cubicBezTo>
                  <a:pt x="1045" y="2192"/>
                  <a:pt x="1077" y="2187"/>
                  <a:pt x="1109" y="2176"/>
                </a:cubicBezTo>
                <a:cubicBezTo>
                  <a:pt x="1216" y="2176"/>
                  <a:pt x="1323" y="2133"/>
                  <a:pt x="1408" y="2048"/>
                </a:cubicBezTo>
                <a:cubicBezTo>
                  <a:pt x="1450" y="1984"/>
                  <a:pt x="1493" y="1920"/>
                  <a:pt x="1536" y="1835"/>
                </a:cubicBezTo>
                <a:cubicBezTo>
                  <a:pt x="1557" y="1707"/>
                  <a:pt x="1536" y="1558"/>
                  <a:pt x="1472" y="1451"/>
                </a:cubicBezTo>
                <a:cubicBezTo>
                  <a:pt x="1429" y="1387"/>
                  <a:pt x="1386" y="1323"/>
                  <a:pt x="1323" y="1259"/>
                </a:cubicBezTo>
                <a:lnTo>
                  <a:pt x="1237" y="1174"/>
                </a:lnTo>
                <a:cubicBezTo>
                  <a:pt x="1183" y="1120"/>
                  <a:pt x="1130" y="1066"/>
                  <a:pt x="1076" y="1012"/>
                </a:cubicBezTo>
                <a:lnTo>
                  <a:pt x="1076" y="1012"/>
                </a:lnTo>
                <a:cubicBezTo>
                  <a:pt x="991" y="889"/>
                  <a:pt x="916" y="759"/>
                  <a:pt x="852" y="636"/>
                </a:cubicBezTo>
                <a:lnTo>
                  <a:pt x="852" y="636"/>
                </a:lnTo>
                <a:cubicBezTo>
                  <a:pt x="831" y="573"/>
                  <a:pt x="810" y="511"/>
                  <a:pt x="789" y="449"/>
                </a:cubicBezTo>
                <a:lnTo>
                  <a:pt x="789" y="406"/>
                </a:lnTo>
                <a:cubicBezTo>
                  <a:pt x="768" y="363"/>
                  <a:pt x="768" y="342"/>
                  <a:pt x="747" y="299"/>
                </a:cubicBezTo>
                <a:lnTo>
                  <a:pt x="747" y="299"/>
                </a:lnTo>
                <a:lnTo>
                  <a:pt x="768" y="363"/>
                </a:lnTo>
                <a:cubicBezTo>
                  <a:pt x="747" y="321"/>
                  <a:pt x="725" y="278"/>
                  <a:pt x="725" y="257"/>
                </a:cubicBezTo>
                <a:cubicBezTo>
                  <a:pt x="667" y="83"/>
                  <a:pt x="522"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99"/>
          <p:cNvSpPr/>
          <p:nvPr/>
        </p:nvSpPr>
        <p:spPr>
          <a:xfrm rot="5400000">
            <a:off x="561831" y="3398543"/>
            <a:ext cx="113655" cy="156773"/>
          </a:xfrm>
          <a:custGeom>
            <a:rect b="b" l="l" r="r" t="t"/>
            <a:pathLst>
              <a:path extrusionOk="0" h="2676" w="1940">
                <a:moveTo>
                  <a:pt x="1535" y="1"/>
                </a:moveTo>
                <a:cubicBezTo>
                  <a:pt x="1462" y="1"/>
                  <a:pt x="1387" y="29"/>
                  <a:pt x="1322" y="94"/>
                </a:cubicBezTo>
                <a:lnTo>
                  <a:pt x="1289" y="144"/>
                </a:lnTo>
                <a:lnTo>
                  <a:pt x="1289" y="144"/>
                </a:lnTo>
                <a:cubicBezTo>
                  <a:pt x="1277" y="150"/>
                  <a:pt x="1231" y="185"/>
                  <a:pt x="1216" y="200"/>
                </a:cubicBezTo>
                <a:cubicBezTo>
                  <a:pt x="1216" y="200"/>
                  <a:pt x="1152" y="264"/>
                  <a:pt x="1130" y="307"/>
                </a:cubicBezTo>
                <a:lnTo>
                  <a:pt x="960" y="499"/>
                </a:lnTo>
                <a:cubicBezTo>
                  <a:pt x="832" y="670"/>
                  <a:pt x="725" y="840"/>
                  <a:pt x="618" y="1011"/>
                </a:cubicBezTo>
                <a:cubicBezTo>
                  <a:pt x="512" y="1160"/>
                  <a:pt x="427" y="1309"/>
                  <a:pt x="341" y="1480"/>
                </a:cubicBezTo>
                <a:cubicBezTo>
                  <a:pt x="235" y="1651"/>
                  <a:pt x="149" y="1864"/>
                  <a:pt x="85" y="2056"/>
                </a:cubicBezTo>
                <a:cubicBezTo>
                  <a:pt x="0" y="2312"/>
                  <a:pt x="149" y="2589"/>
                  <a:pt x="427" y="2653"/>
                </a:cubicBezTo>
                <a:cubicBezTo>
                  <a:pt x="464" y="2668"/>
                  <a:pt x="507" y="2675"/>
                  <a:pt x="552" y="2675"/>
                </a:cubicBezTo>
                <a:cubicBezTo>
                  <a:pt x="634" y="2675"/>
                  <a:pt x="720" y="2652"/>
                  <a:pt x="789" y="2610"/>
                </a:cubicBezTo>
                <a:cubicBezTo>
                  <a:pt x="896" y="2546"/>
                  <a:pt x="981" y="2440"/>
                  <a:pt x="1024" y="2312"/>
                </a:cubicBezTo>
                <a:cubicBezTo>
                  <a:pt x="1045" y="2290"/>
                  <a:pt x="1045" y="2248"/>
                  <a:pt x="1066" y="2205"/>
                </a:cubicBezTo>
                <a:cubicBezTo>
                  <a:pt x="1088" y="2162"/>
                  <a:pt x="1088" y="2098"/>
                  <a:pt x="1088" y="2035"/>
                </a:cubicBezTo>
                <a:cubicBezTo>
                  <a:pt x="1088" y="2045"/>
                  <a:pt x="1088" y="2059"/>
                  <a:pt x="1088" y="2077"/>
                </a:cubicBezTo>
                <a:cubicBezTo>
                  <a:pt x="1088" y="2077"/>
                  <a:pt x="1152" y="1843"/>
                  <a:pt x="1152" y="1821"/>
                </a:cubicBezTo>
                <a:cubicBezTo>
                  <a:pt x="1194" y="1736"/>
                  <a:pt x="1216" y="1651"/>
                  <a:pt x="1237" y="1587"/>
                </a:cubicBezTo>
                <a:cubicBezTo>
                  <a:pt x="1237" y="1571"/>
                  <a:pt x="1272" y="1485"/>
                  <a:pt x="1273" y="1485"/>
                </a:cubicBezTo>
                <a:lnTo>
                  <a:pt x="1273" y="1485"/>
                </a:lnTo>
                <a:cubicBezTo>
                  <a:pt x="1273" y="1485"/>
                  <a:pt x="1269" y="1495"/>
                  <a:pt x="1258" y="1523"/>
                </a:cubicBezTo>
                <a:cubicBezTo>
                  <a:pt x="1280" y="1480"/>
                  <a:pt x="1301" y="1437"/>
                  <a:pt x="1322" y="1416"/>
                </a:cubicBezTo>
                <a:cubicBezTo>
                  <a:pt x="1386" y="1245"/>
                  <a:pt x="1472" y="1096"/>
                  <a:pt x="1557" y="947"/>
                </a:cubicBezTo>
                <a:cubicBezTo>
                  <a:pt x="1599" y="862"/>
                  <a:pt x="1642" y="776"/>
                  <a:pt x="1685" y="712"/>
                </a:cubicBezTo>
                <a:cubicBezTo>
                  <a:pt x="1727" y="627"/>
                  <a:pt x="1727" y="627"/>
                  <a:pt x="1749" y="606"/>
                </a:cubicBezTo>
                <a:lnTo>
                  <a:pt x="1770" y="542"/>
                </a:lnTo>
                <a:lnTo>
                  <a:pt x="1813" y="478"/>
                </a:lnTo>
                <a:cubicBezTo>
                  <a:pt x="1940" y="239"/>
                  <a:pt x="1747" y="1"/>
                  <a:pt x="15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99"/>
          <p:cNvSpPr/>
          <p:nvPr/>
        </p:nvSpPr>
        <p:spPr>
          <a:xfrm rot="5400000">
            <a:off x="766295" y="3382550"/>
            <a:ext cx="156246" cy="96372"/>
          </a:xfrm>
          <a:custGeom>
            <a:rect b="b" l="l" r="r" t="t"/>
            <a:pathLst>
              <a:path extrusionOk="0" h="1645" w="2667">
                <a:moveTo>
                  <a:pt x="534" y="1"/>
                </a:moveTo>
                <a:cubicBezTo>
                  <a:pt x="367" y="1"/>
                  <a:pt x="214" y="96"/>
                  <a:pt x="128" y="233"/>
                </a:cubicBezTo>
                <a:cubicBezTo>
                  <a:pt x="0" y="425"/>
                  <a:pt x="43" y="681"/>
                  <a:pt x="192" y="830"/>
                </a:cubicBezTo>
                <a:cubicBezTo>
                  <a:pt x="256" y="873"/>
                  <a:pt x="320" y="937"/>
                  <a:pt x="384" y="958"/>
                </a:cubicBezTo>
                <a:cubicBezTo>
                  <a:pt x="448" y="1001"/>
                  <a:pt x="512" y="1022"/>
                  <a:pt x="598" y="1043"/>
                </a:cubicBezTo>
                <a:lnTo>
                  <a:pt x="832" y="1150"/>
                </a:lnTo>
                <a:cubicBezTo>
                  <a:pt x="981" y="1214"/>
                  <a:pt x="1152" y="1278"/>
                  <a:pt x="1301" y="1342"/>
                </a:cubicBezTo>
                <a:lnTo>
                  <a:pt x="1770" y="1491"/>
                </a:lnTo>
                <a:cubicBezTo>
                  <a:pt x="1920" y="1555"/>
                  <a:pt x="2112" y="1576"/>
                  <a:pt x="2282" y="1640"/>
                </a:cubicBezTo>
                <a:cubicBezTo>
                  <a:pt x="2299" y="1643"/>
                  <a:pt x="2315" y="1644"/>
                  <a:pt x="2332" y="1644"/>
                </a:cubicBezTo>
                <a:cubicBezTo>
                  <a:pt x="2446" y="1644"/>
                  <a:pt x="2565" y="1582"/>
                  <a:pt x="2602" y="1470"/>
                </a:cubicBezTo>
                <a:cubicBezTo>
                  <a:pt x="2666" y="1342"/>
                  <a:pt x="2602" y="1193"/>
                  <a:pt x="2496" y="1107"/>
                </a:cubicBezTo>
                <a:cubicBezTo>
                  <a:pt x="2432" y="1065"/>
                  <a:pt x="2368" y="1022"/>
                  <a:pt x="2282" y="958"/>
                </a:cubicBezTo>
                <a:lnTo>
                  <a:pt x="2218" y="915"/>
                </a:lnTo>
                <a:lnTo>
                  <a:pt x="2090" y="809"/>
                </a:lnTo>
                <a:cubicBezTo>
                  <a:pt x="1941" y="723"/>
                  <a:pt x="1792" y="638"/>
                  <a:pt x="1643" y="553"/>
                </a:cubicBezTo>
                <a:cubicBezTo>
                  <a:pt x="1493" y="468"/>
                  <a:pt x="1344" y="382"/>
                  <a:pt x="1195" y="276"/>
                </a:cubicBezTo>
                <a:cubicBezTo>
                  <a:pt x="1045" y="169"/>
                  <a:pt x="853" y="84"/>
                  <a:pt x="662" y="20"/>
                </a:cubicBezTo>
                <a:cubicBezTo>
                  <a:pt x="619" y="7"/>
                  <a:pt x="576" y="1"/>
                  <a:pt x="5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99"/>
          <p:cNvSpPr/>
          <p:nvPr/>
        </p:nvSpPr>
        <p:spPr>
          <a:xfrm rot="5400000">
            <a:off x="597656" y="3239047"/>
            <a:ext cx="149157" cy="106449"/>
          </a:xfrm>
          <a:custGeom>
            <a:rect b="b" l="l" r="r" t="t"/>
            <a:pathLst>
              <a:path extrusionOk="0" h="1817" w="2546">
                <a:moveTo>
                  <a:pt x="1877" y="633"/>
                </a:moveTo>
                <a:cubicBezTo>
                  <a:pt x="1875" y="633"/>
                  <a:pt x="1863" y="636"/>
                  <a:pt x="1834" y="643"/>
                </a:cubicBezTo>
                <a:cubicBezTo>
                  <a:pt x="1848" y="643"/>
                  <a:pt x="1882" y="633"/>
                  <a:pt x="1877" y="633"/>
                </a:cubicBezTo>
                <a:close/>
                <a:moveTo>
                  <a:pt x="2171" y="1"/>
                </a:moveTo>
                <a:cubicBezTo>
                  <a:pt x="2159" y="1"/>
                  <a:pt x="2146" y="1"/>
                  <a:pt x="2133" y="3"/>
                </a:cubicBezTo>
                <a:lnTo>
                  <a:pt x="2154" y="24"/>
                </a:lnTo>
                <a:cubicBezTo>
                  <a:pt x="2120" y="23"/>
                  <a:pt x="2085" y="22"/>
                  <a:pt x="2051" y="22"/>
                </a:cubicBezTo>
                <a:cubicBezTo>
                  <a:pt x="1680" y="22"/>
                  <a:pt x="1315" y="124"/>
                  <a:pt x="1003" y="280"/>
                </a:cubicBezTo>
                <a:cubicBezTo>
                  <a:pt x="917" y="323"/>
                  <a:pt x="853" y="366"/>
                  <a:pt x="768" y="408"/>
                </a:cubicBezTo>
                <a:cubicBezTo>
                  <a:pt x="725" y="451"/>
                  <a:pt x="704" y="472"/>
                  <a:pt x="661" y="494"/>
                </a:cubicBezTo>
                <a:cubicBezTo>
                  <a:pt x="597" y="536"/>
                  <a:pt x="555" y="579"/>
                  <a:pt x="491" y="621"/>
                </a:cubicBezTo>
                <a:cubicBezTo>
                  <a:pt x="528" y="597"/>
                  <a:pt x="544" y="586"/>
                  <a:pt x="546" y="586"/>
                </a:cubicBezTo>
                <a:lnTo>
                  <a:pt x="546" y="586"/>
                </a:lnTo>
                <a:cubicBezTo>
                  <a:pt x="547" y="586"/>
                  <a:pt x="542" y="591"/>
                  <a:pt x="533" y="600"/>
                </a:cubicBezTo>
                <a:lnTo>
                  <a:pt x="512" y="621"/>
                </a:lnTo>
                <a:cubicBezTo>
                  <a:pt x="469" y="643"/>
                  <a:pt x="427" y="685"/>
                  <a:pt x="384" y="707"/>
                </a:cubicBezTo>
                <a:cubicBezTo>
                  <a:pt x="341" y="749"/>
                  <a:pt x="320" y="771"/>
                  <a:pt x="299" y="813"/>
                </a:cubicBezTo>
                <a:cubicBezTo>
                  <a:pt x="235" y="856"/>
                  <a:pt x="192" y="920"/>
                  <a:pt x="149" y="984"/>
                </a:cubicBezTo>
                <a:cubicBezTo>
                  <a:pt x="124" y="1035"/>
                  <a:pt x="108" y="1070"/>
                  <a:pt x="101" y="1087"/>
                </a:cubicBezTo>
                <a:lnTo>
                  <a:pt x="101" y="1087"/>
                </a:lnTo>
                <a:cubicBezTo>
                  <a:pt x="104" y="1076"/>
                  <a:pt x="107" y="1063"/>
                  <a:pt x="107" y="1048"/>
                </a:cubicBezTo>
                <a:lnTo>
                  <a:pt x="107" y="1048"/>
                </a:lnTo>
                <a:cubicBezTo>
                  <a:pt x="98" y="1082"/>
                  <a:pt x="93" y="1099"/>
                  <a:pt x="94" y="1099"/>
                </a:cubicBezTo>
                <a:cubicBezTo>
                  <a:pt x="95" y="1099"/>
                  <a:pt x="97" y="1095"/>
                  <a:pt x="101" y="1087"/>
                </a:cubicBezTo>
                <a:lnTo>
                  <a:pt x="101" y="1087"/>
                </a:lnTo>
                <a:cubicBezTo>
                  <a:pt x="94" y="1106"/>
                  <a:pt x="85" y="1120"/>
                  <a:pt x="85" y="1133"/>
                </a:cubicBezTo>
                <a:cubicBezTo>
                  <a:pt x="22" y="1240"/>
                  <a:pt x="0" y="1368"/>
                  <a:pt x="43" y="1475"/>
                </a:cubicBezTo>
                <a:cubicBezTo>
                  <a:pt x="64" y="1602"/>
                  <a:pt x="149" y="1688"/>
                  <a:pt x="256" y="1752"/>
                </a:cubicBezTo>
                <a:cubicBezTo>
                  <a:pt x="325" y="1793"/>
                  <a:pt x="403" y="1817"/>
                  <a:pt x="478" y="1817"/>
                </a:cubicBezTo>
                <a:cubicBezTo>
                  <a:pt x="519" y="1817"/>
                  <a:pt x="560" y="1810"/>
                  <a:pt x="597" y="1794"/>
                </a:cubicBezTo>
                <a:cubicBezTo>
                  <a:pt x="725" y="1752"/>
                  <a:pt x="811" y="1688"/>
                  <a:pt x="875" y="1581"/>
                </a:cubicBezTo>
                <a:lnTo>
                  <a:pt x="875" y="1581"/>
                </a:lnTo>
                <a:cubicBezTo>
                  <a:pt x="888" y="1568"/>
                  <a:pt x="880" y="1576"/>
                  <a:pt x="896" y="1560"/>
                </a:cubicBezTo>
                <a:cubicBezTo>
                  <a:pt x="939" y="1517"/>
                  <a:pt x="981" y="1453"/>
                  <a:pt x="1024" y="1389"/>
                </a:cubicBezTo>
                <a:cubicBezTo>
                  <a:pt x="1045" y="1347"/>
                  <a:pt x="1066" y="1304"/>
                  <a:pt x="1088" y="1283"/>
                </a:cubicBezTo>
                <a:cubicBezTo>
                  <a:pt x="1102" y="1253"/>
                  <a:pt x="1137" y="1194"/>
                  <a:pt x="1130" y="1194"/>
                </a:cubicBezTo>
                <a:lnTo>
                  <a:pt x="1130" y="1194"/>
                </a:lnTo>
                <a:cubicBezTo>
                  <a:pt x="1127" y="1194"/>
                  <a:pt x="1115" y="1206"/>
                  <a:pt x="1088" y="1240"/>
                </a:cubicBezTo>
                <a:cubicBezTo>
                  <a:pt x="1130" y="1176"/>
                  <a:pt x="1194" y="1112"/>
                  <a:pt x="1237" y="1069"/>
                </a:cubicBezTo>
                <a:cubicBezTo>
                  <a:pt x="1301" y="1005"/>
                  <a:pt x="1301" y="1005"/>
                  <a:pt x="1322" y="984"/>
                </a:cubicBezTo>
                <a:lnTo>
                  <a:pt x="1386" y="941"/>
                </a:lnTo>
                <a:cubicBezTo>
                  <a:pt x="1514" y="835"/>
                  <a:pt x="1642" y="749"/>
                  <a:pt x="1792" y="664"/>
                </a:cubicBezTo>
                <a:lnTo>
                  <a:pt x="1834" y="643"/>
                </a:lnTo>
                <a:lnTo>
                  <a:pt x="1962" y="600"/>
                </a:lnTo>
                <a:cubicBezTo>
                  <a:pt x="2047" y="579"/>
                  <a:pt x="2111" y="558"/>
                  <a:pt x="2197" y="536"/>
                </a:cubicBezTo>
                <a:cubicBezTo>
                  <a:pt x="2545" y="495"/>
                  <a:pt x="2480" y="1"/>
                  <a:pt x="21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99"/>
          <p:cNvSpPr/>
          <p:nvPr/>
        </p:nvSpPr>
        <p:spPr>
          <a:xfrm rot="5400000">
            <a:off x="778715" y="3119330"/>
            <a:ext cx="73173" cy="129883"/>
          </a:xfrm>
          <a:custGeom>
            <a:rect b="b" l="l" r="r" t="t"/>
            <a:pathLst>
              <a:path extrusionOk="0" h="2217" w="1249">
                <a:moveTo>
                  <a:pt x="1089" y="1813"/>
                </a:moveTo>
                <a:lnTo>
                  <a:pt x="1089" y="1821"/>
                </a:lnTo>
                <a:lnTo>
                  <a:pt x="1089" y="1821"/>
                </a:lnTo>
                <a:cubicBezTo>
                  <a:pt x="1089" y="1818"/>
                  <a:pt x="1089" y="1816"/>
                  <a:pt x="1089" y="1813"/>
                </a:cubicBezTo>
                <a:close/>
                <a:moveTo>
                  <a:pt x="470" y="1"/>
                </a:moveTo>
                <a:cubicBezTo>
                  <a:pt x="278" y="1"/>
                  <a:pt x="108" y="129"/>
                  <a:pt x="44" y="320"/>
                </a:cubicBezTo>
                <a:cubicBezTo>
                  <a:pt x="1" y="448"/>
                  <a:pt x="1" y="576"/>
                  <a:pt x="22" y="726"/>
                </a:cubicBezTo>
                <a:cubicBezTo>
                  <a:pt x="22" y="790"/>
                  <a:pt x="44" y="854"/>
                  <a:pt x="65" y="918"/>
                </a:cubicBezTo>
                <a:cubicBezTo>
                  <a:pt x="108" y="1088"/>
                  <a:pt x="172" y="1259"/>
                  <a:pt x="236" y="1408"/>
                </a:cubicBezTo>
                <a:cubicBezTo>
                  <a:pt x="299" y="1536"/>
                  <a:pt x="363" y="1664"/>
                  <a:pt x="449" y="1771"/>
                </a:cubicBezTo>
                <a:cubicBezTo>
                  <a:pt x="491" y="1856"/>
                  <a:pt x="555" y="1920"/>
                  <a:pt x="598" y="1984"/>
                </a:cubicBezTo>
                <a:cubicBezTo>
                  <a:pt x="650" y="2053"/>
                  <a:pt x="715" y="2108"/>
                  <a:pt x="794" y="2137"/>
                </a:cubicBezTo>
                <a:lnTo>
                  <a:pt x="794" y="2137"/>
                </a:lnTo>
                <a:lnTo>
                  <a:pt x="811" y="2155"/>
                </a:lnTo>
                <a:cubicBezTo>
                  <a:pt x="854" y="2198"/>
                  <a:pt x="906" y="2216"/>
                  <a:pt x="956" y="2216"/>
                </a:cubicBezTo>
                <a:cubicBezTo>
                  <a:pt x="1105" y="2216"/>
                  <a:pt x="1248" y="2053"/>
                  <a:pt x="1153" y="1877"/>
                </a:cubicBezTo>
                <a:lnTo>
                  <a:pt x="1124" y="1877"/>
                </a:lnTo>
                <a:cubicBezTo>
                  <a:pt x="1122" y="1856"/>
                  <a:pt x="1117" y="1835"/>
                  <a:pt x="1110" y="1813"/>
                </a:cubicBezTo>
                <a:lnTo>
                  <a:pt x="1110" y="1792"/>
                </a:lnTo>
                <a:cubicBezTo>
                  <a:pt x="1110" y="1792"/>
                  <a:pt x="1089" y="1771"/>
                  <a:pt x="1089" y="1749"/>
                </a:cubicBezTo>
                <a:cubicBezTo>
                  <a:pt x="1067" y="1707"/>
                  <a:pt x="1046" y="1664"/>
                  <a:pt x="1046" y="1600"/>
                </a:cubicBezTo>
                <a:cubicBezTo>
                  <a:pt x="1003" y="1493"/>
                  <a:pt x="961" y="1387"/>
                  <a:pt x="939" y="1280"/>
                </a:cubicBezTo>
                <a:cubicBezTo>
                  <a:pt x="939" y="1238"/>
                  <a:pt x="918" y="1174"/>
                  <a:pt x="918" y="1131"/>
                </a:cubicBezTo>
                <a:lnTo>
                  <a:pt x="918" y="1110"/>
                </a:lnTo>
                <a:lnTo>
                  <a:pt x="918" y="1024"/>
                </a:lnTo>
                <a:cubicBezTo>
                  <a:pt x="900" y="937"/>
                  <a:pt x="897" y="849"/>
                  <a:pt x="909" y="750"/>
                </a:cubicBezTo>
                <a:lnTo>
                  <a:pt x="909" y="750"/>
                </a:lnTo>
                <a:cubicBezTo>
                  <a:pt x="910" y="741"/>
                  <a:pt x="911" y="731"/>
                  <a:pt x="912" y="722"/>
                </a:cubicBezTo>
                <a:lnTo>
                  <a:pt x="912" y="722"/>
                </a:lnTo>
                <a:cubicBezTo>
                  <a:pt x="914" y="709"/>
                  <a:pt x="916" y="696"/>
                  <a:pt x="918" y="683"/>
                </a:cubicBezTo>
                <a:lnTo>
                  <a:pt x="918" y="683"/>
                </a:lnTo>
                <a:lnTo>
                  <a:pt x="913" y="713"/>
                </a:lnTo>
                <a:lnTo>
                  <a:pt x="913" y="713"/>
                </a:lnTo>
                <a:cubicBezTo>
                  <a:pt x="918" y="661"/>
                  <a:pt x="918" y="608"/>
                  <a:pt x="918" y="555"/>
                </a:cubicBezTo>
                <a:cubicBezTo>
                  <a:pt x="918" y="470"/>
                  <a:pt x="897" y="384"/>
                  <a:pt x="897" y="320"/>
                </a:cubicBezTo>
                <a:cubicBezTo>
                  <a:pt x="875" y="214"/>
                  <a:pt x="811" y="150"/>
                  <a:pt x="726" y="86"/>
                </a:cubicBezTo>
                <a:cubicBezTo>
                  <a:pt x="662" y="22"/>
                  <a:pt x="555" y="1"/>
                  <a:pt x="47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99"/>
          <p:cNvSpPr/>
          <p:nvPr/>
        </p:nvSpPr>
        <p:spPr>
          <a:xfrm rot="5400000">
            <a:off x="382208" y="3201465"/>
            <a:ext cx="84655" cy="172064"/>
          </a:xfrm>
          <a:custGeom>
            <a:rect b="b" l="l" r="r" t="t"/>
            <a:pathLst>
              <a:path extrusionOk="0" h="2937" w="1445">
                <a:moveTo>
                  <a:pt x="528" y="0"/>
                </a:moveTo>
                <a:cubicBezTo>
                  <a:pt x="356" y="0"/>
                  <a:pt x="210" y="103"/>
                  <a:pt x="171" y="259"/>
                </a:cubicBezTo>
                <a:cubicBezTo>
                  <a:pt x="22" y="643"/>
                  <a:pt x="0" y="1069"/>
                  <a:pt x="43" y="1475"/>
                </a:cubicBezTo>
                <a:cubicBezTo>
                  <a:pt x="86" y="1880"/>
                  <a:pt x="192" y="2285"/>
                  <a:pt x="342" y="2690"/>
                </a:cubicBezTo>
                <a:cubicBezTo>
                  <a:pt x="391" y="2865"/>
                  <a:pt x="536" y="2937"/>
                  <a:pt x="699" y="2937"/>
                </a:cubicBezTo>
                <a:cubicBezTo>
                  <a:pt x="1034" y="2937"/>
                  <a:pt x="1445" y="2636"/>
                  <a:pt x="1259" y="2306"/>
                </a:cubicBezTo>
                <a:cubicBezTo>
                  <a:pt x="1195" y="2221"/>
                  <a:pt x="1152" y="2136"/>
                  <a:pt x="1109" y="2072"/>
                </a:cubicBezTo>
                <a:cubicBezTo>
                  <a:pt x="1089" y="2032"/>
                  <a:pt x="1083" y="2015"/>
                  <a:pt x="1085" y="2015"/>
                </a:cubicBezTo>
                <a:lnTo>
                  <a:pt x="1085" y="2015"/>
                </a:lnTo>
                <a:cubicBezTo>
                  <a:pt x="1086" y="2015"/>
                  <a:pt x="1098" y="2038"/>
                  <a:pt x="1109" y="2072"/>
                </a:cubicBezTo>
                <a:lnTo>
                  <a:pt x="1088" y="1986"/>
                </a:lnTo>
                <a:cubicBezTo>
                  <a:pt x="1067" y="1944"/>
                  <a:pt x="1067" y="1922"/>
                  <a:pt x="1045" y="1880"/>
                </a:cubicBezTo>
                <a:cubicBezTo>
                  <a:pt x="1003" y="1709"/>
                  <a:pt x="939" y="1517"/>
                  <a:pt x="917" y="1347"/>
                </a:cubicBezTo>
                <a:cubicBezTo>
                  <a:pt x="917" y="1304"/>
                  <a:pt x="896" y="1261"/>
                  <a:pt x="896" y="1240"/>
                </a:cubicBezTo>
                <a:cubicBezTo>
                  <a:pt x="896" y="1197"/>
                  <a:pt x="896" y="1176"/>
                  <a:pt x="896" y="1155"/>
                </a:cubicBezTo>
                <a:cubicBezTo>
                  <a:pt x="896" y="1069"/>
                  <a:pt x="896" y="963"/>
                  <a:pt x="875" y="877"/>
                </a:cubicBezTo>
                <a:lnTo>
                  <a:pt x="875" y="344"/>
                </a:lnTo>
                <a:cubicBezTo>
                  <a:pt x="875" y="174"/>
                  <a:pt x="747" y="24"/>
                  <a:pt x="576" y="3"/>
                </a:cubicBezTo>
                <a:cubicBezTo>
                  <a:pt x="560" y="1"/>
                  <a:pt x="544" y="0"/>
                  <a:pt x="5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99"/>
          <p:cNvSpPr/>
          <p:nvPr/>
        </p:nvSpPr>
        <p:spPr>
          <a:xfrm rot="5400000">
            <a:off x="374387" y="3491545"/>
            <a:ext cx="78211" cy="155133"/>
          </a:xfrm>
          <a:custGeom>
            <a:rect b="b" l="l" r="r" t="t"/>
            <a:pathLst>
              <a:path extrusionOk="0" h="2648" w="1335">
                <a:moveTo>
                  <a:pt x="972" y="1"/>
                </a:moveTo>
                <a:cubicBezTo>
                  <a:pt x="824" y="1"/>
                  <a:pt x="702" y="83"/>
                  <a:pt x="664" y="236"/>
                </a:cubicBezTo>
                <a:lnTo>
                  <a:pt x="664" y="236"/>
                </a:lnTo>
                <a:cubicBezTo>
                  <a:pt x="648" y="252"/>
                  <a:pt x="633" y="270"/>
                  <a:pt x="619" y="289"/>
                </a:cubicBezTo>
                <a:cubicBezTo>
                  <a:pt x="598" y="353"/>
                  <a:pt x="576" y="395"/>
                  <a:pt x="555" y="459"/>
                </a:cubicBezTo>
                <a:cubicBezTo>
                  <a:pt x="513" y="523"/>
                  <a:pt x="491" y="608"/>
                  <a:pt x="449" y="694"/>
                </a:cubicBezTo>
                <a:cubicBezTo>
                  <a:pt x="406" y="864"/>
                  <a:pt x="363" y="1014"/>
                  <a:pt x="299" y="1163"/>
                </a:cubicBezTo>
                <a:cubicBezTo>
                  <a:pt x="257" y="1334"/>
                  <a:pt x="193" y="1483"/>
                  <a:pt x="150" y="1653"/>
                </a:cubicBezTo>
                <a:cubicBezTo>
                  <a:pt x="65" y="1824"/>
                  <a:pt x="22" y="2037"/>
                  <a:pt x="1" y="2229"/>
                </a:cubicBezTo>
                <a:cubicBezTo>
                  <a:pt x="1" y="2421"/>
                  <a:pt x="129" y="2570"/>
                  <a:pt x="299" y="2634"/>
                </a:cubicBezTo>
                <a:cubicBezTo>
                  <a:pt x="338" y="2643"/>
                  <a:pt x="376" y="2647"/>
                  <a:pt x="414" y="2647"/>
                </a:cubicBezTo>
                <a:cubicBezTo>
                  <a:pt x="565" y="2647"/>
                  <a:pt x="704" y="2579"/>
                  <a:pt x="790" y="2443"/>
                </a:cubicBezTo>
                <a:cubicBezTo>
                  <a:pt x="875" y="2251"/>
                  <a:pt x="939" y="2080"/>
                  <a:pt x="982" y="1888"/>
                </a:cubicBezTo>
                <a:lnTo>
                  <a:pt x="1110" y="1398"/>
                </a:lnTo>
                <a:cubicBezTo>
                  <a:pt x="1152" y="1227"/>
                  <a:pt x="1195" y="1078"/>
                  <a:pt x="1238" y="907"/>
                </a:cubicBezTo>
                <a:cubicBezTo>
                  <a:pt x="1259" y="822"/>
                  <a:pt x="1259" y="736"/>
                  <a:pt x="1280" y="651"/>
                </a:cubicBezTo>
                <a:cubicBezTo>
                  <a:pt x="1302" y="587"/>
                  <a:pt x="1302" y="523"/>
                  <a:pt x="1323" y="459"/>
                </a:cubicBezTo>
                <a:cubicBezTo>
                  <a:pt x="1318" y="436"/>
                  <a:pt x="1313" y="415"/>
                  <a:pt x="1306" y="394"/>
                </a:cubicBezTo>
                <a:lnTo>
                  <a:pt x="1306" y="394"/>
                </a:lnTo>
                <a:cubicBezTo>
                  <a:pt x="1335" y="229"/>
                  <a:pt x="1230" y="52"/>
                  <a:pt x="1067" y="11"/>
                </a:cubicBezTo>
                <a:cubicBezTo>
                  <a:pt x="1035" y="4"/>
                  <a:pt x="1003" y="1"/>
                  <a:pt x="97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99"/>
          <p:cNvSpPr/>
          <p:nvPr/>
        </p:nvSpPr>
        <p:spPr>
          <a:xfrm rot="5400000">
            <a:off x="176397" y="3684670"/>
            <a:ext cx="144998" cy="98013"/>
          </a:xfrm>
          <a:custGeom>
            <a:rect b="b" l="l" r="r" t="t"/>
            <a:pathLst>
              <a:path extrusionOk="0" h="1673" w="2475">
                <a:moveTo>
                  <a:pt x="422" y="1"/>
                </a:moveTo>
                <a:cubicBezTo>
                  <a:pt x="173" y="1"/>
                  <a:pt x="1" y="318"/>
                  <a:pt x="214" y="532"/>
                </a:cubicBezTo>
                <a:cubicBezTo>
                  <a:pt x="449" y="766"/>
                  <a:pt x="705" y="980"/>
                  <a:pt x="982" y="1171"/>
                </a:cubicBezTo>
                <a:cubicBezTo>
                  <a:pt x="1259" y="1363"/>
                  <a:pt x="1558" y="1534"/>
                  <a:pt x="1878" y="1662"/>
                </a:cubicBezTo>
                <a:cubicBezTo>
                  <a:pt x="1913" y="1669"/>
                  <a:pt x="1949" y="1673"/>
                  <a:pt x="1984" y="1673"/>
                </a:cubicBezTo>
                <a:cubicBezTo>
                  <a:pt x="2158" y="1673"/>
                  <a:pt x="2318" y="1584"/>
                  <a:pt x="2389" y="1406"/>
                </a:cubicBezTo>
                <a:cubicBezTo>
                  <a:pt x="2475" y="1214"/>
                  <a:pt x="2389" y="980"/>
                  <a:pt x="2198" y="873"/>
                </a:cubicBezTo>
                <a:cubicBezTo>
                  <a:pt x="2048" y="809"/>
                  <a:pt x="1878" y="745"/>
                  <a:pt x="1707" y="681"/>
                </a:cubicBezTo>
                <a:cubicBezTo>
                  <a:pt x="1664" y="681"/>
                  <a:pt x="1643" y="660"/>
                  <a:pt x="1600" y="638"/>
                </a:cubicBezTo>
                <a:lnTo>
                  <a:pt x="1600" y="638"/>
                </a:lnTo>
                <a:cubicBezTo>
                  <a:pt x="1615" y="638"/>
                  <a:pt x="1638" y="657"/>
                  <a:pt x="1640" y="657"/>
                </a:cubicBezTo>
                <a:cubicBezTo>
                  <a:pt x="1641" y="657"/>
                  <a:pt x="1636" y="653"/>
                  <a:pt x="1622" y="638"/>
                </a:cubicBezTo>
                <a:lnTo>
                  <a:pt x="1558" y="617"/>
                </a:lnTo>
                <a:lnTo>
                  <a:pt x="1366" y="510"/>
                </a:lnTo>
                <a:cubicBezTo>
                  <a:pt x="1089" y="382"/>
                  <a:pt x="811" y="212"/>
                  <a:pt x="577" y="41"/>
                </a:cubicBezTo>
                <a:cubicBezTo>
                  <a:pt x="524" y="13"/>
                  <a:pt x="472" y="1"/>
                  <a:pt x="42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99"/>
          <p:cNvSpPr/>
          <p:nvPr/>
        </p:nvSpPr>
        <p:spPr>
          <a:xfrm rot="5400000">
            <a:off x="257743" y="3890857"/>
            <a:ext cx="55011" cy="150446"/>
          </a:xfrm>
          <a:custGeom>
            <a:rect b="b" l="l" r="r" t="t"/>
            <a:pathLst>
              <a:path extrusionOk="0" h="2568" w="939">
                <a:moveTo>
                  <a:pt x="683" y="0"/>
                </a:moveTo>
                <a:cubicBezTo>
                  <a:pt x="533" y="0"/>
                  <a:pt x="384" y="86"/>
                  <a:pt x="342" y="235"/>
                </a:cubicBezTo>
                <a:cubicBezTo>
                  <a:pt x="235" y="533"/>
                  <a:pt x="150" y="853"/>
                  <a:pt x="107" y="1173"/>
                </a:cubicBezTo>
                <a:cubicBezTo>
                  <a:pt x="64" y="1344"/>
                  <a:pt x="43" y="1536"/>
                  <a:pt x="43" y="1706"/>
                </a:cubicBezTo>
                <a:cubicBezTo>
                  <a:pt x="43" y="1792"/>
                  <a:pt x="22" y="1877"/>
                  <a:pt x="22" y="1941"/>
                </a:cubicBezTo>
                <a:cubicBezTo>
                  <a:pt x="0" y="2048"/>
                  <a:pt x="22" y="2176"/>
                  <a:pt x="64" y="2282"/>
                </a:cubicBezTo>
                <a:cubicBezTo>
                  <a:pt x="101" y="2449"/>
                  <a:pt x="251" y="2568"/>
                  <a:pt x="430" y="2568"/>
                </a:cubicBezTo>
                <a:cubicBezTo>
                  <a:pt x="457" y="2568"/>
                  <a:pt x="484" y="2565"/>
                  <a:pt x="512" y="2559"/>
                </a:cubicBezTo>
                <a:cubicBezTo>
                  <a:pt x="704" y="2538"/>
                  <a:pt x="853" y="2367"/>
                  <a:pt x="853" y="2154"/>
                </a:cubicBezTo>
                <a:cubicBezTo>
                  <a:pt x="853" y="2133"/>
                  <a:pt x="853" y="2090"/>
                  <a:pt x="875" y="2069"/>
                </a:cubicBezTo>
                <a:cubicBezTo>
                  <a:pt x="875" y="1984"/>
                  <a:pt x="875" y="1898"/>
                  <a:pt x="853" y="1834"/>
                </a:cubicBezTo>
                <a:cubicBezTo>
                  <a:pt x="853" y="1834"/>
                  <a:pt x="853" y="1833"/>
                  <a:pt x="853" y="1832"/>
                </a:cubicBezTo>
                <a:lnTo>
                  <a:pt x="853" y="1832"/>
                </a:lnTo>
                <a:cubicBezTo>
                  <a:pt x="853" y="1827"/>
                  <a:pt x="853" y="1821"/>
                  <a:pt x="853" y="1813"/>
                </a:cubicBezTo>
                <a:lnTo>
                  <a:pt x="853" y="1685"/>
                </a:lnTo>
                <a:lnTo>
                  <a:pt x="853" y="1216"/>
                </a:lnTo>
                <a:cubicBezTo>
                  <a:pt x="853" y="1067"/>
                  <a:pt x="875" y="917"/>
                  <a:pt x="896" y="768"/>
                </a:cubicBezTo>
                <a:lnTo>
                  <a:pt x="917" y="640"/>
                </a:lnTo>
                <a:lnTo>
                  <a:pt x="917" y="597"/>
                </a:lnTo>
                <a:cubicBezTo>
                  <a:pt x="917" y="491"/>
                  <a:pt x="939" y="405"/>
                  <a:pt x="939" y="299"/>
                </a:cubicBezTo>
                <a:cubicBezTo>
                  <a:pt x="939" y="150"/>
                  <a:pt x="832" y="22"/>
                  <a:pt x="68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99"/>
          <p:cNvSpPr/>
          <p:nvPr/>
        </p:nvSpPr>
        <p:spPr>
          <a:xfrm rot="5400000">
            <a:off x="246875" y="4131083"/>
            <a:ext cx="167260" cy="75047"/>
          </a:xfrm>
          <a:custGeom>
            <a:rect b="b" l="l" r="r" t="t"/>
            <a:pathLst>
              <a:path extrusionOk="0" h="1281" w="2855">
                <a:moveTo>
                  <a:pt x="430" y="1"/>
                </a:moveTo>
                <a:cubicBezTo>
                  <a:pt x="161" y="1"/>
                  <a:pt x="0" y="415"/>
                  <a:pt x="316" y="556"/>
                </a:cubicBezTo>
                <a:cubicBezTo>
                  <a:pt x="615" y="748"/>
                  <a:pt x="935" y="918"/>
                  <a:pt x="1276" y="1046"/>
                </a:cubicBezTo>
                <a:cubicBezTo>
                  <a:pt x="1425" y="1089"/>
                  <a:pt x="1596" y="1153"/>
                  <a:pt x="1745" y="1196"/>
                </a:cubicBezTo>
                <a:cubicBezTo>
                  <a:pt x="1937" y="1260"/>
                  <a:pt x="2129" y="1281"/>
                  <a:pt x="2342" y="1281"/>
                </a:cubicBezTo>
                <a:cubicBezTo>
                  <a:pt x="2769" y="1260"/>
                  <a:pt x="2854" y="641"/>
                  <a:pt x="2428" y="513"/>
                </a:cubicBezTo>
                <a:cubicBezTo>
                  <a:pt x="2364" y="492"/>
                  <a:pt x="2278" y="470"/>
                  <a:pt x="2193" y="470"/>
                </a:cubicBezTo>
                <a:lnTo>
                  <a:pt x="2001" y="449"/>
                </a:lnTo>
                <a:cubicBezTo>
                  <a:pt x="1987" y="449"/>
                  <a:pt x="1925" y="440"/>
                  <a:pt x="1911" y="440"/>
                </a:cubicBezTo>
                <a:cubicBezTo>
                  <a:pt x="1904" y="440"/>
                  <a:pt x="1909" y="442"/>
                  <a:pt x="1937" y="449"/>
                </a:cubicBezTo>
                <a:cubicBezTo>
                  <a:pt x="1788" y="428"/>
                  <a:pt x="1639" y="385"/>
                  <a:pt x="1489" y="364"/>
                </a:cubicBezTo>
                <a:cubicBezTo>
                  <a:pt x="1319" y="321"/>
                  <a:pt x="1169" y="279"/>
                  <a:pt x="1041" y="215"/>
                </a:cubicBezTo>
                <a:cubicBezTo>
                  <a:pt x="892" y="172"/>
                  <a:pt x="743" y="129"/>
                  <a:pt x="615" y="65"/>
                </a:cubicBezTo>
                <a:cubicBezTo>
                  <a:pt x="551" y="20"/>
                  <a:pt x="488" y="1"/>
                  <a:pt x="43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99"/>
          <p:cNvSpPr/>
          <p:nvPr/>
        </p:nvSpPr>
        <p:spPr>
          <a:xfrm rot="5400000">
            <a:off x="459394" y="4141715"/>
            <a:ext cx="106097" cy="140370"/>
          </a:xfrm>
          <a:custGeom>
            <a:rect b="b" l="l" r="r" t="t"/>
            <a:pathLst>
              <a:path extrusionOk="0" h="2396" w="1811">
                <a:moveTo>
                  <a:pt x="975" y="2214"/>
                </a:moveTo>
                <a:cubicBezTo>
                  <a:pt x="972" y="2221"/>
                  <a:pt x="970" y="2228"/>
                  <a:pt x="967" y="2235"/>
                </a:cubicBezTo>
                <a:lnTo>
                  <a:pt x="967" y="2235"/>
                </a:lnTo>
                <a:cubicBezTo>
                  <a:pt x="971" y="2228"/>
                  <a:pt x="975" y="2220"/>
                  <a:pt x="975" y="2214"/>
                </a:cubicBezTo>
                <a:close/>
                <a:moveTo>
                  <a:pt x="1540" y="0"/>
                </a:moveTo>
                <a:cubicBezTo>
                  <a:pt x="1454" y="0"/>
                  <a:pt x="1371" y="45"/>
                  <a:pt x="1337" y="145"/>
                </a:cubicBezTo>
                <a:lnTo>
                  <a:pt x="1337" y="167"/>
                </a:lnTo>
                <a:cubicBezTo>
                  <a:pt x="1231" y="487"/>
                  <a:pt x="1081" y="785"/>
                  <a:pt x="911" y="1041"/>
                </a:cubicBezTo>
                <a:cubicBezTo>
                  <a:pt x="868" y="1126"/>
                  <a:pt x="804" y="1190"/>
                  <a:pt x="761" y="1254"/>
                </a:cubicBezTo>
                <a:lnTo>
                  <a:pt x="697" y="1361"/>
                </a:lnTo>
                <a:cubicBezTo>
                  <a:pt x="697" y="1361"/>
                  <a:pt x="638" y="1435"/>
                  <a:pt x="643" y="1435"/>
                </a:cubicBezTo>
                <a:cubicBezTo>
                  <a:pt x="644" y="1435"/>
                  <a:pt x="648" y="1432"/>
                  <a:pt x="655" y="1425"/>
                </a:cubicBezTo>
                <a:lnTo>
                  <a:pt x="655" y="1425"/>
                </a:lnTo>
                <a:cubicBezTo>
                  <a:pt x="591" y="1489"/>
                  <a:pt x="548" y="1553"/>
                  <a:pt x="484" y="1617"/>
                </a:cubicBezTo>
                <a:cubicBezTo>
                  <a:pt x="420" y="1681"/>
                  <a:pt x="420" y="1681"/>
                  <a:pt x="399" y="1702"/>
                </a:cubicBezTo>
                <a:cubicBezTo>
                  <a:pt x="399" y="1702"/>
                  <a:pt x="399" y="1702"/>
                  <a:pt x="399" y="1702"/>
                </a:cubicBezTo>
                <a:lnTo>
                  <a:pt x="399" y="1702"/>
                </a:lnTo>
                <a:cubicBezTo>
                  <a:pt x="388" y="1708"/>
                  <a:pt x="382" y="1713"/>
                  <a:pt x="378" y="1717"/>
                </a:cubicBezTo>
                <a:lnTo>
                  <a:pt x="378" y="1717"/>
                </a:lnTo>
                <a:cubicBezTo>
                  <a:pt x="385" y="1714"/>
                  <a:pt x="392" y="1709"/>
                  <a:pt x="399" y="1702"/>
                </a:cubicBezTo>
                <a:lnTo>
                  <a:pt x="399" y="1702"/>
                </a:lnTo>
                <a:cubicBezTo>
                  <a:pt x="390" y="1720"/>
                  <a:pt x="381" y="1727"/>
                  <a:pt x="377" y="1727"/>
                </a:cubicBezTo>
                <a:cubicBezTo>
                  <a:pt x="373" y="1727"/>
                  <a:pt x="373" y="1723"/>
                  <a:pt x="378" y="1717"/>
                </a:cubicBezTo>
                <a:lnTo>
                  <a:pt x="378" y="1717"/>
                </a:lnTo>
                <a:cubicBezTo>
                  <a:pt x="364" y="1724"/>
                  <a:pt x="349" y="1724"/>
                  <a:pt x="335" y="1724"/>
                </a:cubicBezTo>
                <a:cubicBezTo>
                  <a:pt x="0" y="1947"/>
                  <a:pt x="427" y="2395"/>
                  <a:pt x="736" y="2395"/>
                </a:cubicBezTo>
                <a:cubicBezTo>
                  <a:pt x="835" y="2395"/>
                  <a:pt x="921" y="2349"/>
                  <a:pt x="967" y="2235"/>
                </a:cubicBezTo>
                <a:lnTo>
                  <a:pt x="967" y="2235"/>
                </a:lnTo>
                <a:cubicBezTo>
                  <a:pt x="963" y="2242"/>
                  <a:pt x="958" y="2248"/>
                  <a:pt x="956" y="2248"/>
                </a:cubicBezTo>
                <a:cubicBezTo>
                  <a:pt x="954" y="2248"/>
                  <a:pt x="958" y="2239"/>
                  <a:pt x="975" y="2214"/>
                </a:cubicBezTo>
                <a:lnTo>
                  <a:pt x="975" y="2214"/>
                </a:lnTo>
                <a:cubicBezTo>
                  <a:pt x="975" y="2214"/>
                  <a:pt x="975" y="2214"/>
                  <a:pt x="975" y="2214"/>
                </a:cubicBezTo>
                <a:lnTo>
                  <a:pt x="996" y="2150"/>
                </a:lnTo>
                <a:cubicBezTo>
                  <a:pt x="1017" y="2107"/>
                  <a:pt x="1039" y="2086"/>
                  <a:pt x="1081" y="2044"/>
                </a:cubicBezTo>
                <a:cubicBezTo>
                  <a:pt x="1103" y="2001"/>
                  <a:pt x="1167" y="1894"/>
                  <a:pt x="1188" y="1809"/>
                </a:cubicBezTo>
                <a:cubicBezTo>
                  <a:pt x="1295" y="1638"/>
                  <a:pt x="1380" y="1468"/>
                  <a:pt x="1465" y="1276"/>
                </a:cubicBezTo>
                <a:cubicBezTo>
                  <a:pt x="1593" y="956"/>
                  <a:pt x="1700" y="615"/>
                  <a:pt x="1785" y="273"/>
                </a:cubicBezTo>
                <a:cubicBezTo>
                  <a:pt x="1811" y="105"/>
                  <a:pt x="1672" y="0"/>
                  <a:pt x="15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99"/>
          <p:cNvSpPr/>
          <p:nvPr/>
        </p:nvSpPr>
        <p:spPr>
          <a:xfrm rot="5400000">
            <a:off x="610721" y="4085592"/>
            <a:ext cx="97485" cy="85827"/>
          </a:xfrm>
          <a:custGeom>
            <a:rect b="b" l="l" r="r" t="t"/>
            <a:pathLst>
              <a:path extrusionOk="0" h="1465" w="1664">
                <a:moveTo>
                  <a:pt x="272" y="0"/>
                </a:moveTo>
                <a:cubicBezTo>
                  <a:pt x="245" y="0"/>
                  <a:pt x="219" y="5"/>
                  <a:pt x="192" y="14"/>
                </a:cubicBezTo>
                <a:cubicBezTo>
                  <a:pt x="149" y="36"/>
                  <a:pt x="107" y="57"/>
                  <a:pt x="85" y="100"/>
                </a:cubicBezTo>
                <a:cubicBezTo>
                  <a:pt x="0" y="185"/>
                  <a:pt x="21" y="313"/>
                  <a:pt x="85" y="398"/>
                </a:cubicBezTo>
                <a:lnTo>
                  <a:pt x="512" y="825"/>
                </a:lnTo>
                <a:cubicBezTo>
                  <a:pt x="576" y="910"/>
                  <a:pt x="640" y="974"/>
                  <a:pt x="704" y="1038"/>
                </a:cubicBezTo>
                <a:cubicBezTo>
                  <a:pt x="759" y="1111"/>
                  <a:pt x="830" y="1169"/>
                  <a:pt x="889" y="1238"/>
                </a:cubicBezTo>
                <a:lnTo>
                  <a:pt x="889" y="1238"/>
                </a:lnTo>
                <a:lnTo>
                  <a:pt x="917" y="1294"/>
                </a:lnTo>
                <a:cubicBezTo>
                  <a:pt x="1002" y="1400"/>
                  <a:pt x="1109" y="1464"/>
                  <a:pt x="1237" y="1464"/>
                </a:cubicBezTo>
                <a:cubicBezTo>
                  <a:pt x="1344" y="1464"/>
                  <a:pt x="1429" y="1422"/>
                  <a:pt x="1493" y="1358"/>
                </a:cubicBezTo>
                <a:cubicBezTo>
                  <a:pt x="1664" y="1187"/>
                  <a:pt x="1642" y="910"/>
                  <a:pt x="1429" y="782"/>
                </a:cubicBezTo>
                <a:cubicBezTo>
                  <a:pt x="1344" y="739"/>
                  <a:pt x="1258" y="675"/>
                  <a:pt x="1173" y="611"/>
                </a:cubicBezTo>
                <a:cubicBezTo>
                  <a:pt x="1066" y="547"/>
                  <a:pt x="981" y="505"/>
                  <a:pt x="896" y="419"/>
                </a:cubicBezTo>
                <a:lnTo>
                  <a:pt x="384" y="36"/>
                </a:lnTo>
                <a:cubicBezTo>
                  <a:pt x="347" y="11"/>
                  <a:pt x="309" y="0"/>
                  <a:pt x="27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99"/>
          <p:cNvSpPr/>
          <p:nvPr/>
        </p:nvSpPr>
        <p:spPr>
          <a:xfrm rot="5400000">
            <a:off x="795324" y="4111896"/>
            <a:ext cx="149860" cy="79148"/>
          </a:xfrm>
          <a:custGeom>
            <a:rect b="b" l="l" r="r" t="t"/>
            <a:pathLst>
              <a:path extrusionOk="0" h="1351" w="2558">
                <a:moveTo>
                  <a:pt x="425" y="0"/>
                </a:moveTo>
                <a:cubicBezTo>
                  <a:pt x="130" y="0"/>
                  <a:pt x="1" y="415"/>
                  <a:pt x="290" y="570"/>
                </a:cubicBezTo>
                <a:lnTo>
                  <a:pt x="1015" y="932"/>
                </a:lnTo>
                <a:cubicBezTo>
                  <a:pt x="1271" y="1039"/>
                  <a:pt x="1527" y="1167"/>
                  <a:pt x="1761" y="1295"/>
                </a:cubicBezTo>
                <a:cubicBezTo>
                  <a:pt x="1833" y="1334"/>
                  <a:pt x="1902" y="1351"/>
                  <a:pt x="1966" y="1351"/>
                </a:cubicBezTo>
                <a:cubicBezTo>
                  <a:pt x="2357" y="1351"/>
                  <a:pt x="2558" y="713"/>
                  <a:pt x="2081" y="548"/>
                </a:cubicBezTo>
                <a:cubicBezTo>
                  <a:pt x="1804" y="484"/>
                  <a:pt x="1548" y="378"/>
                  <a:pt x="1292" y="292"/>
                </a:cubicBezTo>
                <a:lnTo>
                  <a:pt x="524" y="15"/>
                </a:lnTo>
                <a:cubicBezTo>
                  <a:pt x="489" y="5"/>
                  <a:pt x="456" y="0"/>
                  <a:pt x="42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99"/>
          <p:cNvSpPr/>
          <p:nvPr/>
        </p:nvSpPr>
        <p:spPr>
          <a:xfrm rot="5400000">
            <a:off x="55417" y="4114679"/>
            <a:ext cx="102524" cy="130059"/>
          </a:xfrm>
          <a:custGeom>
            <a:rect b="b" l="l" r="r" t="t"/>
            <a:pathLst>
              <a:path extrusionOk="0" h="2220" w="1750">
                <a:moveTo>
                  <a:pt x="1420" y="1"/>
                </a:moveTo>
                <a:cubicBezTo>
                  <a:pt x="1347" y="1"/>
                  <a:pt x="1273" y="28"/>
                  <a:pt x="1216" y="84"/>
                </a:cubicBezTo>
                <a:lnTo>
                  <a:pt x="1195" y="84"/>
                </a:lnTo>
                <a:cubicBezTo>
                  <a:pt x="1152" y="148"/>
                  <a:pt x="1088" y="190"/>
                  <a:pt x="1046" y="254"/>
                </a:cubicBezTo>
                <a:lnTo>
                  <a:pt x="897" y="446"/>
                </a:lnTo>
                <a:cubicBezTo>
                  <a:pt x="790" y="574"/>
                  <a:pt x="683" y="702"/>
                  <a:pt x="577" y="852"/>
                </a:cubicBezTo>
                <a:lnTo>
                  <a:pt x="321" y="1214"/>
                </a:lnTo>
                <a:cubicBezTo>
                  <a:pt x="278" y="1299"/>
                  <a:pt x="214" y="1342"/>
                  <a:pt x="171" y="1427"/>
                </a:cubicBezTo>
                <a:cubicBezTo>
                  <a:pt x="129" y="1513"/>
                  <a:pt x="86" y="1619"/>
                  <a:pt x="44" y="1705"/>
                </a:cubicBezTo>
                <a:cubicBezTo>
                  <a:pt x="1" y="1897"/>
                  <a:pt x="86" y="2067"/>
                  <a:pt x="235" y="2174"/>
                </a:cubicBezTo>
                <a:cubicBezTo>
                  <a:pt x="290" y="2205"/>
                  <a:pt x="351" y="2219"/>
                  <a:pt x="413" y="2219"/>
                </a:cubicBezTo>
                <a:cubicBezTo>
                  <a:pt x="520" y="2219"/>
                  <a:pt x="631" y="2177"/>
                  <a:pt x="726" y="2110"/>
                </a:cubicBezTo>
                <a:cubicBezTo>
                  <a:pt x="790" y="2024"/>
                  <a:pt x="875" y="1960"/>
                  <a:pt x="939" y="1854"/>
                </a:cubicBezTo>
                <a:cubicBezTo>
                  <a:pt x="961" y="1811"/>
                  <a:pt x="1003" y="1747"/>
                  <a:pt x="1046" y="1683"/>
                </a:cubicBezTo>
                <a:lnTo>
                  <a:pt x="1259" y="1257"/>
                </a:lnTo>
                <a:cubicBezTo>
                  <a:pt x="1344" y="1129"/>
                  <a:pt x="1408" y="1001"/>
                  <a:pt x="1472" y="873"/>
                </a:cubicBezTo>
                <a:lnTo>
                  <a:pt x="1579" y="660"/>
                </a:lnTo>
                <a:cubicBezTo>
                  <a:pt x="1622" y="617"/>
                  <a:pt x="1643" y="553"/>
                  <a:pt x="1664" y="510"/>
                </a:cubicBezTo>
                <a:lnTo>
                  <a:pt x="1686" y="446"/>
                </a:lnTo>
                <a:cubicBezTo>
                  <a:pt x="1750" y="318"/>
                  <a:pt x="1728" y="148"/>
                  <a:pt x="1600" y="62"/>
                </a:cubicBezTo>
                <a:cubicBezTo>
                  <a:pt x="1550" y="22"/>
                  <a:pt x="1485" y="1"/>
                  <a:pt x="142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99"/>
          <p:cNvSpPr/>
          <p:nvPr/>
        </p:nvSpPr>
        <p:spPr>
          <a:xfrm rot="5400000">
            <a:off x="-9847" y="3907290"/>
            <a:ext cx="104984" cy="100063"/>
          </a:xfrm>
          <a:custGeom>
            <a:rect b="b" l="l" r="r" t="t"/>
            <a:pathLst>
              <a:path extrusionOk="0" h="1708" w="1792">
                <a:moveTo>
                  <a:pt x="387" y="0"/>
                </a:moveTo>
                <a:cubicBezTo>
                  <a:pt x="356" y="0"/>
                  <a:pt x="326" y="6"/>
                  <a:pt x="299" y="14"/>
                </a:cubicBezTo>
                <a:cubicBezTo>
                  <a:pt x="43" y="78"/>
                  <a:pt x="1" y="398"/>
                  <a:pt x="214" y="548"/>
                </a:cubicBezTo>
                <a:lnTo>
                  <a:pt x="192" y="548"/>
                </a:lnTo>
                <a:lnTo>
                  <a:pt x="278" y="611"/>
                </a:lnTo>
                <a:lnTo>
                  <a:pt x="299" y="633"/>
                </a:lnTo>
                <a:lnTo>
                  <a:pt x="470" y="761"/>
                </a:lnTo>
                <a:cubicBezTo>
                  <a:pt x="576" y="846"/>
                  <a:pt x="662" y="953"/>
                  <a:pt x="747" y="1059"/>
                </a:cubicBezTo>
                <a:lnTo>
                  <a:pt x="683" y="995"/>
                </a:lnTo>
                <a:lnTo>
                  <a:pt x="683" y="995"/>
                </a:lnTo>
                <a:cubicBezTo>
                  <a:pt x="747" y="1081"/>
                  <a:pt x="811" y="1166"/>
                  <a:pt x="875" y="1251"/>
                </a:cubicBezTo>
                <a:lnTo>
                  <a:pt x="939" y="1379"/>
                </a:lnTo>
                <a:cubicBezTo>
                  <a:pt x="982" y="1465"/>
                  <a:pt x="1024" y="1529"/>
                  <a:pt x="1088" y="1592"/>
                </a:cubicBezTo>
                <a:lnTo>
                  <a:pt x="1173" y="1656"/>
                </a:lnTo>
                <a:cubicBezTo>
                  <a:pt x="1216" y="1678"/>
                  <a:pt x="1259" y="1699"/>
                  <a:pt x="1323" y="1699"/>
                </a:cubicBezTo>
                <a:cubicBezTo>
                  <a:pt x="1346" y="1705"/>
                  <a:pt x="1368" y="1707"/>
                  <a:pt x="1391" y="1707"/>
                </a:cubicBezTo>
                <a:cubicBezTo>
                  <a:pt x="1454" y="1707"/>
                  <a:pt x="1516" y="1688"/>
                  <a:pt x="1579" y="1656"/>
                </a:cubicBezTo>
                <a:cubicBezTo>
                  <a:pt x="1643" y="1614"/>
                  <a:pt x="1685" y="1571"/>
                  <a:pt x="1728" y="1507"/>
                </a:cubicBezTo>
                <a:cubicBezTo>
                  <a:pt x="1792" y="1422"/>
                  <a:pt x="1792" y="1294"/>
                  <a:pt x="1771" y="1187"/>
                </a:cubicBezTo>
                <a:cubicBezTo>
                  <a:pt x="1749" y="1145"/>
                  <a:pt x="1728" y="1081"/>
                  <a:pt x="1707" y="1017"/>
                </a:cubicBezTo>
                <a:cubicBezTo>
                  <a:pt x="1664" y="974"/>
                  <a:pt x="1621" y="931"/>
                  <a:pt x="1579" y="889"/>
                </a:cubicBezTo>
                <a:lnTo>
                  <a:pt x="1472" y="739"/>
                </a:lnTo>
                <a:cubicBezTo>
                  <a:pt x="1387" y="654"/>
                  <a:pt x="1280" y="569"/>
                  <a:pt x="1195" y="484"/>
                </a:cubicBezTo>
                <a:cubicBezTo>
                  <a:pt x="1003" y="292"/>
                  <a:pt x="768" y="142"/>
                  <a:pt x="512" y="36"/>
                </a:cubicBezTo>
                <a:cubicBezTo>
                  <a:pt x="475" y="11"/>
                  <a:pt x="430" y="0"/>
                  <a:pt x="3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99"/>
          <p:cNvSpPr/>
          <p:nvPr/>
        </p:nvSpPr>
        <p:spPr>
          <a:xfrm rot="5400000">
            <a:off x="20588" y="3597174"/>
            <a:ext cx="117170" cy="73524"/>
          </a:xfrm>
          <a:custGeom>
            <a:rect b="b" l="l" r="r" t="t"/>
            <a:pathLst>
              <a:path extrusionOk="0" h="1255" w="2000">
                <a:moveTo>
                  <a:pt x="447" y="1"/>
                </a:moveTo>
                <a:cubicBezTo>
                  <a:pt x="193" y="1"/>
                  <a:pt x="0" y="328"/>
                  <a:pt x="229" y="539"/>
                </a:cubicBezTo>
                <a:cubicBezTo>
                  <a:pt x="421" y="753"/>
                  <a:pt x="656" y="923"/>
                  <a:pt x="911" y="1030"/>
                </a:cubicBezTo>
                <a:cubicBezTo>
                  <a:pt x="1039" y="1072"/>
                  <a:pt x="1189" y="1136"/>
                  <a:pt x="1317" y="1179"/>
                </a:cubicBezTo>
                <a:cubicBezTo>
                  <a:pt x="1402" y="1200"/>
                  <a:pt x="1466" y="1200"/>
                  <a:pt x="1551" y="1222"/>
                </a:cubicBezTo>
                <a:lnTo>
                  <a:pt x="1594" y="1222"/>
                </a:lnTo>
                <a:cubicBezTo>
                  <a:pt x="1637" y="1222"/>
                  <a:pt x="1679" y="1243"/>
                  <a:pt x="1701" y="1243"/>
                </a:cubicBezTo>
                <a:cubicBezTo>
                  <a:pt x="1724" y="1251"/>
                  <a:pt x="1746" y="1254"/>
                  <a:pt x="1767" y="1254"/>
                </a:cubicBezTo>
                <a:cubicBezTo>
                  <a:pt x="1865" y="1254"/>
                  <a:pt x="1943" y="1181"/>
                  <a:pt x="1978" y="1094"/>
                </a:cubicBezTo>
                <a:cubicBezTo>
                  <a:pt x="1999" y="987"/>
                  <a:pt x="1935" y="859"/>
                  <a:pt x="1828" y="838"/>
                </a:cubicBezTo>
                <a:lnTo>
                  <a:pt x="1807" y="859"/>
                </a:lnTo>
                <a:lnTo>
                  <a:pt x="1764" y="838"/>
                </a:lnTo>
                <a:cubicBezTo>
                  <a:pt x="1743" y="817"/>
                  <a:pt x="1722" y="817"/>
                  <a:pt x="1679" y="795"/>
                </a:cubicBezTo>
                <a:lnTo>
                  <a:pt x="1530" y="689"/>
                </a:lnTo>
                <a:cubicBezTo>
                  <a:pt x="1423" y="625"/>
                  <a:pt x="1317" y="561"/>
                  <a:pt x="1210" y="497"/>
                </a:cubicBezTo>
                <a:cubicBezTo>
                  <a:pt x="1167" y="454"/>
                  <a:pt x="1125" y="433"/>
                  <a:pt x="1061" y="390"/>
                </a:cubicBezTo>
                <a:lnTo>
                  <a:pt x="997" y="347"/>
                </a:lnTo>
                <a:lnTo>
                  <a:pt x="954" y="305"/>
                </a:lnTo>
                <a:cubicBezTo>
                  <a:pt x="940" y="298"/>
                  <a:pt x="935" y="295"/>
                  <a:pt x="936" y="295"/>
                </a:cubicBezTo>
                <a:lnTo>
                  <a:pt x="936" y="295"/>
                </a:lnTo>
                <a:cubicBezTo>
                  <a:pt x="938" y="295"/>
                  <a:pt x="961" y="305"/>
                  <a:pt x="975" y="305"/>
                </a:cubicBezTo>
                <a:cubicBezTo>
                  <a:pt x="869" y="198"/>
                  <a:pt x="741" y="113"/>
                  <a:pt x="613" y="49"/>
                </a:cubicBezTo>
                <a:cubicBezTo>
                  <a:pt x="557" y="15"/>
                  <a:pt x="501" y="1"/>
                  <a:pt x="44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99"/>
          <p:cNvSpPr/>
          <p:nvPr/>
        </p:nvSpPr>
        <p:spPr>
          <a:xfrm rot="5400000">
            <a:off x="85823" y="3427953"/>
            <a:ext cx="170365" cy="87174"/>
          </a:xfrm>
          <a:custGeom>
            <a:rect b="b" l="l" r="r" t="t"/>
            <a:pathLst>
              <a:path extrusionOk="0" h="1488" w="2908">
                <a:moveTo>
                  <a:pt x="2640" y="1"/>
                </a:moveTo>
                <a:cubicBezTo>
                  <a:pt x="2628" y="1"/>
                  <a:pt x="2615" y="2"/>
                  <a:pt x="2602" y="5"/>
                </a:cubicBezTo>
                <a:lnTo>
                  <a:pt x="2581" y="5"/>
                </a:lnTo>
                <a:cubicBezTo>
                  <a:pt x="2389" y="69"/>
                  <a:pt x="2175" y="91"/>
                  <a:pt x="1962" y="155"/>
                </a:cubicBezTo>
                <a:cubicBezTo>
                  <a:pt x="1770" y="219"/>
                  <a:pt x="1600" y="283"/>
                  <a:pt x="1408" y="347"/>
                </a:cubicBezTo>
                <a:cubicBezTo>
                  <a:pt x="1216" y="411"/>
                  <a:pt x="1045" y="475"/>
                  <a:pt x="853" y="539"/>
                </a:cubicBezTo>
                <a:cubicBezTo>
                  <a:pt x="768" y="560"/>
                  <a:pt x="661" y="581"/>
                  <a:pt x="576" y="624"/>
                </a:cubicBezTo>
                <a:cubicBezTo>
                  <a:pt x="448" y="667"/>
                  <a:pt x="320" y="709"/>
                  <a:pt x="213" y="773"/>
                </a:cubicBezTo>
                <a:cubicBezTo>
                  <a:pt x="64" y="880"/>
                  <a:pt x="0" y="1072"/>
                  <a:pt x="64" y="1242"/>
                </a:cubicBezTo>
                <a:cubicBezTo>
                  <a:pt x="117" y="1402"/>
                  <a:pt x="259" y="1488"/>
                  <a:pt x="415" y="1488"/>
                </a:cubicBezTo>
                <a:cubicBezTo>
                  <a:pt x="447" y="1488"/>
                  <a:pt x="480" y="1484"/>
                  <a:pt x="512" y="1477"/>
                </a:cubicBezTo>
                <a:cubicBezTo>
                  <a:pt x="640" y="1434"/>
                  <a:pt x="768" y="1370"/>
                  <a:pt x="875" y="1306"/>
                </a:cubicBezTo>
                <a:cubicBezTo>
                  <a:pt x="939" y="1242"/>
                  <a:pt x="1024" y="1200"/>
                  <a:pt x="1109" y="1136"/>
                </a:cubicBezTo>
                <a:cubicBezTo>
                  <a:pt x="1280" y="1050"/>
                  <a:pt x="1450" y="965"/>
                  <a:pt x="1642" y="880"/>
                </a:cubicBezTo>
                <a:lnTo>
                  <a:pt x="2175" y="603"/>
                </a:lnTo>
                <a:cubicBezTo>
                  <a:pt x="2367" y="517"/>
                  <a:pt x="2538" y="411"/>
                  <a:pt x="2730" y="304"/>
                </a:cubicBezTo>
                <a:cubicBezTo>
                  <a:pt x="2907" y="225"/>
                  <a:pt x="2793" y="1"/>
                  <a:pt x="264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99"/>
          <p:cNvSpPr/>
          <p:nvPr/>
        </p:nvSpPr>
        <p:spPr>
          <a:xfrm rot="5400000">
            <a:off x="114706" y="3213827"/>
            <a:ext cx="131289" cy="98950"/>
          </a:xfrm>
          <a:custGeom>
            <a:rect b="b" l="l" r="r" t="t"/>
            <a:pathLst>
              <a:path extrusionOk="0" h="1689" w="2241">
                <a:moveTo>
                  <a:pt x="1946" y="0"/>
                </a:moveTo>
                <a:cubicBezTo>
                  <a:pt x="1908" y="0"/>
                  <a:pt x="1871" y="9"/>
                  <a:pt x="1835" y="31"/>
                </a:cubicBezTo>
                <a:lnTo>
                  <a:pt x="1835" y="9"/>
                </a:lnTo>
                <a:cubicBezTo>
                  <a:pt x="1558" y="137"/>
                  <a:pt x="1302" y="287"/>
                  <a:pt x="1025" y="457"/>
                </a:cubicBezTo>
                <a:lnTo>
                  <a:pt x="641" y="671"/>
                </a:lnTo>
                <a:cubicBezTo>
                  <a:pt x="577" y="713"/>
                  <a:pt x="513" y="756"/>
                  <a:pt x="427" y="799"/>
                </a:cubicBezTo>
                <a:lnTo>
                  <a:pt x="385" y="820"/>
                </a:lnTo>
                <a:cubicBezTo>
                  <a:pt x="406" y="809"/>
                  <a:pt x="422" y="804"/>
                  <a:pt x="427" y="804"/>
                </a:cubicBezTo>
                <a:cubicBezTo>
                  <a:pt x="433" y="804"/>
                  <a:pt x="427" y="809"/>
                  <a:pt x="406" y="820"/>
                </a:cubicBezTo>
                <a:cubicBezTo>
                  <a:pt x="300" y="863"/>
                  <a:pt x="236" y="905"/>
                  <a:pt x="172" y="969"/>
                </a:cubicBezTo>
                <a:cubicBezTo>
                  <a:pt x="22" y="1118"/>
                  <a:pt x="1" y="1353"/>
                  <a:pt x="129" y="1524"/>
                </a:cubicBezTo>
                <a:cubicBezTo>
                  <a:pt x="210" y="1632"/>
                  <a:pt x="334" y="1688"/>
                  <a:pt x="457" y="1688"/>
                </a:cubicBezTo>
                <a:cubicBezTo>
                  <a:pt x="528" y="1688"/>
                  <a:pt x="600" y="1669"/>
                  <a:pt x="662" y="1630"/>
                </a:cubicBezTo>
                <a:cubicBezTo>
                  <a:pt x="683" y="1630"/>
                  <a:pt x="705" y="1609"/>
                  <a:pt x="726" y="1609"/>
                </a:cubicBezTo>
                <a:cubicBezTo>
                  <a:pt x="759" y="1576"/>
                  <a:pt x="805" y="1530"/>
                  <a:pt x="843" y="1482"/>
                </a:cubicBezTo>
                <a:lnTo>
                  <a:pt x="843" y="1482"/>
                </a:lnTo>
                <a:cubicBezTo>
                  <a:pt x="842" y="1485"/>
                  <a:pt x="842" y="1486"/>
                  <a:pt x="843" y="1486"/>
                </a:cubicBezTo>
                <a:cubicBezTo>
                  <a:pt x="849" y="1486"/>
                  <a:pt x="897" y="1438"/>
                  <a:pt x="897" y="1438"/>
                </a:cubicBezTo>
                <a:cubicBezTo>
                  <a:pt x="918" y="1417"/>
                  <a:pt x="1025" y="1332"/>
                  <a:pt x="1089" y="1289"/>
                </a:cubicBezTo>
                <a:lnTo>
                  <a:pt x="1430" y="1012"/>
                </a:lnTo>
                <a:cubicBezTo>
                  <a:pt x="1686" y="820"/>
                  <a:pt x="1899" y="628"/>
                  <a:pt x="2134" y="436"/>
                </a:cubicBezTo>
                <a:cubicBezTo>
                  <a:pt x="2219" y="329"/>
                  <a:pt x="2240" y="201"/>
                  <a:pt x="2155" y="95"/>
                </a:cubicBezTo>
                <a:cubicBezTo>
                  <a:pt x="2098" y="38"/>
                  <a:pt x="2022" y="0"/>
                  <a:pt x="194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99"/>
          <p:cNvSpPr/>
          <p:nvPr/>
        </p:nvSpPr>
        <p:spPr>
          <a:xfrm rot="5400000">
            <a:off x="-102090" y="3222643"/>
            <a:ext cx="81199" cy="168666"/>
          </a:xfrm>
          <a:custGeom>
            <a:rect b="b" l="l" r="r" t="t"/>
            <a:pathLst>
              <a:path extrusionOk="0" h="2879" w="1386">
                <a:moveTo>
                  <a:pt x="310" y="1"/>
                </a:moveTo>
                <a:cubicBezTo>
                  <a:pt x="177" y="1"/>
                  <a:pt x="44" y="91"/>
                  <a:pt x="44" y="273"/>
                </a:cubicBezTo>
                <a:cubicBezTo>
                  <a:pt x="1" y="678"/>
                  <a:pt x="1" y="1083"/>
                  <a:pt x="86" y="1488"/>
                </a:cubicBezTo>
                <a:cubicBezTo>
                  <a:pt x="129" y="1680"/>
                  <a:pt x="172" y="1872"/>
                  <a:pt x="235" y="2043"/>
                </a:cubicBezTo>
                <a:cubicBezTo>
                  <a:pt x="257" y="2149"/>
                  <a:pt x="278" y="2235"/>
                  <a:pt x="321" y="2320"/>
                </a:cubicBezTo>
                <a:cubicBezTo>
                  <a:pt x="321" y="2341"/>
                  <a:pt x="326" y="2352"/>
                  <a:pt x="331" y="2352"/>
                </a:cubicBezTo>
                <a:cubicBezTo>
                  <a:pt x="337" y="2352"/>
                  <a:pt x="342" y="2341"/>
                  <a:pt x="342" y="2320"/>
                </a:cubicBezTo>
                <a:cubicBezTo>
                  <a:pt x="342" y="2362"/>
                  <a:pt x="342" y="2426"/>
                  <a:pt x="363" y="2469"/>
                </a:cubicBezTo>
                <a:cubicBezTo>
                  <a:pt x="363" y="2533"/>
                  <a:pt x="406" y="2618"/>
                  <a:pt x="449" y="2661"/>
                </a:cubicBezTo>
                <a:cubicBezTo>
                  <a:pt x="542" y="2815"/>
                  <a:pt x="677" y="2878"/>
                  <a:pt x="811" y="2878"/>
                </a:cubicBezTo>
                <a:cubicBezTo>
                  <a:pt x="1103" y="2878"/>
                  <a:pt x="1386" y="2571"/>
                  <a:pt x="1195" y="2235"/>
                </a:cubicBezTo>
                <a:lnTo>
                  <a:pt x="1195" y="2235"/>
                </a:lnTo>
                <a:cubicBezTo>
                  <a:pt x="1203" y="2259"/>
                  <a:pt x="1208" y="2271"/>
                  <a:pt x="1208" y="2271"/>
                </a:cubicBezTo>
                <a:cubicBezTo>
                  <a:pt x="1207" y="2271"/>
                  <a:pt x="1192" y="2237"/>
                  <a:pt x="1153" y="2171"/>
                </a:cubicBezTo>
                <a:cubicBezTo>
                  <a:pt x="1131" y="2128"/>
                  <a:pt x="1089" y="2085"/>
                  <a:pt x="1067" y="2043"/>
                </a:cubicBezTo>
                <a:cubicBezTo>
                  <a:pt x="1046" y="2026"/>
                  <a:pt x="1029" y="2013"/>
                  <a:pt x="1015" y="2003"/>
                </a:cubicBezTo>
                <a:lnTo>
                  <a:pt x="1015" y="2003"/>
                </a:lnTo>
                <a:cubicBezTo>
                  <a:pt x="976" y="1926"/>
                  <a:pt x="936" y="1866"/>
                  <a:pt x="897" y="1787"/>
                </a:cubicBezTo>
                <a:cubicBezTo>
                  <a:pt x="833" y="1637"/>
                  <a:pt x="769" y="1467"/>
                  <a:pt x="726" y="1318"/>
                </a:cubicBezTo>
                <a:cubicBezTo>
                  <a:pt x="619" y="976"/>
                  <a:pt x="577" y="614"/>
                  <a:pt x="577" y="273"/>
                </a:cubicBezTo>
                <a:cubicBezTo>
                  <a:pt x="577" y="91"/>
                  <a:pt x="443"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99"/>
          <p:cNvSpPr/>
          <p:nvPr/>
        </p:nvSpPr>
        <p:spPr>
          <a:xfrm rot="5400000">
            <a:off x="-102705" y="3399949"/>
            <a:ext cx="113655" cy="156422"/>
          </a:xfrm>
          <a:custGeom>
            <a:rect b="b" l="l" r="r" t="t"/>
            <a:pathLst>
              <a:path extrusionOk="0" h="2670" w="1940">
                <a:moveTo>
                  <a:pt x="329" y="1"/>
                </a:moveTo>
                <a:cubicBezTo>
                  <a:pt x="164" y="1"/>
                  <a:pt x="1" y="133"/>
                  <a:pt x="64" y="349"/>
                </a:cubicBezTo>
                <a:cubicBezTo>
                  <a:pt x="235" y="1117"/>
                  <a:pt x="533" y="1863"/>
                  <a:pt x="981" y="2524"/>
                </a:cubicBezTo>
                <a:cubicBezTo>
                  <a:pt x="1043" y="2627"/>
                  <a:pt x="1135" y="2669"/>
                  <a:pt x="1235" y="2669"/>
                </a:cubicBezTo>
                <a:cubicBezTo>
                  <a:pt x="1550" y="2669"/>
                  <a:pt x="1939" y="2250"/>
                  <a:pt x="1664" y="1991"/>
                </a:cubicBezTo>
                <a:cubicBezTo>
                  <a:pt x="1600" y="1927"/>
                  <a:pt x="1536" y="1842"/>
                  <a:pt x="1472" y="1778"/>
                </a:cubicBezTo>
                <a:lnTo>
                  <a:pt x="1387" y="1671"/>
                </a:lnTo>
                <a:lnTo>
                  <a:pt x="1344" y="1607"/>
                </a:lnTo>
                <a:cubicBezTo>
                  <a:pt x="1237" y="1458"/>
                  <a:pt x="1152" y="1309"/>
                  <a:pt x="1067" y="1160"/>
                </a:cubicBezTo>
                <a:cubicBezTo>
                  <a:pt x="960" y="1010"/>
                  <a:pt x="875" y="840"/>
                  <a:pt x="811" y="669"/>
                </a:cubicBezTo>
                <a:cubicBezTo>
                  <a:pt x="725" y="520"/>
                  <a:pt x="661" y="371"/>
                  <a:pt x="597" y="200"/>
                </a:cubicBezTo>
                <a:cubicBezTo>
                  <a:pt x="554" y="62"/>
                  <a:pt x="441" y="1"/>
                  <a:pt x="32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99"/>
          <p:cNvSpPr/>
          <p:nvPr/>
        </p:nvSpPr>
        <p:spPr>
          <a:xfrm rot="5400000">
            <a:off x="-72036" y="3068391"/>
            <a:ext cx="117522" cy="68720"/>
          </a:xfrm>
          <a:custGeom>
            <a:rect b="b" l="l" r="r" t="t"/>
            <a:pathLst>
              <a:path extrusionOk="0" h="1173" w="2006">
                <a:moveTo>
                  <a:pt x="805" y="937"/>
                </a:moveTo>
                <a:cubicBezTo>
                  <a:pt x="796" y="948"/>
                  <a:pt x="790" y="959"/>
                  <a:pt x="790" y="968"/>
                </a:cubicBezTo>
                <a:lnTo>
                  <a:pt x="805" y="937"/>
                </a:lnTo>
                <a:close/>
                <a:moveTo>
                  <a:pt x="1553" y="0"/>
                </a:moveTo>
                <a:cubicBezTo>
                  <a:pt x="1341" y="0"/>
                  <a:pt x="1130" y="28"/>
                  <a:pt x="918" y="93"/>
                </a:cubicBezTo>
                <a:cubicBezTo>
                  <a:pt x="875" y="115"/>
                  <a:pt x="811" y="136"/>
                  <a:pt x="747" y="157"/>
                </a:cubicBezTo>
                <a:cubicBezTo>
                  <a:pt x="683" y="157"/>
                  <a:pt x="641" y="179"/>
                  <a:pt x="598" y="200"/>
                </a:cubicBezTo>
                <a:cubicBezTo>
                  <a:pt x="612" y="200"/>
                  <a:pt x="636" y="190"/>
                  <a:pt x="637" y="190"/>
                </a:cubicBezTo>
                <a:lnTo>
                  <a:pt x="637" y="190"/>
                </a:lnTo>
                <a:cubicBezTo>
                  <a:pt x="638" y="190"/>
                  <a:pt x="634" y="193"/>
                  <a:pt x="619" y="200"/>
                </a:cubicBezTo>
                <a:lnTo>
                  <a:pt x="577" y="221"/>
                </a:lnTo>
                <a:cubicBezTo>
                  <a:pt x="491" y="264"/>
                  <a:pt x="406" y="307"/>
                  <a:pt x="342" y="349"/>
                </a:cubicBezTo>
                <a:cubicBezTo>
                  <a:pt x="323" y="356"/>
                  <a:pt x="317" y="358"/>
                  <a:pt x="318" y="359"/>
                </a:cubicBezTo>
                <a:lnTo>
                  <a:pt x="318" y="359"/>
                </a:lnTo>
                <a:cubicBezTo>
                  <a:pt x="300" y="367"/>
                  <a:pt x="282" y="379"/>
                  <a:pt x="257" y="392"/>
                </a:cubicBezTo>
                <a:cubicBezTo>
                  <a:pt x="171" y="434"/>
                  <a:pt x="108" y="498"/>
                  <a:pt x="65" y="584"/>
                </a:cubicBezTo>
                <a:cubicBezTo>
                  <a:pt x="1" y="733"/>
                  <a:pt x="1" y="882"/>
                  <a:pt x="108" y="1010"/>
                </a:cubicBezTo>
                <a:cubicBezTo>
                  <a:pt x="175" y="1112"/>
                  <a:pt x="296" y="1173"/>
                  <a:pt x="417" y="1173"/>
                </a:cubicBezTo>
                <a:cubicBezTo>
                  <a:pt x="449" y="1173"/>
                  <a:pt x="482" y="1168"/>
                  <a:pt x="513" y="1160"/>
                </a:cubicBezTo>
                <a:cubicBezTo>
                  <a:pt x="555" y="1138"/>
                  <a:pt x="619" y="1117"/>
                  <a:pt x="662" y="1074"/>
                </a:cubicBezTo>
                <a:cubicBezTo>
                  <a:pt x="683" y="1053"/>
                  <a:pt x="726" y="1032"/>
                  <a:pt x="747" y="1010"/>
                </a:cubicBezTo>
                <a:lnTo>
                  <a:pt x="811" y="925"/>
                </a:lnTo>
                <a:lnTo>
                  <a:pt x="805" y="937"/>
                </a:lnTo>
                <a:lnTo>
                  <a:pt x="805" y="937"/>
                </a:lnTo>
                <a:cubicBezTo>
                  <a:pt x="819" y="920"/>
                  <a:pt x="841" y="904"/>
                  <a:pt x="854" y="904"/>
                </a:cubicBezTo>
                <a:lnTo>
                  <a:pt x="918" y="840"/>
                </a:lnTo>
                <a:lnTo>
                  <a:pt x="939" y="797"/>
                </a:lnTo>
                <a:lnTo>
                  <a:pt x="982" y="776"/>
                </a:lnTo>
                <a:cubicBezTo>
                  <a:pt x="1046" y="754"/>
                  <a:pt x="1089" y="712"/>
                  <a:pt x="1152" y="690"/>
                </a:cubicBezTo>
                <a:lnTo>
                  <a:pt x="1216" y="648"/>
                </a:lnTo>
                <a:lnTo>
                  <a:pt x="1259" y="626"/>
                </a:lnTo>
                <a:cubicBezTo>
                  <a:pt x="1259" y="626"/>
                  <a:pt x="1323" y="605"/>
                  <a:pt x="1344" y="605"/>
                </a:cubicBezTo>
                <a:lnTo>
                  <a:pt x="1430" y="562"/>
                </a:lnTo>
                <a:cubicBezTo>
                  <a:pt x="1558" y="520"/>
                  <a:pt x="1664" y="498"/>
                  <a:pt x="1792" y="477"/>
                </a:cubicBezTo>
                <a:cubicBezTo>
                  <a:pt x="1920" y="456"/>
                  <a:pt x="2006" y="328"/>
                  <a:pt x="1963" y="221"/>
                </a:cubicBezTo>
                <a:cubicBezTo>
                  <a:pt x="1942" y="115"/>
                  <a:pt x="1856" y="29"/>
                  <a:pt x="1750" y="29"/>
                </a:cubicBezTo>
                <a:lnTo>
                  <a:pt x="1750" y="8"/>
                </a:lnTo>
                <a:cubicBezTo>
                  <a:pt x="1684" y="3"/>
                  <a:pt x="1619" y="0"/>
                  <a:pt x="15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99"/>
          <p:cNvSpPr/>
          <p:nvPr/>
        </p:nvSpPr>
        <p:spPr>
          <a:xfrm rot="5400000">
            <a:off x="109638" y="2973777"/>
            <a:ext cx="94908" cy="135390"/>
          </a:xfrm>
          <a:custGeom>
            <a:rect b="b" l="l" r="r" t="t"/>
            <a:pathLst>
              <a:path extrusionOk="0" h="2311" w="1620">
                <a:moveTo>
                  <a:pt x="390" y="0"/>
                </a:moveTo>
                <a:cubicBezTo>
                  <a:pt x="327" y="0"/>
                  <a:pt x="265" y="17"/>
                  <a:pt x="214" y="51"/>
                </a:cubicBezTo>
                <a:cubicBezTo>
                  <a:pt x="65" y="137"/>
                  <a:pt x="1" y="307"/>
                  <a:pt x="43" y="478"/>
                </a:cubicBezTo>
                <a:cubicBezTo>
                  <a:pt x="107" y="649"/>
                  <a:pt x="193" y="798"/>
                  <a:pt x="299" y="947"/>
                </a:cubicBezTo>
                <a:cubicBezTo>
                  <a:pt x="363" y="1075"/>
                  <a:pt x="449" y="1224"/>
                  <a:pt x="534" y="1374"/>
                </a:cubicBezTo>
                <a:cubicBezTo>
                  <a:pt x="683" y="1651"/>
                  <a:pt x="854" y="1907"/>
                  <a:pt x="1003" y="2184"/>
                </a:cubicBezTo>
                <a:cubicBezTo>
                  <a:pt x="1033" y="2275"/>
                  <a:pt x="1101" y="2311"/>
                  <a:pt x="1178" y="2311"/>
                </a:cubicBezTo>
                <a:cubicBezTo>
                  <a:pt x="1371" y="2311"/>
                  <a:pt x="1619" y="2081"/>
                  <a:pt x="1451" y="1928"/>
                </a:cubicBezTo>
                <a:cubicBezTo>
                  <a:pt x="1323" y="1630"/>
                  <a:pt x="1216" y="1331"/>
                  <a:pt x="1088" y="1032"/>
                </a:cubicBezTo>
                <a:cubicBezTo>
                  <a:pt x="1024" y="883"/>
                  <a:pt x="961" y="734"/>
                  <a:pt x="897" y="606"/>
                </a:cubicBezTo>
                <a:lnTo>
                  <a:pt x="875" y="563"/>
                </a:lnTo>
                <a:cubicBezTo>
                  <a:pt x="875" y="521"/>
                  <a:pt x="833" y="478"/>
                  <a:pt x="833" y="435"/>
                </a:cubicBezTo>
                <a:cubicBezTo>
                  <a:pt x="811" y="414"/>
                  <a:pt x="790" y="371"/>
                  <a:pt x="790" y="329"/>
                </a:cubicBezTo>
                <a:cubicBezTo>
                  <a:pt x="747" y="265"/>
                  <a:pt x="705" y="179"/>
                  <a:pt x="662" y="115"/>
                </a:cubicBezTo>
                <a:cubicBezTo>
                  <a:pt x="585" y="39"/>
                  <a:pt x="485" y="0"/>
                  <a:pt x="3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99"/>
          <p:cNvSpPr/>
          <p:nvPr/>
        </p:nvSpPr>
        <p:spPr>
          <a:xfrm rot="5400000">
            <a:off x="237003" y="3065989"/>
            <a:ext cx="118752" cy="74754"/>
          </a:xfrm>
          <a:custGeom>
            <a:rect b="b" l="l" r="r" t="t"/>
            <a:pathLst>
              <a:path extrusionOk="0" h="1276" w="2027">
                <a:moveTo>
                  <a:pt x="388" y="0"/>
                </a:moveTo>
                <a:cubicBezTo>
                  <a:pt x="255" y="0"/>
                  <a:pt x="133" y="65"/>
                  <a:pt x="65" y="184"/>
                </a:cubicBezTo>
                <a:cubicBezTo>
                  <a:pt x="44" y="248"/>
                  <a:pt x="22" y="312"/>
                  <a:pt x="1" y="376"/>
                </a:cubicBezTo>
                <a:cubicBezTo>
                  <a:pt x="22" y="483"/>
                  <a:pt x="44" y="568"/>
                  <a:pt x="129" y="653"/>
                </a:cubicBezTo>
                <a:cubicBezTo>
                  <a:pt x="171" y="696"/>
                  <a:pt x="214" y="717"/>
                  <a:pt x="257" y="760"/>
                </a:cubicBezTo>
                <a:cubicBezTo>
                  <a:pt x="321" y="781"/>
                  <a:pt x="363" y="802"/>
                  <a:pt x="427" y="824"/>
                </a:cubicBezTo>
                <a:lnTo>
                  <a:pt x="598" y="888"/>
                </a:lnTo>
                <a:cubicBezTo>
                  <a:pt x="726" y="930"/>
                  <a:pt x="833" y="994"/>
                  <a:pt x="961" y="1016"/>
                </a:cubicBezTo>
                <a:cubicBezTo>
                  <a:pt x="1067" y="1058"/>
                  <a:pt x="1195" y="1101"/>
                  <a:pt x="1302" y="1144"/>
                </a:cubicBezTo>
                <a:cubicBezTo>
                  <a:pt x="1430" y="1186"/>
                  <a:pt x="1558" y="1229"/>
                  <a:pt x="1686" y="1272"/>
                </a:cubicBezTo>
                <a:cubicBezTo>
                  <a:pt x="1702" y="1274"/>
                  <a:pt x="1719" y="1276"/>
                  <a:pt x="1735" y="1276"/>
                </a:cubicBezTo>
                <a:cubicBezTo>
                  <a:pt x="1845" y="1276"/>
                  <a:pt x="1947" y="1215"/>
                  <a:pt x="1984" y="1122"/>
                </a:cubicBezTo>
                <a:cubicBezTo>
                  <a:pt x="2027" y="1016"/>
                  <a:pt x="1984" y="866"/>
                  <a:pt x="1878" y="802"/>
                </a:cubicBezTo>
                <a:cubicBezTo>
                  <a:pt x="1771" y="739"/>
                  <a:pt x="1664" y="675"/>
                  <a:pt x="1558" y="611"/>
                </a:cubicBezTo>
                <a:cubicBezTo>
                  <a:pt x="1451" y="525"/>
                  <a:pt x="1344" y="461"/>
                  <a:pt x="1238" y="397"/>
                </a:cubicBezTo>
                <a:cubicBezTo>
                  <a:pt x="1131" y="333"/>
                  <a:pt x="1025" y="269"/>
                  <a:pt x="918" y="205"/>
                </a:cubicBezTo>
                <a:cubicBezTo>
                  <a:pt x="790" y="120"/>
                  <a:pt x="641" y="56"/>
                  <a:pt x="491" y="13"/>
                </a:cubicBezTo>
                <a:cubicBezTo>
                  <a:pt x="457" y="5"/>
                  <a:pt x="422" y="0"/>
                  <a:pt x="38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99"/>
          <p:cNvSpPr/>
          <p:nvPr/>
        </p:nvSpPr>
        <p:spPr>
          <a:xfrm rot="5400000">
            <a:off x="484147" y="3045806"/>
            <a:ext cx="56300" cy="160113"/>
          </a:xfrm>
          <a:custGeom>
            <a:rect b="b" l="l" r="r" t="t"/>
            <a:pathLst>
              <a:path extrusionOk="0" h="2733" w="961">
                <a:moveTo>
                  <a:pt x="524" y="0"/>
                </a:moveTo>
                <a:cubicBezTo>
                  <a:pt x="389" y="0"/>
                  <a:pt x="254" y="64"/>
                  <a:pt x="172" y="205"/>
                </a:cubicBezTo>
                <a:cubicBezTo>
                  <a:pt x="108" y="333"/>
                  <a:pt x="65" y="461"/>
                  <a:pt x="44" y="589"/>
                </a:cubicBezTo>
                <a:cubicBezTo>
                  <a:pt x="44" y="674"/>
                  <a:pt x="22" y="759"/>
                  <a:pt x="22" y="866"/>
                </a:cubicBezTo>
                <a:cubicBezTo>
                  <a:pt x="22" y="1037"/>
                  <a:pt x="1" y="1229"/>
                  <a:pt x="1" y="1399"/>
                </a:cubicBezTo>
                <a:cubicBezTo>
                  <a:pt x="1" y="1762"/>
                  <a:pt x="44" y="2146"/>
                  <a:pt x="150" y="2508"/>
                </a:cubicBezTo>
                <a:cubicBezTo>
                  <a:pt x="169" y="2661"/>
                  <a:pt x="287" y="2732"/>
                  <a:pt x="406" y="2732"/>
                </a:cubicBezTo>
                <a:cubicBezTo>
                  <a:pt x="555" y="2732"/>
                  <a:pt x="707" y="2623"/>
                  <a:pt x="683" y="2423"/>
                </a:cubicBezTo>
                <a:cubicBezTo>
                  <a:pt x="683" y="2082"/>
                  <a:pt x="705" y="1762"/>
                  <a:pt x="747" y="1420"/>
                </a:cubicBezTo>
                <a:cubicBezTo>
                  <a:pt x="747" y="1402"/>
                  <a:pt x="747" y="1390"/>
                  <a:pt x="746" y="1383"/>
                </a:cubicBezTo>
                <a:lnTo>
                  <a:pt x="746" y="1383"/>
                </a:lnTo>
                <a:cubicBezTo>
                  <a:pt x="747" y="1382"/>
                  <a:pt x="747" y="1380"/>
                  <a:pt x="747" y="1378"/>
                </a:cubicBezTo>
                <a:cubicBezTo>
                  <a:pt x="747" y="1314"/>
                  <a:pt x="747" y="1271"/>
                  <a:pt x="769" y="1229"/>
                </a:cubicBezTo>
                <a:cubicBezTo>
                  <a:pt x="769" y="1165"/>
                  <a:pt x="790" y="1079"/>
                  <a:pt x="811" y="994"/>
                </a:cubicBezTo>
                <a:cubicBezTo>
                  <a:pt x="833" y="909"/>
                  <a:pt x="875" y="823"/>
                  <a:pt x="897" y="759"/>
                </a:cubicBezTo>
                <a:cubicBezTo>
                  <a:pt x="939" y="631"/>
                  <a:pt x="961" y="525"/>
                  <a:pt x="961" y="418"/>
                </a:cubicBezTo>
                <a:cubicBezTo>
                  <a:pt x="948" y="157"/>
                  <a:pt x="735" y="0"/>
                  <a:pt x="5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99"/>
          <p:cNvSpPr/>
          <p:nvPr/>
        </p:nvSpPr>
        <p:spPr>
          <a:xfrm rot="5400000">
            <a:off x="696344" y="2987691"/>
            <a:ext cx="124259" cy="102114"/>
          </a:xfrm>
          <a:custGeom>
            <a:rect b="b" l="l" r="r" t="t"/>
            <a:pathLst>
              <a:path extrusionOk="0" h="1743" w="2121">
                <a:moveTo>
                  <a:pt x="529" y="0"/>
                </a:moveTo>
                <a:cubicBezTo>
                  <a:pt x="249" y="0"/>
                  <a:pt x="0" y="299"/>
                  <a:pt x="191" y="585"/>
                </a:cubicBezTo>
                <a:cubicBezTo>
                  <a:pt x="298" y="734"/>
                  <a:pt x="426" y="862"/>
                  <a:pt x="575" y="990"/>
                </a:cubicBezTo>
                <a:cubicBezTo>
                  <a:pt x="703" y="1097"/>
                  <a:pt x="831" y="1225"/>
                  <a:pt x="980" y="1310"/>
                </a:cubicBezTo>
                <a:cubicBezTo>
                  <a:pt x="1108" y="1417"/>
                  <a:pt x="1236" y="1481"/>
                  <a:pt x="1364" y="1566"/>
                </a:cubicBezTo>
                <a:cubicBezTo>
                  <a:pt x="1428" y="1587"/>
                  <a:pt x="1513" y="1630"/>
                  <a:pt x="1577" y="1651"/>
                </a:cubicBezTo>
                <a:cubicBezTo>
                  <a:pt x="1663" y="1694"/>
                  <a:pt x="1748" y="1715"/>
                  <a:pt x="1833" y="1737"/>
                </a:cubicBezTo>
                <a:cubicBezTo>
                  <a:pt x="1848" y="1740"/>
                  <a:pt x="1863" y="1742"/>
                  <a:pt x="1877" y="1742"/>
                </a:cubicBezTo>
                <a:cubicBezTo>
                  <a:pt x="2025" y="1742"/>
                  <a:pt x="2121" y="1555"/>
                  <a:pt x="2004" y="1438"/>
                </a:cubicBezTo>
                <a:lnTo>
                  <a:pt x="2025" y="1438"/>
                </a:lnTo>
                <a:cubicBezTo>
                  <a:pt x="1940" y="1374"/>
                  <a:pt x="1940" y="1353"/>
                  <a:pt x="1876" y="1289"/>
                </a:cubicBezTo>
                <a:lnTo>
                  <a:pt x="1705" y="1139"/>
                </a:lnTo>
                <a:cubicBezTo>
                  <a:pt x="1599" y="1033"/>
                  <a:pt x="1492" y="926"/>
                  <a:pt x="1385" y="820"/>
                </a:cubicBezTo>
                <a:cubicBezTo>
                  <a:pt x="1279" y="713"/>
                  <a:pt x="1194" y="606"/>
                  <a:pt x="1087" y="500"/>
                </a:cubicBezTo>
                <a:lnTo>
                  <a:pt x="1023" y="414"/>
                </a:lnTo>
                <a:cubicBezTo>
                  <a:pt x="1002" y="372"/>
                  <a:pt x="980" y="350"/>
                  <a:pt x="959" y="308"/>
                </a:cubicBezTo>
                <a:lnTo>
                  <a:pt x="959" y="308"/>
                </a:lnTo>
                <a:cubicBezTo>
                  <a:pt x="976" y="333"/>
                  <a:pt x="983" y="342"/>
                  <a:pt x="983" y="342"/>
                </a:cubicBezTo>
                <a:cubicBezTo>
                  <a:pt x="985" y="342"/>
                  <a:pt x="972" y="321"/>
                  <a:pt x="959" y="308"/>
                </a:cubicBezTo>
                <a:lnTo>
                  <a:pt x="959" y="308"/>
                </a:lnTo>
                <a:cubicBezTo>
                  <a:pt x="959" y="308"/>
                  <a:pt x="959" y="308"/>
                  <a:pt x="959" y="308"/>
                </a:cubicBezTo>
                <a:lnTo>
                  <a:pt x="916" y="265"/>
                </a:lnTo>
                <a:cubicBezTo>
                  <a:pt x="895" y="222"/>
                  <a:pt x="852" y="158"/>
                  <a:pt x="810" y="116"/>
                </a:cubicBezTo>
                <a:cubicBezTo>
                  <a:pt x="723" y="35"/>
                  <a:pt x="624" y="0"/>
                  <a:pt x="52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9"/>
          <p:cNvSpPr/>
          <p:nvPr/>
        </p:nvSpPr>
        <p:spPr>
          <a:xfrm rot="5400000">
            <a:off x="507405" y="2905731"/>
            <a:ext cx="144705" cy="83894"/>
          </a:xfrm>
          <a:custGeom>
            <a:rect b="b" l="l" r="r" t="t"/>
            <a:pathLst>
              <a:path extrusionOk="0" h="1432" w="2470">
                <a:moveTo>
                  <a:pt x="2281" y="1"/>
                </a:moveTo>
                <a:cubicBezTo>
                  <a:pt x="2275" y="1"/>
                  <a:pt x="2268" y="1"/>
                  <a:pt x="2261" y="2"/>
                </a:cubicBezTo>
                <a:lnTo>
                  <a:pt x="2261" y="45"/>
                </a:lnTo>
                <a:lnTo>
                  <a:pt x="2195" y="45"/>
                </a:lnTo>
                <a:cubicBezTo>
                  <a:pt x="2154" y="35"/>
                  <a:pt x="2114" y="31"/>
                  <a:pt x="2074" y="31"/>
                </a:cubicBezTo>
                <a:cubicBezTo>
                  <a:pt x="2030" y="31"/>
                  <a:pt x="1986" y="36"/>
                  <a:pt x="1942" y="45"/>
                </a:cubicBezTo>
                <a:cubicBezTo>
                  <a:pt x="1856" y="45"/>
                  <a:pt x="1771" y="66"/>
                  <a:pt x="1707" y="87"/>
                </a:cubicBezTo>
                <a:cubicBezTo>
                  <a:pt x="1515" y="130"/>
                  <a:pt x="1344" y="194"/>
                  <a:pt x="1195" y="258"/>
                </a:cubicBezTo>
                <a:cubicBezTo>
                  <a:pt x="811" y="386"/>
                  <a:pt x="470" y="557"/>
                  <a:pt x="150" y="791"/>
                </a:cubicBezTo>
                <a:cubicBezTo>
                  <a:pt x="22" y="919"/>
                  <a:pt x="1" y="1132"/>
                  <a:pt x="129" y="1282"/>
                </a:cubicBezTo>
                <a:cubicBezTo>
                  <a:pt x="199" y="1380"/>
                  <a:pt x="315" y="1432"/>
                  <a:pt x="435" y="1432"/>
                </a:cubicBezTo>
                <a:cubicBezTo>
                  <a:pt x="497" y="1432"/>
                  <a:pt x="561" y="1418"/>
                  <a:pt x="619" y="1388"/>
                </a:cubicBezTo>
                <a:cubicBezTo>
                  <a:pt x="769" y="1303"/>
                  <a:pt x="897" y="1175"/>
                  <a:pt x="1046" y="1090"/>
                </a:cubicBezTo>
                <a:cubicBezTo>
                  <a:pt x="1174" y="983"/>
                  <a:pt x="1302" y="919"/>
                  <a:pt x="1451" y="812"/>
                </a:cubicBezTo>
                <a:lnTo>
                  <a:pt x="1878" y="578"/>
                </a:lnTo>
                <a:cubicBezTo>
                  <a:pt x="1942" y="535"/>
                  <a:pt x="2027" y="514"/>
                  <a:pt x="2091" y="471"/>
                </a:cubicBezTo>
                <a:cubicBezTo>
                  <a:pt x="2197" y="429"/>
                  <a:pt x="2261" y="365"/>
                  <a:pt x="2324" y="302"/>
                </a:cubicBezTo>
                <a:lnTo>
                  <a:pt x="2324" y="302"/>
                </a:lnTo>
                <a:lnTo>
                  <a:pt x="2261" y="365"/>
                </a:lnTo>
                <a:lnTo>
                  <a:pt x="2347" y="322"/>
                </a:lnTo>
                <a:cubicBezTo>
                  <a:pt x="2470" y="240"/>
                  <a:pt x="2435" y="1"/>
                  <a:pt x="228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99"/>
          <p:cNvSpPr/>
          <p:nvPr/>
        </p:nvSpPr>
        <p:spPr>
          <a:xfrm rot="5400000">
            <a:off x="729152" y="2775791"/>
            <a:ext cx="120744" cy="140194"/>
          </a:xfrm>
          <a:custGeom>
            <a:rect b="b" l="l" r="r" t="t"/>
            <a:pathLst>
              <a:path extrusionOk="0" h="2393" w="2061">
                <a:moveTo>
                  <a:pt x="1001" y="651"/>
                </a:moveTo>
                <a:lnTo>
                  <a:pt x="1001" y="651"/>
                </a:lnTo>
                <a:cubicBezTo>
                  <a:pt x="1010" y="680"/>
                  <a:pt x="1016" y="691"/>
                  <a:pt x="1017" y="691"/>
                </a:cubicBezTo>
                <a:cubicBezTo>
                  <a:pt x="1018" y="691"/>
                  <a:pt x="1012" y="674"/>
                  <a:pt x="1001" y="651"/>
                </a:cubicBezTo>
                <a:close/>
                <a:moveTo>
                  <a:pt x="470" y="0"/>
                </a:moveTo>
                <a:cubicBezTo>
                  <a:pt x="233" y="0"/>
                  <a:pt x="1" y="210"/>
                  <a:pt x="84" y="502"/>
                </a:cubicBezTo>
                <a:cubicBezTo>
                  <a:pt x="212" y="928"/>
                  <a:pt x="425" y="1291"/>
                  <a:pt x="702" y="1632"/>
                </a:cubicBezTo>
                <a:cubicBezTo>
                  <a:pt x="809" y="1760"/>
                  <a:pt x="937" y="1909"/>
                  <a:pt x="1086" y="2016"/>
                </a:cubicBezTo>
                <a:cubicBezTo>
                  <a:pt x="1129" y="2080"/>
                  <a:pt x="1193" y="2122"/>
                  <a:pt x="1257" y="2144"/>
                </a:cubicBezTo>
                <a:cubicBezTo>
                  <a:pt x="1278" y="2155"/>
                  <a:pt x="1289" y="2159"/>
                  <a:pt x="1293" y="2159"/>
                </a:cubicBezTo>
                <a:lnTo>
                  <a:pt x="1293" y="2159"/>
                </a:lnTo>
                <a:cubicBezTo>
                  <a:pt x="1295" y="2161"/>
                  <a:pt x="1297" y="2163"/>
                  <a:pt x="1299" y="2165"/>
                </a:cubicBezTo>
                <a:cubicBezTo>
                  <a:pt x="1342" y="2208"/>
                  <a:pt x="1342" y="2186"/>
                  <a:pt x="1363" y="2208"/>
                </a:cubicBezTo>
                <a:lnTo>
                  <a:pt x="1427" y="2250"/>
                </a:lnTo>
                <a:lnTo>
                  <a:pt x="1470" y="2272"/>
                </a:lnTo>
                <a:lnTo>
                  <a:pt x="1619" y="2336"/>
                </a:lnTo>
                <a:cubicBezTo>
                  <a:pt x="1664" y="2376"/>
                  <a:pt x="1711" y="2393"/>
                  <a:pt x="1756" y="2393"/>
                </a:cubicBezTo>
                <a:cubicBezTo>
                  <a:pt x="1926" y="2393"/>
                  <a:pt x="2061" y="2151"/>
                  <a:pt x="1875" y="2016"/>
                </a:cubicBezTo>
                <a:cubicBezTo>
                  <a:pt x="1811" y="1952"/>
                  <a:pt x="1768" y="1867"/>
                  <a:pt x="1726" y="1824"/>
                </a:cubicBezTo>
                <a:cubicBezTo>
                  <a:pt x="1683" y="1781"/>
                  <a:pt x="1640" y="1696"/>
                  <a:pt x="1577" y="1632"/>
                </a:cubicBezTo>
                <a:cubicBezTo>
                  <a:pt x="1470" y="1483"/>
                  <a:pt x="1385" y="1333"/>
                  <a:pt x="1278" y="1184"/>
                </a:cubicBezTo>
                <a:cubicBezTo>
                  <a:pt x="1193" y="1035"/>
                  <a:pt x="1107" y="886"/>
                  <a:pt x="1022" y="715"/>
                </a:cubicBezTo>
                <a:cubicBezTo>
                  <a:pt x="1022" y="694"/>
                  <a:pt x="1001" y="672"/>
                  <a:pt x="1001" y="651"/>
                </a:cubicBezTo>
                <a:cubicBezTo>
                  <a:pt x="979" y="608"/>
                  <a:pt x="979" y="566"/>
                  <a:pt x="958" y="523"/>
                </a:cubicBezTo>
                <a:cubicBezTo>
                  <a:pt x="915" y="416"/>
                  <a:pt x="873" y="310"/>
                  <a:pt x="809" y="203"/>
                </a:cubicBezTo>
                <a:cubicBezTo>
                  <a:pt x="727" y="61"/>
                  <a:pt x="598" y="0"/>
                  <a:pt x="47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9"/>
          <p:cNvSpPr/>
          <p:nvPr/>
        </p:nvSpPr>
        <p:spPr>
          <a:xfrm rot="5400000">
            <a:off x="309005" y="2850105"/>
            <a:ext cx="107855" cy="193330"/>
          </a:xfrm>
          <a:custGeom>
            <a:rect b="b" l="l" r="r" t="t"/>
            <a:pathLst>
              <a:path extrusionOk="0" h="3300" w="1841">
                <a:moveTo>
                  <a:pt x="1461" y="0"/>
                </a:moveTo>
                <a:cubicBezTo>
                  <a:pt x="1361" y="0"/>
                  <a:pt x="1260" y="47"/>
                  <a:pt x="1195" y="157"/>
                </a:cubicBezTo>
                <a:lnTo>
                  <a:pt x="1195" y="178"/>
                </a:lnTo>
                <a:cubicBezTo>
                  <a:pt x="1088" y="370"/>
                  <a:pt x="981" y="583"/>
                  <a:pt x="896" y="797"/>
                </a:cubicBezTo>
                <a:cubicBezTo>
                  <a:pt x="811" y="1010"/>
                  <a:pt x="726" y="1223"/>
                  <a:pt x="640" y="1415"/>
                </a:cubicBezTo>
                <a:cubicBezTo>
                  <a:pt x="448" y="1863"/>
                  <a:pt x="235" y="2289"/>
                  <a:pt x="64" y="2759"/>
                </a:cubicBezTo>
                <a:cubicBezTo>
                  <a:pt x="0" y="2993"/>
                  <a:pt x="150" y="3228"/>
                  <a:pt x="384" y="3292"/>
                </a:cubicBezTo>
                <a:cubicBezTo>
                  <a:pt x="412" y="3297"/>
                  <a:pt x="439" y="3300"/>
                  <a:pt x="467" y="3300"/>
                </a:cubicBezTo>
                <a:cubicBezTo>
                  <a:pt x="655" y="3300"/>
                  <a:pt x="843" y="3176"/>
                  <a:pt x="917" y="2972"/>
                </a:cubicBezTo>
                <a:cubicBezTo>
                  <a:pt x="1067" y="2567"/>
                  <a:pt x="1195" y="2119"/>
                  <a:pt x="1365" y="1692"/>
                </a:cubicBezTo>
                <a:cubicBezTo>
                  <a:pt x="1429" y="1500"/>
                  <a:pt x="1493" y="1287"/>
                  <a:pt x="1579" y="1074"/>
                </a:cubicBezTo>
                <a:cubicBezTo>
                  <a:pt x="1643" y="861"/>
                  <a:pt x="1728" y="626"/>
                  <a:pt x="1770" y="413"/>
                </a:cubicBezTo>
                <a:cubicBezTo>
                  <a:pt x="1841" y="174"/>
                  <a:pt x="1652" y="0"/>
                  <a:pt x="146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99"/>
          <p:cNvSpPr/>
          <p:nvPr/>
        </p:nvSpPr>
        <p:spPr>
          <a:xfrm rot="5400000">
            <a:off x="54949" y="2823479"/>
            <a:ext cx="141248" cy="50090"/>
          </a:xfrm>
          <a:custGeom>
            <a:rect b="b" l="l" r="r" t="t"/>
            <a:pathLst>
              <a:path extrusionOk="0" h="855" w="2411">
                <a:moveTo>
                  <a:pt x="2118" y="1"/>
                </a:moveTo>
                <a:cubicBezTo>
                  <a:pt x="2087" y="1"/>
                  <a:pt x="2056" y="7"/>
                  <a:pt x="2026" y="22"/>
                </a:cubicBezTo>
                <a:lnTo>
                  <a:pt x="2005" y="22"/>
                </a:lnTo>
                <a:cubicBezTo>
                  <a:pt x="1877" y="44"/>
                  <a:pt x="1749" y="86"/>
                  <a:pt x="1621" y="86"/>
                </a:cubicBezTo>
                <a:lnTo>
                  <a:pt x="1131" y="86"/>
                </a:lnTo>
                <a:cubicBezTo>
                  <a:pt x="1109" y="93"/>
                  <a:pt x="1088" y="96"/>
                  <a:pt x="1067" y="96"/>
                </a:cubicBezTo>
                <a:cubicBezTo>
                  <a:pt x="1024" y="96"/>
                  <a:pt x="981" y="86"/>
                  <a:pt x="939" y="86"/>
                </a:cubicBezTo>
                <a:lnTo>
                  <a:pt x="832" y="65"/>
                </a:lnTo>
                <a:cubicBezTo>
                  <a:pt x="747" y="22"/>
                  <a:pt x="662" y="1"/>
                  <a:pt x="576" y="1"/>
                </a:cubicBezTo>
                <a:cubicBezTo>
                  <a:pt x="86" y="1"/>
                  <a:pt x="0" y="683"/>
                  <a:pt x="470" y="833"/>
                </a:cubicBezTo>
                <a:cubicBezTo>
                  <a:pt x="555" y="854"/>
                  <a:pt x="662" y="854"/>
                  <a:pt x="768" y="854"/>
                </a:cubicBezTo>
                <a:lnTo>
                  <a:pt x="960" y="854"/>
                </a:lnTo>
                <a:cubicBezTo>
                  <a:pt x="1109" y="833"/>
                  <a:pt x="1259" y="833"/>
                  <a:pt x="1429" y="790"/>
                </a:cubicBezTo>
                <a:cubicBezTo>
                  <a:pt x="1707" y="747"/>
                  <a:pt x="1984" y="662"/>
                  <a:pt x="2240" y="534"/>
                </a:cubicBezTo>
                <a:cubicBezTo>
                  <a:pt x="2368" y="449"/>
                  <a:pt x="2410" y="300"/>
                  <a:pt x="2346" y="172"/>
                </a:cubicBezTo>
                <a:cubicBezTo>
                  <a:pt x="2314" y="74"/>
                  <a:pt x="2218" y="1"/>
                  <a:pt x="211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99"/>
          <p:cNvSpPr/>
          <p:nvPr/>
        </p:nvSpPr>
        <p:spPr>
          <a:xfrm rot="5400000">
            <a:off x="-82669" y="2811468"/>
            <a:ext cx="64033" cy="149333"/>
          </a:xfrm>
          <a:custGeom>
            <a:rect b="b" l="l" r="r" t="t"/>
            <a:pathLst>
              <a:path extrusionOk="0" h="2549" w="1093">
                <a:moveTo>
                  <a:pt x="796" y="1"/>
                </a:moveTo>
                <a:cubicBezTo>
                  <a:pt x="697" y="1"/>
                  <a:pt x="598" y="57"/>
                  <a:pt x="555" y="186"/>
                </a:cubicBezTo>
                <a:lnTo>
                  <a:pt x="576" y="165"/>
                </a:lnTo>
                <a:lnTo>
                  <a:pt x="576" y="165"/>
                </a:lnTo>
                <a:cubicBezTo>
                  <a:pt x="406" y="463"/>
                  <a:pt x="299" y="783"/>
                  <a:pt x="214" y="1124"/>
                </a:cubicBezTo>
                <a:cubicBezTo>
                  <a:pt x="171" y="1274"/>
                  <a:pt x="128" y="1444"/>
                  <a:pt x="107" y="1593"/>
                </a:cubicBezTo>
                <a:cubicBezTo>
                  <a:pt x="64" y="1764"/>
                  <a:pt x="22" y="1956"/>
                  <a:pt x="0" y="2148"/>
                </a:cubicBezTo>
                <a:cubicBezTo>
                  <a:pt x="12" y="2407"/>
                  <a:pt x="219" y="2549"/>
                  <a:pt x="427" y="2549"/>
                </a:cubicBezTo>
                <a:cubicBezTo>
                  <a:pt x="595" y="2549"/>
                  <a:pt x="765" y="2455"/>
                  <a:pt x="832" y="2255"/>
                </a:cubicBezTo>
                <a:cubicBezTo>
                  <a:pt x="853" y="2063"/>
                  <a:pt x="853" y="1892"/>
                  <a:pt x="853" y="1700"/>
                </a:cubicBezTo>
                <a:cubicBezTo>
                  <a:pt x="853" y="1615"/>
                  <a:pt x="875" y="1529"/>
                  <a:pt x="875" y="1444"/>
                </a:cubicBezTo>
                <a:lnTo>
                  <a:pt x="875" y="1359"/>
                </a:lnTo>
                <a:cubicBezTo>
                  <a:pt x="875" y="1338"/>
                  <a:pt x="875" y="1316"/>
                  <a:pt x="875" y="1295"/>
                </a:cubicBezTo>
                <a:cubicBezTo>
                  <a:pt x="939" y="975"/>
                  <a:pt x="1024" y="655"/>
                  <a:pt x="1067" y="314"/>
                </a:cubicBezTo>
                <a:cubicBezTo>
                  <a:pt x="1092" y="123"/>
                  <a:pt x="943" y="1"/>
                  <a:pt x="79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9"/>
          <p:cNvSpPr/>
          <p:nvPr/>
        </p:nvSpPr>
        <p:spPr>
          <a:xfrm rot="5400000">
            <a:off x="386660" y="2746967"/>
            <a:ext cx="48801" cy="145584"/>
          </a:xfrm>
          <a:custGeom>
            <a:rect b="b" l="l" r="r" t="t"/>
            <a:pathLst>
              <a:path extrusionOk="0" h="2485" w="833">
                <a:moveTo>
                  <a:pt x="428" y="0"/>
                </a:moveTo>
                <a:cubicBezTo>
                  <a:pt x="225" y="0"/>
                  <a:pt x="22" y="134"/>
                  <a:pt x="22" y="400"/>
                </a:cubicBezTo>
                <a:cubicBezTo>
                  <a:pt x="22" y="443"/>
                  <a:pt x="22" y="507"/>
                  <a:pt x="22" y="549"/>
                </a:cubicBezTo>
                <a:lnTo>
                  <a:pt x="22" y="571"/>
                </a:lnTo>
                <a:lnTo>
                  <a:pt x="22" y="635"/>
                </a:lnTo>
                <a:cubicBezTo>
                  <a:pt x="44" y="720"/>
                  <a:pt x="44" y="784"/>
                  <a:pt x="44" y="848"/>
                </a:cubicBezTo>
                <a:lnTo>
                  <a:pt x="44" y="1317"/>
                </a:lnTo>
                <a:cubicBezTo>
                  <a:pt x="1" y="1637"/>
                  <a:pt x="1" y="1936"/>
                  <a:pt x="1" y="2256"/>
                </a:cubicBezTo>
                <a:cubicBezTo>
                  <a:pt x="1" y="2397"/>
                  <a:pt x="118" y="2484"/>
                  <a:pt x="238" y="2484"/>
                </a:cubicBezTo>
                <a:cubicBezTo>
                  <a:pt x="317" y="2484"/>
                  <a:pt x="398" y="2447"/>
                  <a:pt x="449" y="2362"/>
                </a:cubicBezTo>
                <a:lnTo>
                  <a:pt x="470" y="2383"/>
                </a:lnTo>
                <a:cubicBezTo>
                  <a:pt x="619" y="2085"/>
                  <a:pt x="705" y="1744"/>
                  <a:pt x="726" y="1424"/>
                </a:cubicBezTo>
                <a:cubicBezTo>
                  <a:pt x="769" y="1253"/>
                  <a:pt x="790" y="1061"/>
                  <a:pt x="811" y="891"/>
                </a:cubicBezTo>
                <a:cubicBezTo>
                  <a:pt x="833" y="720"/>
                  <a:pt x="833" y="549"/>
                  <a:pt x="833" y="400"/>
                </a:cubicBezTo>
                <a:cubicBezTo>
                  <a:pt x="833" y="134"/>
                  <a:pt x="630" y="0"/>
                  <a:pt x="4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99"/>
          <p:cNvSpPr/>
          <p:nvPr/>
        </p:nvSpPr>
        <p:spPr>
          <a:xfrm rot="5400000">
            <a:off x="617165" y="2784784"/>
            <a:ext cx="52551" cy="46282"/>
          </a:xfrm>
          <a:custGeom>
            <a:rect b="b" l="l" r="r" t="t"/>
            <a:pathLst>
              <a:path extrusionOk="0" h="790" w="897">
                <a:moveTo>
                  <a:pt x="683" y="256"/>
                </a:moveTo>
                <a:lnTo>
                  <a:pt x="684" y="260"/>
                </a:lnTo>
                <a:lnTo>
                  <a:pt x="684" y="260"/>
                </a:lnTo>
                <a:cubicBezTo>
                  <a:pt x="684" y="259"/>
                  <a:pt x="683" y="259"/>
                  <a:pt x="683" y="258"/>
                </a:cubicBezTo>
                <a:lnTo>
                  <a:pt x="683" y="258"/>
                </a:lnTo>
                <a:cubicBezTo>
                  <a:pt x="683" y="258"/>
                  <a:pt x="683" y="257"/>
                  <a:pt x="683" y="256"/>
                </a:cubicBezTo>
                <a:close/>
                <a:moveTo>
                  <a:pt x="853" y="597"/>
                </a:moveTo>
                <a:lnTo>
                  <a:pt x="832" y="623"/>
                </a:lnTo>
                <a:lnTo>
                  <a:pt x="832" y="623"/>
                </a:lnTo>
                <a:cubicBezTo>
                  <a:pt x="832" y="622"/>
                  <a:pt x="832" y="620"/>
                  <a:pt x="832" y="619"/>
                </a:cubicBezTo>
                <a:lnTo>
                  <a:pt x="853" y="597"/>
                </a:lnTo>
                <a:close/>
                <a:moveTo>
                  <a:pt x="762" y="725"/>
                </a:moveTo>
                <a:lnTo>
                  <a:pt x="762" y="725"/>
                </a:lnTo>
                <a:cubicBezTo>
                  <a:pt x="760" y="727"/>
                  <a:pt x="758" y="728"/>
                  <a:pt x="756" y="730"/>
                </a:cubicBezTo>
                <a:lnTo>
                  <a:pt x="756" y="730"/>
                </a:lnTo>
                <a:lnTo>
                  <a:pt x="768" y="725"/>
                </a:lnTo>
                <a:close/>
                <a:moveTo>
                  <a:pt x="278" y="0"/>
                </a:moveTo>
                <a:cubicBezTo>
                  <a:pt x="235" y="22"/>
                  <a:pt x="192" y="43"/>
                  <a:pt x="150" y="64"/>
                </a:cubicBezTo>
                <a:cubicBezTo>
                  <a:pt x="107" y="86"/>
                  <a:pt x="86" y="128"/>
                  <a:pt x="64" y="171"/>
                </a:cubicBezTo>
                <a:cubicBezTo>
                  <a:pt x="0" y="278"/>
                  <a:pt x="0" y="406"/>
                  <a:pt x="64" y="512"/>
                </a:cubicBezTo>
                <a:cubicBezTo>
                  <a:pt x="86" y="576"/>
                  <a:pt x="128" y="619"/>
                  <a:pt x="171" y="661"/>
                </a:cubicBezTo>
                <a:cubicBezTo>
                  <a:pt x="214" y="683"/>
                  <a:pt x="235" y="704"/>
                  <a:pt x="278" y="725"/>
                </a:cubicBezTo>
                <a:lnTo>
                  <a:pt x="299" y="725"/>
                </a:lnTo>
                <a:cubicBezTo>
                  <a:pt x="320" y="747"/>
                  <a:pt x="363" y="747"/>
                  <a:pt x="406" y="768"/>
                </a:cubicBezTo>
                <a:lnTo>
                  <a:pt x="427" y="768"/>
                </a:lnTo>
                <a:lnTo>
                  <a:pt x="534" y="789"/>
                </a:lnTo>
                <a:lnTo>
                  <a:pt x="555" y="789"/>
                </a:lnTo>
                <a:cubicBezTo>
                  <a:pt x="598" y="768"/>
                  <a:pt x="619" y="768"/>
                  <a:pt x="662" y="768"/>
                </a:cubicBezTo>
                <a:cubicBezTo>
                  <a:pt x="683" y="768"/>
                  <a:pt x="704" y="747"/>
                  <a:pt x="725" y="747"/>
                </a:cubicBezTo>
                <a:cubicBezTo>
                  <a:pt x="737" y="741"/>
                  <a:pt x="747" y="735"/>
                  <a:pt x="756" y="730"/>
                </a:cubicBezTo>
                <a:lnTo>
                  <a:pt x="756" y="730"/>
                </a:lnTo>
                <a:lnTo>
                  <a:pt x="704" y="747"/>
                </a:lnTo>
                <a:cubicBezTo>
                  <a:pt x="725" y="736"/>
                  <a:pt x="741" y="731"/>
                  <a:pt x="755" y="725"/>
                </a:cubicBezTo>
                <a:lnTo>
                  <a:pt x="762" y="725"/>
                </a:lnTo>
                <a:cubicBezTo>
                  <a:pt x="767" y="722"/>
                  <a:pt x="771" y="719"/>
                  <a:pt x="775" y="716"/>
                </a:cubicBezTo>
                <a:lnTo>
                  <a:pt x="775" y="716"/>
                </a:lnTo>
                <a:cubicBezTo>
                  <a:pt x="780" y="712"/>
                  <a:pt x="785" y="709"/>
                  <a:pt x="789" y="704"/>
                </a:cubicBezTo>
                <a:lnTo>
                  <a:pt x="832" y="683"/>
                </a:lnTo>
                <a:cubicBezTo>
                  <a:pt x="853" y="661"/>
                  <a:pt x="875" y="640"/>
                  <a:pt x="875" y="597"/>
                </a:cubicBezTo>
                <a:cubicBezTo>
                  <a:pt x="896" y="597"/>
                  <a:pt x="896" y="576"/>
                  <a:pt x="896" y="555"/>
                </a:cubicBezTo>
                <a:cubicBezTo>
                  <a:pt x="896" y="534"/>
                  <a:pt x="896" y="491"/>
                  <a:pt x="896" y="470"/>
                </a:cubicBezTo>
                <a:cubicBezTo>
                  <a:pt x="875" y="427"/>
                  <a:pt x="853" y="406"/>
                  <a:pt x="832" y="384"/>
                </a:cubicBezTo>
                <a:cubicBezTo>
                  <a:pt x="814" y="366"/>
                  <a:pt x="796" y="348"/>
                  <a:pt x="778" y="343"/>
                </a:cubicBezTo>
                <a:lnTo>
                  <a:pt x="778" y="343"/>
                </a:lnTo>
                <a:cubicBezTo>
                  <a:pt x="755" y="319"/>
                  <a:pt x="729" y="299"/>
                  <a:pt x="701" y="283"/>
                </a:cubicBezTo>
                <a:lnTo>
                  <a:pt x="701" y="283"/>
                </a:lnTo>
                <a:cubicBezTo>
                  <a:pt x="701" y="282"/>
                  <a:pt x="700" y="281"/>
                  <a:pt x="699" y="280"/>
                </a:cubicBezTo>
                <a:lnTo>
                  <a:pt x="699" y="280"/>
                </a:lnTo>
                <a:cubicBezTo>
                  <a:pt x="682" y="180"/>
                  <a:pt x="623" y="96"/>
                  <a:pt x="534" y="43"/>
                </a:cubicBezTo>
                <a:lnTo>
                  <a:pt x="44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99"/>
          <p:cNvSpPr/>
          <p:nvPr/>
        </p:nvSpPr>
        <p:spPr>
          <a:xfrm rot="10800000">
            <a:off x="482192" y="-492936"/>
            <a:ext cx="1944133" cy="1869161"/>
          </a:xfrm>
          <a:custGeom>
            <a:rect b="b" l="l" r="r" t="t"/>
            <a:pathLst>
              <a:path extrusionOk="0" h="32915" w="33547">
                <a:moveTo>
                  <a:pt x="18691" y="1"/>
                </a:moveTo>
                <a:cubicBezTo>
                  <a:pt x="15706" y="1"/>
                  <a:pt x="12724" y="318"/>
                  <a:pt x="9789" y="947"/>
                </a:cubicBezTo>
                <a:cubicBezTo>
                  <a:pt x="7507" y="1438"/>
                  <a:pt x="5161" y="2163"/>
                  <a:pt x="3519" y="3847"/>
                </a:cubicBezTo>
                <a:cubicBezTo>
                  <a:pt x="2687" y="4722"/>
                  <a:pt x="2026" y="5788"/>
                  <a:pt x="1621" y="6940"/>
                </a:cubicBezTo>
                <a:cubicBezTo>
                  <a:pt x="1088" y="8390"/>
                  <a:pt x="747" y="9883"/>
                  <a:pt x="555" y="11418"/>
                </a:cubicBezTo>
                <a:cubicBezTo>
                  <a:pt x="469" y="12143"/>
                  <a:pt x="0" y="20396"/>
                  <a:pt x="150" y="20396"/>
                </a:cubicBezTo>
                <a:lnTo>
                  <a:pt x="13158" y="19927"/>
                </a:lnTo>
                <a:cubicBezTo>
                  <a:pt x="13542" y="18861"/>
                  <a:pt x="13372" y="17688"/>
                  <a:pt x="13521" y="16579"/>
                </a:cubicBezTo>
                <a:cubicBezTo>
                  <a:pt x="13670" y="15513"/>
                  <a:pt x="14353" y="14489"/>
                  <a:pt x="15504" y="14340"/>
                </a:cubicBezTo>
                <a:cubicBezTo>
                  <a:pt x="15595" y="14329"/>
                  <a:pt x="15686" y="14323"/>
                  <a:pt x="15776" y="14323"/>
                </a:cubicBezTo>
                <a:cubicBezTo>
                  <a:pt x="16534" y="14323"/>
                  <a:pt x="17258" y="14715"/>
                  <a:pt x="17658" y="15364"/>
                </a:cubicBezTo>
                <a:cubicBezTo>
                  <a:pt x="17914" y="15833"/>
                  <a:pt x="18063" y="16323"/>
                  <a:pt x="18127" y="16835"/>
                </a:cubicBezTo>
                <a:cubicBezTo>
                  <a:pt x="18597" y="19842"/>
                  <a:pt x="18554" y="22913"/>
                  <a:pt x="18490" y="25963"/>
                </a:cubicBezTo>
                <a:lnTo>
                  <a:pt x="18341" y="32915"/>
                </a:lnTo>
                <a:lnTo>
                  <a:pt x="33546" y="32915"/>
                </a:lnTo>
                <a:cubicBezTo>
                  <a:pt x="33525" y="27114"/>
                  <a:pt x="33503" y="21335"/>
                  <a:pt x="33482" y="15534"/>
                </a:cubicBezTo>
                <a:cubicBezTo>
                  <a:pt x="33482" y="12954"/>
                  <a:pt x="33376" y="10075"/>
                  <a:pt x="32778" y="7537"/>
                </a:cubicBezTo>
                <a:cubicBezTo>
                  <a:pt x="32352" y="5681"/>
                  <a:pt x="31478" y="3869"/>
                  <a:pt x="30027" y="2632"/>
                </a:cubicBezTo>
                <a:cubicBezTo>
                  <a:pt x="28215" y="1075"/>
                  <a:pt x="25762" y="542"/>
                  <a:pt x="23395" y="265"/>
                </a:cubicBezTo>
                <a:cubicBezTo>
                  <a:pt x="21830" y="88"/>
                  <a:pt x="20260" y="1"/>
                  <a:pt x="1869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9"/>
          <p:cNvSpPr/>
          <p:nvPr/>
        </p:nvSpPr>
        <p:spPr>
          <a:xfrm>
            <a:off x="1089274" y="2429679"/>
            <a:ext cx="307074" cy="284150"/>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99"/>
          <p:cNvSpPr/>
          <p:nvPr/>
        </p:nvSpPr>
        <p:spPr>
          <a:xfrm rot="1429443">
            <a:off x="1089272" y="2992652"/>
            <a:ext cx="307068" cy="284146"/>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99"/>
          <p:cNvSpPr/>
          <p:nvPr/>
        </p:nvSpPr>
        <p:spPr>
          <a:xfrm rot="5400000">
            <a:off x="4448420" y="4127116"/>
            <a:ext cx="756246" cy="1379515"/>
          </a:xfrm>
          <a:custGeom>
            <a:rect b="b" l="l" r="r" t="t"/>
            <a:pathLst>
              <a:path extrusionOk="0" h="23703" w="14567">
                <a:moveTo>
                  <a:pt x="14567" y="1"/>
                </a:moveTo>
                <a:cubicBezTo>
                  <a:pt x="11709" y="108"/>
                  <a:pt x="8851" y="385"/>
                  <a:pt x="6015" y="385"/>
                </a:cubicBezTo>
                <a:cubicBezTo>
                  <a:pt x="5268" y="427"/>
                  <a:pt x="4543" y="513"/>
                  <a:pt x="3840" y="662"/>
                </a:cubicBezTo>
                <a:cubicBezTo>
                  <a:pt x="3541" y="726"/>
                  <a:pt x="3243" y="811"/>
                  <a:pt x="2965" y="918"/>
                </a:cubicBezTo>
                <a:cubicBezTo>
                  <a:pt x="1" y="2155"/>
                  <a:pt x="747" y="6868"/>
                  <a:pt x="726" y="9512"/>
                </a:cubicBezTo>
                <a:cubicBezTo>
                  <a:pt x="683" y="13287"/>
                  <a:pt x="961" y="17062"/>
                  <a:pt x="1281" y="20815"/>
                </a:cubicBezTo>
                <a:cubicBezTo>
                  <a:pt x="1281" y="21242"/>
                  <a:pt x="1366" y="21668"/>
                  <a:pt x="1536" y="22052"/>
                </a:cubicBezTo>
                <a:cubicBezTo>
                  <a:pt x="2027" y="23012"/>
                  <a:pt x="3285" y="23225"/>
                  <a:pt x="4351" y="23332"/>
                </a:cubicBezTo>
                <a:cubicBezTo>
                  <a:pt x="7315" y="23574"/>
                  <a:pt x="10279" y="23702"/>
                  <a:pt x="13257" y="23702"/>
                </a:cubicBezTo>
                <a:cubicBezTo>
                  <a:pt x="13686" y="23702"/>
                  <a:pt x="14115" y="23700"/>
                  <a:pt x="14545" y="23694"/>
                </a:cubicBezTo>
                <a:lnTo>
                  <a:pt x="14545" y="15484"/>
                </a:lnTo>
                <a:cubicBezTo>
                  <a:pt x="13714" y="15441"/>
                  <a:pt x="12903" y="15377"/>
                  <a:pt x="12071" y="15249"/>
                </a:cubicBezTo>
                <a:cubicBezTo>
                  <a:pt x="11432" y="15142"/>
                  <a:pt x="10749" y="15014"/>
                  <a:pt x="10259" y="14567"/>
                </a:cubicBezTo>
                <a:cubicBezTo>
                  <a:pt x="9768" y="14119"/>
                  <a:pt x="9598" y="13287"/>
                  <a:pt x="10046" y="12818"/>
                </a:cubicBezTo>
                <a:cubicBezTo>
                  <a:pt x="10356" y="12487"/>
                  <a:pt x="10902" y="12402"/>
                  <a:pt x="11476" y="12402"/>
                </a:cubicBezTo>
                <a:cubicBezTo>
                  <a:pt x="12087" y="12402"/>
                  <a:pt x="12731" y="12498"/>
                  <a:pt x="13159" y="12498"/>
                </a:cubicBezTo>
                <a:lnTo>
                  <a:pt x="14567" y="12498"/>
                </a:lnTo>
                <a:lnTo>
                  <a:pt x="1456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9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noFill/>
      </p:bgPr>
    </p:bg>
    <p:spTree>
      <p:nvGrpSpPr>
        <p:cNvPr id="123" name="Shape 123"/>
        <p:cNvGrpSpPr/>
        <p:nvPr/>
      </p:nvGrpSpPr>
      <p:grpSpPr>
        <a:xfrm>
          <a:off x="0" y="0"/>
          <a:ext cx="0" cy="0"/>
          <a:chOff x="0" y="0"/>
          <a:chExt cx="0" cy="0"/>
        </a:xfrm>
      </p:grpSpPr>
      <p:sp>
        <p:nvSpPr>
          <p:cNvPr id="124" name="Google Shape;124;p100"/>
          <p:cNvSpPr txBox="1"/>
          <p:nvPr>
            <p:ph type="title"/>
          </p:nvPr>
        </p:nvSpPr>
        <p:spPr>
          <a:xfrm>
            <a:off x="726100" y="356016"/>
            <a:ext cx="769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2800"/>
              <a:buNone/>
              <a:defRPr>
                <a:solidFill>
                  <a:schemeClr val="dk2"/>
                </a:solidFill>
              </a:defRPr>
            </a:lvl1pPr>
            <a:lvl2pPr lvl="1" algn="ctr">
              <a:lnSpc>
                <a:spcPct val="100000"/>
              </a:lnSpc>
              <a:spcBef>
                <a:spcPts val="0"/>
              </a:spcBef>
              <a:spcAft>
                <a:spcPts val="0"/>
              </a:spcAft>
              <a:buClr>
                <a:schemeClr val="dk2"/>
              </a:buClr>
              <a:buSzPts val="2800"/>
              <a:buNone/>
              <a:defRPr sz="2800">
                <a:solidFill>
                  <a:schemeClr val="dk2"/>
                </a:solidFill>
              </a:defRPr>
            </a:lvl2pPr>
            <a:lvl3pPr lvl="2" algn="ctr">
              <a:lnSpc>
                <a:spcPct val="100000"/>
              </a:lnSpc>
              <a:spcBef>
                <a:spcPts val="0"/>
              </a:spcBef>
              <a:spcAft>
                <a:spcPts val="0"/>
              </a:spcAft>
              <a:buClr>
                <a:schemeClr val="dk2"/>
              </a:buClr>
              <a:buSzPts val="2800"/>
              <a:buNone/>
              <a:defRPr sz="2800">
                <a:solidFill>
                  <a:schemeClr val="dk2"/>
                </a:solidFill>
              </a:defRPr>
            </a:lvl3pPr>
            <a:lvl4pPr lvl="3" algn="ctr">
              <a:lnSpc>
                <a:spcPct val="100000"/>
              </a:lnSpc>
              <a:spcBef>
                <a:spcPts val="0"/>
              </a:spcBef>
              <a:spcAft>
                <a:spcPts val="0"/>
              </a:spcAft>
              <a:buClr>
                <a:schemeClr val="dk2"/>
              </a:buClr>
              <a:buSzPts val="2800"/>
              <a:buNone/>
              <a:defRPr sz="2800">
                <a:solidFill>
                  <a:schemeClr val="dk2"/>
                </a:solidFill>
              </a:defRPr>
            </a:lvl4pPr>
            <a:lvl5pPr lvl="4" algn="ctr">
              <a:lnSpc>
                <a:spcPct val="100000"/>
              </a:lnSpc>
              <a:spcBef>
                <a:spcPts val="0"/>
              </a:spcBef>
              <a:spcAft>
                <a:spcPts val="0"/>
              </a:spcAft>
              <a:buClr>
                <a:schemeClr val="dk2"/>
              </a:buClr>
              <a:buSzPts val="2800"/>
              <a:buNone/>
              <a:defRPr sz="2800">
                <a:solidFill>
                  <a:schemeClr val="dk2"/>
                </a:solidFill>
              </a:defRPr>
            </a:lvl5pPr>
            <a:lvl6pPr lvl="5" algn="ctr">
              <a:lnSpc>
                <a:spcPct val="100000"/>
              </a:lnSpc>
              <a:spcBef>
                <a:spcPts val="0"/>
              </a:spcBef>
              <a:spcAft>
                <a:spcPts val="0"/>
              </a:spcAft>
              <a:buClr>
                <a:schemeClr val="dk2"/>
              </a:buClr>
              <a:buSzPts val="2800"/>
              <a:buNone/>
              <a:defRPr sz="2800">
                <a:solidFill>
                  <a:schemeClr val="dk2"/>
                </a:solidFill>
              </a:defRPr>
            </a:lvl6pPr>
            <a:lvl7pPr lvl="6" algn="ctr">
              <a:lnSpc>
                <a:spcPct val="100000"/>
              </a:lnSpc>
              <a:spcBef>
                <a:spcPts val="0"/>
              </a:spcBef>
              <a:spcAft>
                <a:spcPts val="0"/>
              </a:spcAft>
              <a:buClr>
                <a:schemeClr val="dk2"/>
              </a:buClr>
              <a:buSzPts val="2800"/>
              <a:buNone/>
              <a:defRPr sz="2800">
                <a:solidFill>
                  <a:schemeClr val="dk2"/>
                </a:solidFill>
              </a:defRPr>
            </a:lvl7pPr>
            <a:lvl8pPr lvl="7" algn="ctr">
              <a:lnSpc>
                <a:spcPct val="100000"/>
              </a:lnSpc>
              <a:spcBef>
                <a:spcPts val="0"/>
              </a:spcBef>
              <a:spcAft>
                <a:spcPts val="0"/>
              </a:spcAft>
              <a:buClr>
                <a:schemeClr val="dk2"/>
              </a:buClr>
              <a:buSzPts val="2800"/>
              <a:buNone/>
              <a:defRPr sz="2800">
                <a:solidFill>
                  <a:schemeClr val="dk2"/>
                </a:solidFill>
              </a:defRPr>
            </a:lvl8pPr>
            <a:lvl9pPr lvl="8" algn="ctr">
              <a:lnSpc>
                <a:spcPct val="100000"/>
              </a:lnSpc>
              <a:spcBef>
                <a:spcPts val="0"/>
              </a:spcBef>
              <a:spcAft>
                <a:spcPts val="0"/>
              </a:spcAft>
              <a:buClr>
                <a:schemeClr val="dk2"/>
              </a:buClr>
              <a:buSzPts val="2800"/>
              <a:buNone/>
              <a:defRPr sz="2800">
                <a:solidFill>
                  <a:schemeClr val="dk2"/>
                </a:solidFill>
              </a:defRPr>
            </a:lvl9pPr>
          </a:lstStyle>
          <a:p/>
        </p:txBody>
      </p:sp>
      <p:sp>
        <p:nvSpPr>
          <p:cNvPr id="125" name="Google Shape;125;p100"/>
          <p:cNvSpPr txBox="1"/>
          <p:nvPr>
            <p:ph idx="1" type="subTitle"/>
          </p:nvPr>
        </p:nvSpPr>
        <p:spPr>
          <a:xfrm>
            <a:off x="1241314" y="2124569"/>
            <a:ext cx="2534400" cy="125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26" name="Google Shape;126;p100"/>
          <p:cNvSpPr/>
          <p:nvPr/>
        </p:nvSpPr>
        <p:spPr>
          <a:xfrm flipH="1" rot="5400000">
            <a:off x="-323930" y="4508243"/>
            <a:ext cx="1345938" cy="1830627"/>
          </a:xfrm>
          <a:custGeom>
            <a:rect b="b" l="l" r="r" t="t"/>
            <a:pathLst>
              <a:path extrusionOk="0" h="31473" w="23140">
                <a:moveTo>
                  <a:pt x="22831" y="1"/>
                </a:moveTo>
                <a:cubicBezTo>
                  <a:pt x="22697" y="1"/>
                  <a:pt x="22564" y="86"/>
                  <a:pt x="22564" y="257"/>
                </a:cubicBezTo>
                <a:lnTo>
                  <a:pt x="22585" y="257"/>
                </a:lnTo>
                <a:cubicBezTo>
                  <a:pt x="22351" y="3648"/>
                  <a:pt x="22329" y="7060"/>
                  <a:pt x="22180" y="10451"/>
                </a:cubicBezTo>
                <a:cubicBezTo>
                  <a:pt x="22137" y="11943"/>
                  <a:pt x="22009" y="13436"/>
                  <a:pt x="21114" y="14716"/>
                </a:cubicBezTo>
                <a:cubicBezTo>
                  <a:pt x="20282" y="15804"/>
                  <a:pt x="19152" y="16635"/>
                  <a:pt x="17851" y="17083"/>
                </a:cubicBezTo>
                <a:cubicBezTo>
                  <a:pt x="16401" y="17616"/>
                  <a:pt x="14844" y="17829"/>
                  <a:pt x="13308" y="17957"/>
                </a:cubicBezTo>
                <a:cubicBezTo>
                  <a:pt x="11602" y="18128"/>
                  <a:pt x="9896" y="18213"/>
                  <a:pt x="8190" y="18235"/>
                </a:cubicBezTo>
                <a:cubicBezTo>
                  <a:pt x="6505" y="18235"/>
                  <a:pt x="4821" y="18171"/>
                  <a:pt x="3136" y="18043"/>
                </a:cubicBezTo>
                <a:cubicBezTo>
                  <a:pt x="2709" y="18000"/>
                  <a:pt x="2304" y="17957"/>
                  <a:pt x="1878" y="17915"/>
                </a:cubicBezTo>
                <a:cubicBezTo>
                  <a:pt x="1758" y="17891"/>
                  <a:pt x="1632" y="17879"/>
                  <a:pt x="1504" y="17879"/>
                </a:cubicBezTo>
                <a:cubicBezTo>
                  <a:pt x="1292" y="17879"/>
                  <a:pt x="1075" y="17912"/>
                  <a:pt x="875" y="17979"/>
                </a:cubicBezTo>
                <a:cubicBezTo>
                  <a:pt x="172" y="18256"/>
                  <a:pt x="172" y="18981"/>
                  <a:pt x="172" y="19621"/>
                </a:cubicBezTo>
                <a:cubicBezTo>
                  <a:pt x="129" y="23460"/>
                  <a:pt x="44" y="27298"/>
                  <a:pt x="1" y="31137"/>
                </a:cubicBezTo>
                <a:cubicBezTo>
                  <a:pt x="12" y="31361"/>
                  <a:pt x="182" y="31473"/>
                  <a:pt x="356" y="31473"/>
                </a:cubicBezTo>
                <a:cubicBezTo>
                  <a:pt x="529" y="31473"/>
                  <a:pt x="705" y="31361"/>
                  <a:pt x="726" y="31137"/>
                </a:cubicBezTo>
                <a:cubicBezTo>
                  <a:pt x="790" y="27703"/>
                  <a:pt x="811" y="24291"/>
                  <a:pt x="897" y="20879"/>
                </a:cubicBezTo>
                <a:lnTo>
                  <a:pt x="918" y="19621"/>
                </a:lnTo>
                <a:cubicBezTo>
                  <a:pt x="918" y="19365"/>
                  <a:pt x="854" y="18853"/>
                  <a:pt x="1195" y="18789"/>
                </a:cubicBezTo>
                <a:cubicBezTo>
                  <a:pt x="1275" y="18784"/>
                  <a:pt x="1355" y="18781"/>
                  <a:pt x="1435" y="18781"/>
                </a:cubicBezTo>
                <a:cubicBezTo>
                  <a:pt x="1675" y="18781"/>
                  <a:pt x="1915" y="18805"/>
                  <a:pt x="2155" y="18853"/>
                </a:cubicBezTo>
                <a:cubicBezTo>
                  <a:pt x="2581" y="18896"/>
                  <a:pt x="3008" y="18917"/>
                  <a:pt x="3456" y="18960"/>
                </a:cubicBezTo>
                <a:cubicBezTo>
                  <a:pt x="4721" y="19039"/>
                  <a:pt x="5986" y="19083"/>
                  <a:pt x="7252" y="19083"/>
                </a:cubicBezTo>
                <a:cubicBezTo>
                  <a:pt x="7693" y="19083"/>
                  <a:pt x="8133" y="19077"/>
                  <a:pt x="8574" y="19066"/>
                </a:cubicBezTo>
                <a:cubicBezTo>
                  <a:pt x="10237" y="19024"/>
                  <a:pt x="11901" y="18917"/>
                  <a:pt x="13564" y="18725"/>
                </a:cubicBezTo>
                <a:cubicBezTo>
                  <a:pt x="15121" y="18555"/>
                  <a:pt x="16678" y="18320"/>
                  <a:pt x="18128" y="17766"/>
                </a:cubicBezTo>
                <a:cubicBezTo>
                  <a:pt x="19408" y="17318"/>
                  <a:pt x="20538" y="16550"/>
                  <a:pt x="21434" y="15548"/>
                </a:cubicBezTo>
                <a:cubicBezTo>
                  <a:pt x="22393" y="14417"/>
                  <a:pt x="22777" y="13074"/>
                  <a:pt x="22905" y="11602"/>
                </a:cubicBezTo>
                <a:cubicBezTo>
                  <a:pt x="23054" y="9768"/>
                  <a:pt x="22990" y="7913"/>
                  <a:pt x="23033" y="6079"/>
                </a:cubicBezTo>
                <a:cubicBezTo>
                  <a:pt x="23076" y="4138"/>
                  <a:pt x="23140" y="2197"/>
                  <a:pt x="23097" y="257"/>
                </a:cubicBezTo>
                <a:cubicBezTo>
                  <a:pt x="23097" y="86"/>
                  <a:pt x="22964" y="1"/>
                  <a:pt x="2283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00"/>
          <p:cNvSpPr/>
          <p:nvPr/>
        </p:nvSpPr>
        <p:spPr>
          <a:xfrm flipH="1" rot="5400000">
            <a:off x="-388319" y="4383418"/>
            <a:ext cx="1434000" cy="1803638"/>
          </a:xfrm>
          <a:custGeom>
            <a:rect b="b" l="l" r="r" t="t"/>
            <a:pathLst>
              <a:path extrusionOk="0" h="31009" w="24654">
                <a:moveTo>
                  <a:pt x="24280" y="0"/>
                </a:moveTo>
                <a:cubicBezTo>
                  <a:pt x="24105" y="0"/>
                  <a:pt x="23929" y="112"/>
                  <a:pt x="23907" y="336"/>
                </a:cubicBezTo>
                <a:cubicBezTo>
                  <a:pt x="23886" y="3108"/>
                  <a:pt x="23779" y="5859"/>
                  <a:pt x="23502" y="8610"/>
                </a:cubicBezTo>
                <a:cubicBezTo>
                  <a:pt x="23267" y="10892"/>
                  <a:pt x="23054" y="13345"/>
                  <a:pt x="21924" y="15413"/>
                </a:cubicBezTo>
                <a:cubicBezTo>
                  <a:pt x="19685" y="19529"/>
                  <a:pt x="14417" y="19465"/>
                  <a:pt x="10323" y="19700"/>
                </a:cubicBezTo>
                <a:cubicBezTo>
                  <a:pt x="7209" y="19871"/>
                  <a:pt x="4074" y="20063"/>
                  <a:pt x="960" y="20169"/>
                </a:cubicBezTo>
                <a:cubicBezTo>
                  <a:pt x="769" y="20169"/>
                  <a:pt x="619" y="20318"/>
                  <a:pt x="598" y="20510"/>
                </a:cubicBezTo>
                <a:cubicBezTo>
                  <a:pt x="107" y="23901"/>
                  <a:pt x="1" y="27356"/>
                  <a:pt x="278" y="30768"/>
                </a:cubicBezTo>
                <a:cubicBezTo>
                  <a:pt x="278" y="30928"/>
                  <a:pt x="395" y="31008"/>
                  <a:pt x="513" y="31008"/>
                </a:cubicBezTo>
                <a:cubicBezTo>
                  <a:pt x="630" y="31008"/>
                  <a:pt x="747" y="30928"/>
                  <a:pt x="747" y="30768"/>
                </a:cubicBezTo>
                <a:cubicBezTo>
                  <a:pt x="871" y="27448"/>
                  <a:pt x="975" y="24148"/>
                  <a:pt x="1290" y="20849"/>
                </a:cubicBezTo>
                <a:lnTo>
                  <a:pt x="1290" y="20849"/>
                </a:lnTo>
                <a:cubicBezTo>
                  <a:pt x="4059" y="20651"/>
                  <a:pt x="6828" y="20548"/>
                  <a:pt x="9597" y="20425"/>
                </a:cubicBezTo>
                <a:cubicBezTo>
                  <a:pt x="11965" y="20318"/>
                  <a:pt x="14396" y="20318"/>
                  <a:pt x="16699" y="19785"/>
                </a:cubicBezTo>
                <a:cubicBezTo>
                  <a:pt x="18789" y="19316"/>
                  <a:pt x="20772" y="18335"/>
                  <a:pt x="22031" y="16565"/>
                </a:cubicBezTo>
                <a:cubicBezTo>
                  <a:pt x="23395" y="14646"/>
                  <a:pt x="23737" y="12172"/>
                  <a:pt x="24035" y="9911"/>
                </a:cubicBezTo>
                <a:cubicBezTo>
                  <a:pt x="24462" y="6734"/>
                  <a:pt x="24654" y="3535"/>
                  <a:pt x="24654" y="336"/>
                </a:cubicBezTo>
                <a:cubicBezTo>
                  <a:pt x="24632" y="112"/>
                  <a:pt x="24456" y="0"/>
                  <a:pt x="2428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00"/>
          <p:cNvSpPr/>
          <p:nvPr/>
        </p:nvSpPr>
        <p:spPr>
          <a:xfrm flipH="1" rot="5400000">
            <a:off x="-117968" y="4426686"/>
            <a:ext cx="1394913" cy="1334363"/>
          </a:xfrm>
          <a:custGeom>
            <a:rect b="b" l="l" r="r" t="t"/>
            <a:pathLst>
              <a:path extrusionOk="0" h="22941" w="23982">
                <a:moveTo>
                  <a:pt x="23573" y="1"/>
                </a:moveTo>
                <a:cubicBezTo>
                  <a:pt x="23368" y="1"/>
                  <a:pt x="23160" y="134"/>
                  <a:pt x="23160" y="401"/>
                </a:cubicBezTo>
                <a:cubicBezTo>
                  <a:pt x="22990" y="5903"/>
                  <a:pt x="22307" y="11384"/>
                  <a:pt x="21070" y="16736"/>
                </a:cubicBezTo>
                <a:cubicBezTo>
                  <a:pt x="20814" y="17824"/>
                  <a:pt x="20558" y="18976"/>
                  <a:pt x="19876" y="19871"/>
                </a:cubicBezTo>
                <a:cubicBezTo>
                  <a:pt x="19236" y="20724"/>
                  <a:pt x="18277" y="21194"/>
                  <a:pt x="17274" y="21449"/>
                </a:cubicBezTo>
                <a:cubicBezTo>
                  <a:pt x="16208" y="21684"/>
                  <a:pt x="15120" y="21812"/>
                  <a:pt x="14033" y="21855"/>
                </a:cubicBezTo>
                <a:cubicBezTo>
                  <a:pt x="12604" y="21919"/>
                  <a:pt x="11175" y="21983"/>
                  <a:pt x="9768" y="22025"/>
                </a:cubicBezTo>
                <a:cubicBezTo>
                  <a:pt x="6633" y="22132"/>
                  <a:pt x="3498" y="22132"/>
                  <a:pt x="341" y="22196"/>
                </a:cubicBezTo>
                <a:cubicBezTo>
                  <a:pt x="0" y="22196"/>
                  <a:pt x="0" y="22729"/>
                  <a:pt x="341" y="22729"/>
                </a:cubicBezTo>
                <a:cubicBezTo>
                  <a:pt x="2323" y="22875"/>
                  <a:pt x="4305" y="22941"/>
                  <a:pt x="6287" y="22941"/>
                </a:cubicBezTo>
                <a:cubicBezTo>
                  <a:pt x="7206" y="22941"/>
                  <a:pt x="8124" y="22927"/>
                  <a:pt x="9042" y="22900"/>
                </a:cubicBezTo>
                <a:cubicBezTo>
                  <a:pt x="10493" y="22857"/>
                  <a:pt x="11964" y="22814"/>
                  <a:pt x="13414" y="22729"/>
                </a:cubicBezTo>
                <a:cubicBezTo>
                  <a:pt x="14609" y="22686"/>
                  <a:pt x="15803" y="22580"/>
                  <a:pt x="16976" y="22388"/>
                </a:cubicBezTo>
                <a:cubicBezTo>
                  <a:pt x="18042" y="22196"/>
                  <a:pt x="19066" y="21748"/>
                  <a:pt x="19897" y="21044"/>
                </a:cubicBezTo>
                <a:cubicBezTo>
                  <a:pt x="20772" y="20298"/>
                  <a:pt x="21262" y="19210"/>
                  <a:pt x="21561" y="18123"/>
                </a:cubicBezTo>
                <a:cubicBezTo>
                  <a:pt x="21945" y="16822"/>
                  <a:pt x="22179" y="15478"/>
                  <a:pt x="22414" y="14156"/>
                </a:cubicBezTo>
                <a:cubicBezTo>
                  <a:pt x="22691" y="12748"/>
                  <a:pt x="22904" y="11362"/>
                  <a:pt x="23096" y="9976"/>
                </a:cubicBezTo>
                <a:cubicBezTo>
                  <a:pt x="23544" y="6798"/>
                  <a:pt x="23843" y="3600"/>
                  <a:pt x="23971" y="401"/>
                </a:cubicBezTo>
                <a:cubicBezTo>
                  <a:pt x="23981" y="134"/>
                  <a:pt x="23779" y="1"/>
                  <a:pt x="235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00"/>
          <p:cNvSpPr/>
          <p:nvPr/>
        </p:nvSpPr>
        <p:spPr>
          <a:xfrm flipH="1">
            <a:off x="799395" y="4973709"/>
            <a:ext cx="340230" cy="314833"/>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00"/>
          <p:cNvSpPr/>
          <p:nvPr/>
        </p:nvSpPr>
        <p:spPr>
          <a:xfrm flipH="1">
            <a:off x="409370" y="4973709"/>
            <a:ext cx="340230" cy="314833"/>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00"/>
          <p:cNvSpPr/>
          <p:nvPr/>
        </p:nvSpPr>
        <p:spPr>
          <a:xfrm>
            <a:off x="-118327" y="1757600"/>
            <a:ext cx="589647" cy="756127"/>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00"/>
          <p:cNvSpPr/>
          <p:nvPr/>
        </p:nvSpPr>
        <p:spPr>
          <a:xfrm>
            <a:off x="-118325" y="2662396"/>
            <a:ext cx="208348" cy="500296"/>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00"/>
          <p:cNvSpPr/>
          <p:nvPr/>
        </p:nvSpPr>
        <p:spPr>
          <a:xfrm flipH="1" rot="5400000">
            <a:off x="670902" y="-408245"/>
            <a:ext cx="597231" cy="1354136"/>
          </a:xfrm>
          <a:custGeom>
            <a:rect b="b" l="l" r="r" t="t"/>
            <a:pathLst>
              <a:path extrusionOk="0" h="15542" w="5588">
                <a:moveTo>
                  <a:pt x="4548" y="1"/>
                </a:moveTo>
                <a:cubicBezTo>
                  <a:pt x="3927" y="1"/>
                  <a:pt x="3303" y="39"/>
                  <a:pt x="2688" y="121"/>
                </a:cubicBezTo>
                <a:cubicBezTo>
                  <a:pt x="2282" y="143"/>
                  <a:pt x="1899" y="292"/>
                  <a:pt x="1579" y="548"/>
                </a:cubicBezTo>
                <a:cubicBezTo>
                  <a:pt x="1365" y="804"/>
                  <a:pt x="1216" y="1102"/>
                  <a:pt x="1174" y="1422"/>
                </a:cubicBezTo>
                <a:cubicBezTo>
                  <a:pt x="256" y="5367"/>
                  <a:pt x="1" y="9419"/>
                  <a:pt x="384" y="13429"/>
                </a:cubicBezTo>
                <a:cubicBezTo>
                  <a:pt x="448" y="14026"/>
                  <a:pt x="555" y="14687"/>
                  <a:pt x="1046" y="15092"/>
                </a:cubicBezTo>
                <a:cubicBezTo>
                  <a:pt x="1493" y="15455"/>
                  <a:pt x="2112" y="15497"/>
                  <a:pt x="2709" y="15519"/>
                </a:cubicBezTo>
                <a:cubicBezTo>
                  <a:pt x="3076" y="15535"/>
                  <a:pt x="3442" y="15542"/>
                  <a:pt x="3809" y="15542"/>
                </a:cubicBezTo>
                <a:cubicBezTo>
                  <a:pt x="4402" y="15542"/>
                  <a:pt x="4995" y="15524"/>
                  <a:pt x="5588" y="15497"/>
                </a:cubicBezTo>
                <a:lnTo>
                  <a:pt x="5588" y="36"/>
                </a:lnTo>
                <a:cubicBezTo>
                  <a:pt x="5244" y="13"/>
                  <a:pt x="4896" y="1"/>
                  <a:pt x="454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00"/>
          <p:cNvSpPr/>
          <p:nvPr/>
        </p:nvSpPr>
        <p:spPr>
          <a:xfrm rot="5400000">
            <a:off x="8408931" y="87221"/>
            <a:ext cx="1248253" cy="426858"/>
          </a:xfrm>
          <a:custGeom>
            <a:rect b="b" l="l" r="r" t="t"/>
            <a:pathLst>
              <a:path extrusionOk="0" h="7541" w="22052">
                <a:moveTo>
                  <a:pt x="719" y="0"/>
                </a:moveTo>
                <a:cubicBezTo>
                  <a:pt x="519" y="0"/>
                  <a:pt x="347" y="174"/>
                  <a:pt x="384" y="396"/>
                </a:cubicBezTo>
                <a:cubicBezTo>
                  <a:pt x="171" y="2102"/>
                  <a:pt x="43" y="3830"/>
                  <a:pt x="1" y="5557"/>
                </a:cubicBezTo>
                <a:cubicBezTo>
                  <a:pt x="40" y="5558"/>
                  <a:pt x="86" y="5558"/>
                  <a:pt x="139" y="5558"/>
                </a:cubicBezTo>
                <a:cubicBezTo>
                  <a:pt x="795" y="5558"/>
                  <a:pt x="2502" y="5518"/>
                  <a:pt x="4461" y="5518"/>
                </a:cubicBezTo>
                <a:cubicBezTo>
                  <a:pt x="8264" y="5518"/>
                  <a:pt x="13018" y="5669"/>
                  <a:pt x="12881" y="6560"/>
                </a:cubicBezTo>
                <a:cubicBezTo>
                  <a:pt x="12818" y="6837"/>
                  <a:pt x="12796" y="7178"/>
                  <a:pt x="12775" y="7541"/>
                </a:cubicBezTo>
                <a:lnTo>
                  <a:pt x="21966" y="7541"/>
                </a:lnTo>
                <a:cubicBezTo>
                  <a:pt x="22030" y="5834"/>
                  <a:pt x="22052" y="4128"/>
                  <a:pt x="22030" y="2422"/>
                </a:cubicBezTo>
                <a:cubicBezTo>
                  <a:pt x="22030" y="1953"/>
                  <a:pt x="21988" y="1484"/>
                  <a:pt x="21710" y="1143"/>
                </a:cubicBezTo>
                <a:cubicBezTo>
                  <a:pt x="21348" y="716"/>
                  <a:pt x="20751" y="652"/>
                  <a:pt x="20196" y="631"/>
                </a:cubicBezTo>
                <a:cubicBezTo>
                  <a:pt x="13713" y="311"/>
                  <a:pt x="7294" y="76"/>
                  <a:pt x="811" y="12"/>
                </a:cubicBezTo>
                <a:cubicBezTo>
                  <a:pt x="780" y="4"/>
                  <a:pt x="749" y="0"/>
                  <a:pt x="71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00"/>
          <p:cNvSpPr/>
          <p:nvPr/>
        </p:nvSpPr>
        <p:spPr>
          <a:xfrm flipH="1">
            <a:off x="8307845" y="444300"/>
            <a:ext cx="340230" cy="314833"/>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00"/>
          <p:cNvSpPr/>
          <p:nvPr/>
        </p:nvSpPr>
        <p:spPr>
          <a:xfrm>
            <a:off x="9179643" y="3832006"/>
            <a:ext cx="123778" cy="93804"/>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00"/>
          <p:cNvSpPr/>
          <p:nvPr/>
        </p:nvSpPr>
        <p:spPr>
          <a:xfrm>
            <a:off x="9165437" y="4005352"/>
            <a:ext cx="139235" cy="122339"/>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00"/>
          <p:cNvSpPr/>
          <p:nvPr/>
        </p:nvSpPr>
        <p:spPr>
          <a:xfrm>
            <a:off x="9018876" y="3953411"/>
            <a:ext cx="140174" cy="66457"/>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00"/>
          <p:cNvSpPr/>
          <p:nvPr/>
        </p:nvSpPr>
        <p:spPr>
          <a:xfrm>
            <a:off x="8981516" y="4081824"/>
            <a:ext cx="99749" cy="105068"/>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00"/>
          <p:cNvSpPr/>
          <p:nvPr/>
        </p:nvSpPr>
        <p:spPr>
          <a:xfrm>
            <a:off x="8754602" y="3804471"/>
            <a:ext cx="157570" cy="68960"/>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00"/>
          <p:cNvSpPr/>
          <p:nvPr/>
        </p:nvSpPr>
        <p:spPr>
          <a:xfrm>
            <a:off x="8730571" y="3969243"/>
            <a:ext cx="133540" cy="131538"/>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00"/>
          <p:cNvSpPr/>
          <p:nvPr/>
        </p:nvSpPr>
        <p:spPr>
          <a:xfrm>
            <a:off x="8755353" y="4202102"/>
            <a:ext cx="147433" cy="130412"/>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00"/>
          <p:cNvSpPr/>
          <p:nvPr/>
        </p:nvSpPr>
        <p:spPr>
          <a:xfrm>
            <a:off x="8894718" y="4370317"/>
            <a:ext cx="135480" cy="130036"/>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00"/>
          <p:cNvSpPr/>
          <p:nvPr/>
        </p:nvSpPr>
        <p:spPr>
          <a:xfrm>
            <a:off x="9091844" y="4301980"/>
            <a:ext cx="136607" cy="139798"/>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00"/>
          <p:cNvSpPr/>
          <p:nvPr/>
        </p:nvSpPr>
        <p:spPr>
          <a:xfrm>
            <a:off x="9196164" y="4176320"/>
            <a:ext cx="103003" cy="110574"/>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00"/>
          <p:cNvSpPr/>
          <p:nvPr/>
        </p:nvSpPr>
        <p:spPr>
          <a:xfrm>
            <a:off x="9173698" y="4646856"/>
            <a:ext cx="106820" cy="150374"/>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00"/>
          <p:cNvSpPr/>
          <p:nvPr/>
        </p:nvSpPr>
        <p:spPr>
          <a:xfrm>
            <a:off x="9213686" y="4525139"/>
            <a:ext cx="82853" cy="82790"/>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00"/>
          <p:cNvSpPr/>
          <p:nvPr/>
        </p:nvSpPr>
        <p:spPr>
          <a:xfrm>
            <a:off x="8853353" y="4705806"/>
            <a:ext cx="67021" cy="117833"/>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00"/>
          <p:cNvSpPr/>
          <p:nvPr/>
        </p:nvSpPr>
        <p:spPr>
          <a:xfrm>
            <a:off x="8972129" y="4587781"/>
            <a:ext cx="79035" cy="77158"/>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00"/>
          <p:cNvSpPr/>
          <p:nvPr/>
        </p:nvSpPr>
        <p:spPr>
          <a:xfrm>
            <a:off x="8712674" y="4435775"/>
            <a:ext cx="74029" cy="186544"/>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00"/>
          <p:cNvSpPr/>
          <p:nvPr/>
        </p:nvSpPr>
        <p:spPr>
          <a:xfrm>
            <a:off x="9324452" y="4292467"/>
            <a:ext cx="72277" cy="143302"/>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00"/>
          <p:cNvSpPr/>
          <p:nvPr/>
        </p:nvSpPr>
        <p:spPr>
          <a:xfrm>
            <a:off x="9355179" y="4651675"/>
            <a:ext cx="42740" cy="131100"/>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00"/>
          <p:cNvSpPr/>
          <p:nvPr/>
        </p:nvSpPr>
        <p:spPr>
          <a:xfrm>
            <a:off x="9353864" y="3920306"/>
            <a:ext cx="69461" cy="167833"/>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00"/>
          <p:cNvSpPr/>
          <p:nvPr/>
        </p:nvSpPr>
        <p:spPr>
          <a:xfrm>
            <a:off x="8998475" y="4835033"/>
            <a:ext cx="167270" cy="86044"/>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00"/>
          <p:cNvSpPr/>
          <p:nvPr/>
        </p:nvSpPr>
        <p:spPr>
          <a:xfrm>
            <a:off x="9261747" y="4905498"/>
            <a:ext cx="77471" cy="88985"/>
          </a:xfrm>
          <a:custGeom>
            <a:rect b="b" l="l" r="r" t="t"/>
            <a:pathLst>
              <a:path extrusionOk="0" h="1422" w="1238">
                <a:moveTo>
                  <a:pt x="342" y="0"/>
                </a:moveTo>
                <a:cubicBezTo>
                  <a:pt x="257" y="0"/>
                  <a:pt x="214" y="21"/>
                  <a:pt x="150" y="64"/>
                </a:cubicBezTo>
                <a:cubicBezTo>
                  <a:pt x="43" y="149"/>
                  <a:pt x="1" y="320"/>
                  <a:pt x="86" y="448"/>
                </a:cubicBezTo>
                <a:lnTo>
                  <a:pt x="86" y="469"/>
                </a:lnTo>
                <a:lnTo>
                  <a:pt x="342" y="875"/>
                </a:lnTo>
                <a:cubicBezTo>
                  <a:pt x="427" y="1002"/>
                  <a:pt x="512" y="1130"/>
                  <a:pt x="619" y="1258"/>
                </a:cubicBezTo>
                <a:cubicBezTo>
                  <a:pt x="662" y="1344"/>
                  <a:pt x="726" y="1386"/>
                  <a:pt x="811" y="1408"/>
                </a:cubicBezTo>
                <a:cubicBezTo>
                  <a:pt x="846" y="1416"/>
                  <a:pt x="882" y="1422"/>
                  <a:pt x="917" y="1422"/>
                </a:cubicBezTo>
                <a:cubicBezTo>
                  <a:pt x="967" y="1422"/>
                  <a:pt x="1017" y="1411"/>
                  <a:pt x="1067" y="1386"/>
                </a:cubicBezTo>
                <a:cubicBezTo>
                  <a:pt x="1131" y="1344"/>
                  <a:pt x="1195" y="1280"/>
                  <a:pt x="1216" y="1194"/>
                </a:cubicBezTo>
                <a:cubicBezTo>
                  <a:pt x="1238" y="1088"/>
                  <a:pt x="1238" y="1002"/>
                  <a:pt x="1174" y="917"/>
                </a:cubicBezTo>
                <a:cubicBezTo>
                  <a:pt x="1067" y="768"/>
                  <a:pt x="960" y="619"/>
                  <a:pt x="854" y="469"/>
                </a:cubicBezTo>
                <a:lnTo>
                  <a:pt x="534" y="85"/>
                </a:lnTo>
                <a:cubicBezTo>
                  <a:pt x="491" y="43"/>
                  <a:pt x="406" y="0"/>
                  <a:pt x="3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00"/>
          <p:cNvSpPr/>
          <p:nvPr/>
        </p:nvSpPr>
        <p:spPr>
          <a:xfrm>
            <a:off x="8881388" y="4942170"/>
            <a:ext cx="154879" cy="70650"/>
          </a:xfrm>
          <a:custGeom>
            <a:rect b="b" l="l" r="r" t="t"/>
            <a:pathLst>
              <a:path extrusionOk="0" h="1129" w="2475">
                <a:moveTo>
                  <a:pt x="2149" y="0"/>
                </a:moveTo>
                <a:cubicBezTo>
                  <a:pt x="2122" y="0"/>
                  <a:pt x="2095" y="4"/>
                  <a:pt x="2069" y="11"/>
                </a:cubicBezTo>
                <a:cubicBezTo>
                  <a:pt x="1494" y="97"/>
                  <a:pt x="939" y="203"/>
                  <a:pt x="363" y="331"/>
                </a:cubicBezTo>
                <a:cubicBezTo>
                  <a:pt x="129" y="374"/>
                  <a:pt x="1" y="608"/>
                  <a:pt x="65" y="822"/>
                </a:cubicBezTo>
                <a:cubicBezTo>
                  <a:pt x="120" y="1007"/>
                  <a:pt x="306" y="1128"/>
                  <a:pt x="493" y="1128"/>
                </a:cubicBezTo>
                <a:cubicBezTo>
                  <a:pt x="521" y="1128"/>
                  <a:pt x="549" y="1126"/>
                  <a:pt x="577" y="1120"/>
                </a:cubicBezTo>
                <a:cubicBezTo>
                  <a:pt x="1131" y="950"/>
                  <a:pt x="1685" y="758"/>
                  <a:pt x="2219" y="566"/>
                </a:cubicBezTo>
                <a:cubicBezTo>
                  <a:pt x="2389" y="523"/>
                  <a:pt x="2475" y="352"/>
                  <a:pt x="2432" y="203"/>
                </a:cubicBezTo>
                <a:cubicBezTo>
                  <a:pt x="2397" y="80"/>
                  <a:pt x="2274" y="0"/>
                  <a:pt x="21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00"/>
          <p:cNvSpPr/>
          <p:nvPr/>
        </p:nvSpPr>
        <p:spPr>
          <a:xfrm>
            <a:off x="8704726" y="4852618"/>
            <a:ext cx="107320" cy="89799"/>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0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MAIN_POINT_1">
    <p:spTree>
      <p:nvGrpSpPr>
        <p:cNvPr id="159" name="Shape 159"/>
        <p:cNvGrpSpPr/>
        <p:nvPr/>
      </p:nvGrpSpPr>
      <p:grpSpPr>
        <a:xfrm>
          <a:off x="0" y="0"/>
          <a:ext cx="0" cy="0"/>
          <a:chOff x="0" y="0"/>
          <a:chExt cx="0" cy="0"/>
        </a:xfrm>
      </p:grpSpPr>
      <p:sp>
        <p:nvSpPr>
          <p:cNvPr id="160" name="Google Shape;160;p101"/>
          <p:cNvSpPr txBox="1"/>
          <p:nvPr>
            <p:ph type="title"/>
          </p:nvPr>
        </p:nvSpPr>
        <p:spPr>
          <a:xfrm>
            <a:off x="2003713" y="3066909"/>
            <a:ext cx="5136600" cy="502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20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61" name="Google Shape;161;p101"/>
          <p:cNvSpPr txBox="1"/>
          <p:nvPr>
            <p:ph idx="1" type="subTitle"/>
          </p:nvPr>
        </p:nvSpPr>
        <p:spPr>
          <a:xfrm>
            <a:off x="2003688" y="1838080"/>
            <a:ext cx="5136600" cy="1301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2400"/>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62" name="Google Shape;162;p101"/>
          <p:cNvSpPr/>
          <p:nvPr/>
        </p:nvSpPr>
        <p:spPr>
          <a:xfrm>
            <a:off x="6940725" y="4791150"/>
            <a:ext cx="707734" cy="484570"/>
          </a:xfrm>
          <a:custGeom>
            <a:rect b="b" l="l" r="r" t="t"/>
            <a:pathLst>
              <a:path extrusionOk="0" h="10877" w="15462">
                <a:moveTo>
                  <a:pt x="214" y="0"/>
                </a:moveTo>
                <a:cubicBezTo>
                  <a:pt x="150" y="3625"/>
                  <a:pt x="64" y="7251"/>
                  <a:pt x="0" y="10876"/>
                </a:cubicBezTo>
                <a:cubicBezTo>
                  <a:pt x="4841" y="10727"/>
                  <a:pt x="9704" y="10450"/>
                  <a:pt x="14545" y="10066"/>
                </a:cubicBezTo>
                <a:cubicBezTo>
                  <a:pt x="14567" y="10068"/>
                  <a:pt x="14588" y="10069"/>
                  <a:pt x="14610" y="10069"/>
                </a:cubicBezTo>
                <a:cubicBezTo>
                  <a:pt x="14844" y="10069"/>
                  <a:pt x="15073" y="9966"/>
                  <a:pt x="15249" y="9810"/>
                </a:cubicBezTo>
                <a:cubicBezTo>
                  <a:pt x="15398" y="9597"/>
                  <a:pt x="15462" y="9341"/>
                  <a:pt x="15440" y="9085"/>
                </a:cubicBezTo>
                <a:lnTo>
                  <a:pt x="15398"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01"/>
          <p:cNvSpPr/>
          <p:nvPr/>
        </p:nvSpPr>
        <p:spPr>
          <a:xfrm>
            <a:off x="2022325" y="4928678"/>
            <a:ext cx="707712" cy="284315"/>
          </a:xfrm>
          <a:custGeom>
            <a:rect b="b" l="l" r="r" t="t"/>
            <a:pathLst>
              <a:path extrusionOk="0" h="11632" w="13756">
                <a:moveTo>
                  <a:pt x="8819" y="0"/>
                </a:moveTo>
                <a:cubicBezTo>
                  <a:pt x="6385" y="0"/>
                  <a:pt x="3951" y="157"/>
                  <a:pt x="1536" y="457"/>
                </a:cubicBezTo>
                <a:cubicBezTo>
                  <a:pt x="1302" y="457"/>
                  <a:pt x="1088" y="606"/>
                  <a:pt x="1024" y="820"/>
                </a:cubicBezTo>
                <a:cubicBezTo>
                  <a:pt x="896" y="1075"/>
                  <a:pt x="811" y="1353"/>
                  <a:pt x="768" y="1651"/>
                </a:cubicBezTo>
                <a:cubicBezTo>
                  <a:pt x="598" y="2632"/>
                  <a:pt x="470" y="3635"/>
                  <a:pt x="385" y="4637"/>
                </a:cubicBezTo>
                <a:cubicBezTo>
                  <a:pt x="257" y="6108"/>
                  <a:pt x="193" y="7580"/>
                  <a:pt x="107" y="9051"/>
                </a:cubicBezTo>
                <a:cubicBezTo>
                  <a:pt x="65" y="9904"/>
                  <a:pt x="22" y="10757"/>
                  <a:pt x="1" y="11632"/>
                </a:cubicBezTo>
                <a:lnTo>
                  <a:pt x="385" y="11632"/>
                </a:lnTo>
                <a:cubicBezTo>
                  <a:pt x="470" y="10054"/>
                  <a:pt x="555" y="8476"/>
                  <a:pt x="662" y="6897"/>
                </a:cubicBezTo>
                <a:cubicBezTo>
                  <a:pt x="747" y="5639"/>
                  <a:pt x="854" y="4381"/>
                  <a:pt x="1024" y="3123"/>
                </a:cubicBezTo>
                <a:cubicBezTo>
                  <a:pt x="1067" y="2419"/>
                  <a:pt x="1216" y="1715"/>
                  <a:pt x="1430" y="1054"/>
                </a:cubicBezTo>
                <a:cubicBezTo>
                  <a:pt x="1430" y="1054"/>
                  <a:pt x="1451" y="990"/>
                  <a:pt x="1472" y="948"/>
                </a:cubicBezTo>
                <a:cubicBezTo>
                  <a:pt x="1472" y="926"/>
                  <a:pt x="1494" y="926"/>
                  <a:pt x="1494" y="905"/>
                </a:cubicBezTo>
                <a:cubicBezTo>
                  <a:pt x="1622" y="905"/>
                  <a:pt x="1749" y="884"/>
                  <a:pt x="1877" y="862"/>
                </a:cubicBezTo>
                <a:cubicBezTo>
                  <a:pt x="3647" y="649"/>
                  <a:pt x="5439" y="521"/>
                  <a:pt x="7230" y="478"/>
                </a:cubicBezTo>
                <a:cubicBezTo>
                  <a:pt x="7693" y="467"/>
                  <a:pt x="8157" y="462"/>
                  <a:pt x="8622" y="462"/>
                </a:cubicBezTo>
                <a:cubicBezTo>
                  <a:pt x="9957" y="462"/>
                  <a:pt x="11297" y="506"/>
                  <a:pt x="12626" y="585"/>
                </a:cubicBezTo>
                <a:cubicBezTo>
                  <a:pt x="12677" y="585"/>
                  <a:pt x="12762" y="578"/>
                  <a:pt x="12853" y="578"/>
                </a:cubicBezTo>
                <a:cubicBezTo>
                  <a:pt x="12989" y="578"/>
                  <a:pt x="13138" y="593"/>
                  <a:pt x="13202" y="670"/>
                </a:cubicBezTo>
                <a:cubicBezTo>
                  <a:pt x="13287" y="798"/>
                  <a:pt x="13244" y="1118"/>
                  <a:pt x="13244" y="1267"/>
                </a:cubicBezTo>
                <a:cubicBezTo>
                  <a:pt x="13244" y="1737"/>
                  <a:pt x="13244" y="2184"/>
                  <a:pt x="13266" y="2654"/>
                </a:cubicBezTo>
                <a:cubicBezTo>
                  <a:pt x="13266" y="3549"/>
                  <a:pt x="13287" y="4466"/>
                  <a:pt x="13287" y="5362"/>
                </a:cubicBezTo>
                <a:cubicBezTo>
                  <a:pt x="13287" y="7452"/>
                  <a:pt x="13266" y="9542"/>
                  <a:pt x="13244" y="11632"/>
                </a:cubicBezTo>
                <a:lnTo>
                  <a:pt x="13692" y="11632"/>
                </a:lnTo>
                <a:cubicBezTo>
                  <a:pt x="13692" y="10971"/>
                  <a:pt x="13713" y="10310"/>
                  <a:pt x="13713" y="9649"/>
                </a:cubicBezTo>
                <a:cubicBezTo>
                  <a:pt x="13735" y="7815"/>
                  <a:pt x="13735" y="5959"/>
                  <a:pt x="13713" y="4125"/>
                </a:cubicBezTo>
                <a:cubicBezTo>
                  <a:pt x="13713" y="3208"/>
                  <a:pt x="13713" y="2291"/>
                  <a:pt x="13692" y="1374"/>
                </a:cubicBezTo>
                <a:cubicBezTo>
                  <a:pt x="13692" y="1033"/>
                  <a:pt x="13756" y="564"/>
                  <a:pt x="13479" y="329"/>
                </a:cubicBezTo>
                <a:cubicBezTo>
                  <a:pt x="13223" y="94"/>
                  <a:pt x="12754" y="137"/>
                  <a:pt x="12412" y="116"/>
                </a:cubicBezTo>
                <a:cubicBezTo>
                  <a:pt x="11216" y="38"/>
                  <a:pt x="10018" y="0"/>
                  <a:pt x="88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01"/>
          <p:cNvSpPr/>
          <p:nvPr/>
        </p:nvSpPr>
        <p:spPr>
          <a:xfrm>
            <a:off x="697393" y="4151154"/>
            <a:ext cx="110140" cy="83468"/>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01"/>
          <p:cNvSpPr/>
          <p:nvPr/>
        </p:nvSpPr>
        <p:spPr>
          <a:xfrm>
            <a:off x="684753" y="4305400"/>
            <a:ext cx="123894" cy="108859"/>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01"/>
          <p:cNvSpPr/>
          <p:nvPr/>
        </p:nvSpPr>
        <p:spPr>
          <a:xfrm>
            <a:off x="554340" y="4259182"/>
            <a:ext cx="124729" cy="59135"/>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01"/>
          <p:cNvSpPr/>
          <p:nvPr/>
        </p:nvSpPr>
        <p:spPr>
          <a:xfrm>
            <a:off x="521096" y="4373446"/>
            <a:ext cx="88758" cy="93491"/>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01"/>
          <p:cNvSpPr/>
          <p:nvPr/>
        </p:nvSpPr>
        <p:spPr>
          <a:xfrm>
            <a:off x="319183" y="4126653"/>
            <a:ext cx="140209" cy="61362"/>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01"/>
          <p:cNvSpPr/>
          <p:nvPr/>
        </p:nvSpPr>
        <p:spPr>
          <a:xfrm>
            <a:off x="297800" y="4273270"/>
            <a:ext cx="118826" cy="117045"/>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01"/>
          <p:cNvSpPr/>
          <p:nvPr/>
        </p:nvSpPr>
        <p:spPr>
          <a:xfrm>
            <a:off x="319852" y="4480471"/>
            <a:ext cx="131188" cy="116042"/>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01"/>
          <p:cNvSpPr/>
          <p:nvPr/>
        </p:nvSpPr>
        <p:spPr>
          <a:xfrm>
            <a:off x="443861" y="4630151"/>
            <a:ext cx="120553" cy="115708"/>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01"/>
          <p:cNvSpPr/>
          <p:nvPr/>
        </p:nvSpPr>
        <p:spPr>
          <a:xfrm>
            <a:off x="619268" y="4569343"/>
            <a:ext cx="121555" cy="124395"/>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01"/>
          <p:cNvSpPr/>
          <p:nvPr/>
        </p:nvSpPr>
        <p:spPr>
          <a:xfrm>
            <a:off x="712094" y="4457529"/>
            <a:ext cx="91653" cy="98391"/>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01"/>
          <p:cNvSpPr/>
          <p:nvPr/>
        </p:nvSpPr>
        <p:spPr>
          <a:xfrm>
            <a:off x="692103" y="4876220"/>
            <a:ext cx="95050" cy="133805"/>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01"/>
          <p:cNvSpPr/>
          <p:nvPr/>
        </p:nvSpPr>
        <p:spPr>
          <a:xfrm>
            <a:off x="727686" y="4767914"/>
            <a:ext cx="73724" cy="73668"/>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01"/>
          <p:cNvSpPr/>
          <p:nvPr/>
        </p:nvSpPr>
        <p:spPr>
          <a:xfrm>
            <a:off x="536186" y="5043663"/>
            <a:ext cx="148839" cy="76563"/>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01"/>
          <p:cNvSpPr/>
          <p:nvPr/>
        </p:nvSpPr>
        <p:spPr>
          <a:xfrm>
            <a:off x="770452" y="5106363"/>
            <a:ext cx="68935" cy="79181"/>
          </a:xfrm>
          <a:custGeom>
            <a:rect b="b" l="l" r="r" t="t"/>
            <a:pathLst>
              <a:path extrusionOk="0" h="1422" w="1238">
                <a:moveTo>
                  <a:pt x="342" y="0"/>
                </a:moveTo>
                <a:cubicBezTo>
                  <a:pt x="257" y="0"/>
                  <a:pt x="214" y="21"/>
                  <a:pt x="150" y="64"/>
                </a:cubicBezTo>
                <a:cubicBezTo>
                  <a:pt x="43" y="149"/>
                  <a:pt x="1" y="320"/>
                  <a:pt x="86" y="448"/>
                </a:cubicBezTo>
                <a:lnTo>
                  <a:pt x="86" y="469"/>
                </a:lnTo>
                <a:lnTo>
                  <a:pt x="342" y="875"/>
                </a:lnTo>
                <a:cubicBezTo>
                  <a:pt x="427" y="1002"/>
                  <a:pt x="512" y="1130"/>
                  <a:pt x="619" y="1258"/>
                </a:cubicBezTo>
                <a:cubicBezTo>
                  <a:pt x="662" y="1344"/>
                  <a:pt x="726" y="1386"/>
                  <a:pt x="811" y="1408"/>
                </a:cubicBezTo>
                <a:cubicBezTo>
                  <a:pt x="846" y="1416"/>
                  <a:pt x="882" y="1422"/>
                  <a:pt x="917" y="1422"/>
                </a:cubicBezTo>
                <a:cubicBezTo>
                  <a:pt x="967" y="1422"/>
                  <a:pt x="1017" y="1411"/>
                  <a:pt x="1067" y="1386"/>
                </a:cubicBezTo>
                <a:cubicBezTo>
                  <a:pt x="1131" y="1344"/>
                  <a:pt x="1195" y="1280"/>
                  <a:pt x="1216" y="1194"/>
                </a:cubicBezTo>
                <a:cubicBezTo>
                  <a:pt x="1238" y="1088"/>
                  <a:pt x="1238" y="1002"/>
                  <a:pt x="1174" y="917"/>
                </a:cubicBezTo>
                <a:cubicBezTo>
                  <a:pt x="1067" y="768"/>
                  <a:pt x="960" y="619"/>
                  <a:pt x="854" y="469"/>
                </a:cubicBezTo>
                <a:lnTo>
                  <a:pt x="534" y="85"/>
                </a:lnTo>
                <a:cubicBezTo>
                  <a:pt x="491" y="43"/>
                  <a:pt x="406" y="0"/>
                  <a:pt x="3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01"/>
          <p:cNvSpPr/>
          <p:nvPr/>
        </p:nvSpPr>
        <p:spPr>
          <a:xfrm>
            <a:off x="432000" y="5138994"/>
            <a:ext cx="137814" cy="62866"/>
          </a:xfrm>
          <a:custGeom>
            <a:rect b="b" l="l" r="r" t="t"/>
            <a:pathLst>
              <a:path extrusionOk="0" h="1129" w="2475">
                <a:moveTo>
                  <a:pt x="2149" y="0"/>
                </a:moveTo>
                <a:cubicBezTo>
                  <a:pt x="2122" y="0"/>
                  <a:pt x="2095" y="4"/>
                  <a:pt x="2069" y="11"/>
                </a:cubicBezTo>
                <a:cubicBezTo>
                  <a:pt x="1494" y="97"/>
                  <a:pt x="939" y="203"/>
                  <a:pt x="363" y="331"/>
                </a:cubicBezTo>
                <a:cubicBezTo>
                  <a:pt x="129" y="374"/>
                  <a:pt x="1" y="608"/>
                  <a:pt x="65" y="822"/>
                </a:cubicBezTo>
                <a:cubicBezTo>
                  <a:pt x="120" y="1007"/>
                  <a:pt x="306" y="1128"/>
                  <a:pt x="493" y="1128"/>
                </a:cubicBezTo>
                <a:cubicBezTo>
                  <a:pt x="521" y="1128"/>
                  <a:pt x="549" y="1126"/>
                  <a:pt x="577" y="1120"/>
                </a:cubicBezTo>
                <a:cubicBezTo>
                  <a:pt x="1131" y="950"/>
                  <a:pt x="1685" y="758"/>
                  <a:pt x="2219" y="566"/>
                </a:cubicBezTo>
                <a:cubicBezTo>
                  <a:pt x="2389" y="523"/>
                  <a:pt x="2475" y="352"/>
                  <a:pt x="2432" y="203"/>
                </a:cubicBezTo>
                <a:cubicBezTo>
                  <a:pt x="2397" y="80"/>
                  <a:pt x="2274" y="0"/>
                  <a:pt x="21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01"/>
          <p:cNvSpPr/>
          <p:nvPr/>
        </p:nvSpPr>
        <p:spPr>
          <a:xfrm>
            <a:off x="274803" y="5059310"/>
            <a:ext cx="95495" cy="79904"/>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01"/>
          <p:cNvSpPr/>
          <p:nvPr/>
        </p:nvSpPr>
        <p:spPr>
          <a:xfrm>
            <a:off x="407054" y="4928675"/>
            <a:ext cx="59636" cy="104850"/>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01"/>
          <p:cNvSpPr/>
          <p:nvPr/>
        </p:nvSpPr>
        <p:spPr>
          <a:xfrm>
            <a:off x="512743" y="4823654"/>
            <a:ext cx="70327" cy="68657"/>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01"/>
          <p:cNvSpPr/>
          <p:nvPr/>
        </p:nvSpPr>
        <p:spPr>
          <a:xfrm>
            <a:off x="281875" y="4688397"/>
            <a:ext cx="65872" cy="165990"/>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01"/>
          <p:cNvSpPr/>
          <p:nvPr/>
        </p:nvSpPr>
        <p:spPr>
          <a:xfrm>
            <a:off x="826248" y="4560879"/>
            <a:ext cx="64313" cy="127513"/>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01"/>
          <p:cNvSpPr/>
          <p:nvPr/>
        </p:nvSpPr>
        <p:spPr>
          <a:xfrm>
            <a:off x="853589" y="4880508"/>
            <a:ext cx="38031" cy="116655"/>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01"/>
          <p:cNvSpPr/>
          <p:nvPr/>
        </p:nvSpPr>
        <p:spPr>
          <a:xfrm>
            <a:off x="852419" y="4229725"/>
            <a:ext cx="61808" cy="149340"/>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01"/>
          <p:cNvSpPr/>
          <p:nvPr/>
        </p:nvSpPr>
        <p:spPr>
          <a:xfrm rot="10800000">
            <a:off x="-139839" y="595185"/>
            <a:ext cx="793464" cy="1374715"/>
          </a:xfrm>
          <a:custGeom>
            <a:rect b="b" l="l" r="r" t="t"/>
            <a:pathLst>
              <a:path extrusionOk="0" h="23703" w="14567">
                <a:moveTo>
                  <a:pt x="14567" y="1"/>
                </a:moveTo>
                <a:cubicBezTo>
                  <a:pt x="11709" y="108"/>
                  <a:pt x="8851" y="385"/>
                  <a:pt x="6015" y="385"/>
                </a:cubicBezTo>
                <a:cubicBezTo>
                  <a:pt x="5268" y="427"/>
                  <a:pt x="4543" y="513"/>
                  <a:pt x="3840" y="662"/>
                </a:cubicBezTo>
                <a:cubicBezTo>
                  <a:pt x="3541" y="726"/>
                  <a:pt x="3243" y="811"/>
                  <a:pt x="2965" y="918"/>
                </a:cubicBezTo>
                <a:cubicBezTo>
                  <a:pt x="1" y="2155"/>
                  <a:pt x="747" y="6868"/>
                  <a:pt x="726" y="9512"/>
                </a:cubicBezTo>
                <a:cubicBezTo>
                  <a:pt x="683" y="13287"/>
                  <a:pt x="961" y="17062"/>
                  <a:pt x="1281" y="20815"/>
                </a:cubicBezTo>
                <a:cubicBezTo>
                  <a:pt x="1281" y="21242"/>
                  <a:pt x="1366" y="21668"/>
                  <a:pt x="1536" y="22052"/>
                </a:cubicBezTo>
                <a:cubicBezTo>
                  <a:pt x="2027" y="23012"/>
                  <a:pt x="3285" y="23225"/>
                  <a:pt x="4351" y="23332"/>
                </a:cubicBezTo>
                <a:cubicBezTo>
                  <a:pt x="7315" y="23574"/>
                  <a:pt x="10279" y="23702"/>
                  <a:pt x="13257" y="23702"/>
                </a:cubicBezTo>
                <a:cubicBezTo>
                  <a:pt x="13686" y="23702"/>
                  <a:pt x="14115" y="23700"/>
                  <a:pt x="14545" y="23694"/>
                </a:cubicBezTo>
                <a:lnTo>
                  <a:pt x="14545" y="15484"/>
                </a:lnTo>
                <a:cubicBezTo>
                  <a:pt x="13714" y="15441"/>
                  <a:pt x="12903" y="15377"/>
                  <a:pt x="12071" y="15249"/>
                </a:cubicBezTo>
                <a:cubicBezTo>
                  <a:pt x="11432" y="15142"/>
                  <a:pt x="10749" y="15014"/>
                  <a:pt x="10259" y="14567"/>
                </a:cubicBezTo>
                <a:cubicBezTo>
                  <a:pt x="9768" y="14119"/>
                  <a:pt x="9598" y="13287"/>
                  <a:pt x="10046" y="12818"/>
                </a:cubicBezTo>
                <a:cubicBezTo>
                  <a:pt x="10356" y="12487"/>
                  <a:pt x="10902" y="12402"/>
                  <a:pt x="11476" y="12402"/>
                </a:cubicBezTo>
                <a:cubicBezTo>
                  <a:pt x="12087" y="12402"/>
                  <a:pt x="12731" y="12498"/>
                  <a:pt x="13159" y="12498"/>
                </a:cubicBezTo>
                <a:lnTo>
                  <a:pt x="14567" y="12498"/>
                </a:lnTo>
                <a:lnTo>
                  <a:pt x="1456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01"/>
          <p:cNvSpPr/>
          <p:nvPr/>
        </p:nvSpPr>
        <p:spPr>
          <a:xfrm rot="-5400000">
            <a:off x="4077690" y="4281997"/>
            <a:ext cx="824687" cy="1343817"/>
          </a:xfrm>
          <a:custGeom>
            <a:rect b="b" l="l" r="r" t="t"/>
            <a:pathLst>
              <a:path extrusionOk="0" h="23387" w="14353">
                <a:moveTo>
                  <a:pt x="7038" y="1"/>
                </a:moveTo>
                <a:lnTo>
                  <a:pt x="7038" y="1"/>
                </a:lnTo>
                <a:cubicBezTo>
                  <a:pt x="7166" y="2730"/>
                  <a:pt x="7358" y="5439"/>
                  <a:pt x="7443" y="8168"/>
                </a:cubicBezTo>
                <a:cubicBezTo>
                  <a:pt x="7528" y="9960"/>
                  <a:pt x="7592" y="11773"/>
                  <a:pt x="7294" y="13543"/>
                </a:cubicBezTo>
                <a:cubicBezTo>
                  <a:pt x="7251" y="13905"/>
                  <a:pt x="7145" y="14246"/>
                  <a:pt x="6953" y="14545"/>
                </a:cubicBezTo>
                <a:cubicBezTo>
                  <a:pt x="6590" y="15057"/>
                  <a:pt x="5950" y="15227"/>
                  <a:pt x="5375" y="15377"/>
                </a:cubicBezTo>
                <a:cubicBezTo>
                  <a:pt x="3604" y="15761"/>
                  <a:pt x="1813" y="15974"/>
                  <a:pt x="0" y="15974"/>
                </a:cubicBezTo>
                <a:lnTo>
                  <a:pt x="128" y="22969"/>
                </a:lnTo>
                <a:cubicBezTo>
                  <a:pt x="1486" y="23184"/>
                  <a:pt x="2869" y="23386"/>
                  <a:pt x="4248" y="23386"/>
                </a:cubicBezTo>
                <a:cubicBezTo>
                  <a:pt x="4645" y="23386"/>
                  <a:pt x="5042" y="23369"/>
                  <a:pt x="5439" y="23331"/>
                </a:cubicBezTo>
                <a:cubicBezTo>
                  <a:pt x="7209" y="23161"/>
                  <a:pt x="8979" y="22585"/>
                  <a:pt x="10301" y="21391"/>
                </a:cubicBezTo>
                <a:cubicBezTo>
                  <a:pt x="12625" y="19301"/>
                  <a:pt x="13052" y="15888"/>
                  <a:pt x="13350" y="12796"/>
                </a:cubicBezTo>
                <a:cubicBezTo>
                  <a:pt x="13756" y="8723"/>
                  <a:pt x="13990" y="4692"/>
                  <a:pt x="14353" y="619"/>
                </a:cubicBezTo>
                <a:cubicBezTo>
                  <a:pt x="11900" y="491"/>
                  <a:pt x="9469" y="278"/>
                  <a:pt x="703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01"/>
          <p:cNvSpPr/>
          <p:nvPr/>
        </p:nvSpPr>
        <p:spPr>
          <a:xfrm>
            <a:off x="-88278" y="2898898"/>
            <a:ext cx="323519" cy="299381"/>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01"/>
          <p:cNvSpPr/>
          <p:nvPr/>
        </p:nvSpPr>
        <p:spPr>
          <a:xfrm flipH="1">
            <a:off x="2784130" y="0"/>
            <a:ext cx="1858920" cy="755276"/>
          </a:xfrm>
          <a:custGeom>
            <a:rect b="b" l="l" r="r" t="t"/>
            <a:pathLst>
              <a:path extrusionOk="0" h="6595" w="19728">
                <a:moveTo>
                  <a:pt x="214" y="0"/>
                </a:moveTo>
                <a:cubicBezTo>
                  <a:pt x="107" y="1408"/>
                  <a:pt x="43" y="2410"/>
                  <a:pt x="43" y="2687"/>
                </a:cubicBezTo>
                <a:cubicBezTo>
                  <a:pt x="1" y="3092"/>
                  <a:pt x="65" y="3519"/>
                  <a:pt x="235" y="3903"/>
                </a:cubicBezTo>
                <a:cubicBezTo>
                  <a:pt x="534" y="4415"/>
                  <a:pt x="1174" y="4628"/>
                  <a:pt x="1750" y="4756"/>
                </a:cubicBezTo>
                <a:cubicBezTo>
                  <a:pt x="2453" y="4948"/>
                  <a:pt x="3136" y="5097"/>
                  <a:pt x="3839" y="5246"/>
                </a:cubicBezTo>
                <a:cubicBezTo>
                  <a:pt x="6569" y="5822"/>
                  <a:pt x="9342" y="6227"/>
                  <a:pt x="12114" y="6547"/>
                </a:cubicBezTo>
                <a:cubicBezTo>
                  <a:pt x="12392" y="6579"/>
                  <a:pt x="12661" y="6595"/>
                  <a:pt x="12922" y="6595"/>
                </a:cubicBezTo>
                <a:cubicBezTo>
                  <a:pt x="16666" y="6595"/>
                  <a:pt x="18691" y="3409"/>
                  <a:pt x="1972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01"/>
          <p:cNvSpPr/>
          <p:nvPr/>
        </p:nvSpPr>
        <p:spPr>
          <a:xfrm>
            <a:off x="339147" y="2898898"/>
            <a:ext cx="323519" cy="299381"/>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01"/>
          <p:cNvSpPr/>
          <p:nvPr/>
        </p:nvSpPr>
        <p:spPr>
          <a:xfrm rot="10800000">
            <a:off x="8035840" y="-31199"/>
            <a:ext cx="761085" cy="453968"/>
          </a:xfrm>
          <a:custGeom>
            <a:rect b="b" l="l" r="r" t="t"/>
            <a:pathLst>
              <a:path extrusionOk="0" h="11632" w="13756">
                <a:moveTo>
                  <a:pt x="8819" y="0"/>
                </a:moveTo>
                <a:cubicBezTo>
                  <a:pt x="6385" y="0"/>
                  <a:pt x="3951" y="157"/>
                  <a:pt x="1536" y="457"/>
                </a:cubicBezTo>
                <a:cubicBezTo>
                  <a:pt x="1302" y="457"/>
                  <a:pt x="1088" y="606"/>
                  <a:pt x="1024" y="820"/>
                </a:cubicBezTo>
                <a:cubicBezTo>
                  <a:pt x="896" y="1075"/>
                  <a:pt x="811" y="1353"/>
                  <a:pt x="768" y="1651"/>
                </a:cubicBezTo>
                <a:cubicBezTo>
                  <a:pt x="598" y="2632"/>
                  <a:pt x="470" y="3635"/>
                  <a:pt x="385" y="4637"/>
                </a:cubicBezTo>
                <a:cubicBezTo>
                  <a:pt x="257" y="6108"/>
                  <a:pt x="193" y="7580"/>
                  <a:pt x="107" y="9051"/>
                </a:cubicBezTo>
                <a:cubicBezTo>
                  <a:pt x="65" y="9904"/>
                  <a:pt x="22" y="10757"/>
                  <a:pt x="1" y="11632"/>
                </a:cubicBezTo>
                <a:lnTo>
                  <a:pt x="385" y="11632"/>
                </a:lnTo>
                <a:cubicBezTo>
                  <a:pt x="470" y="10054"/>
                  <a:pt x="555" y="8476"/>
                  <a:pt x="662" y="6897"/>
                </a:cubicBezTo>
                <a:cubicBezTo>
                  <a:pt x="747" y="5639"/>
                  <a:pt x="854" y="4381"/>
                  <a:pt x="1024" y="3123"/>
                </a:cubicBezTo>
                <a:cubicBezTo>
                  <a:pt x="1067" y="2419"/>
                  <a:pt x="1216" y="1715"/>
                  <a:pt x="1430" y="1054"/>
                </a:cubicBezTo>
                <a:cubicBezTo>
                  <a:pt x="1430" y="1054"/>
                  <a:pt x="1451" y="990"/>
                  <a:pt x="1472" y="948"/>
                </a:cubicBezTo>
                <a:cubicBezTo>
                  <a:pt x="1472" y="926"/>
                  <a:pt x="1494" y="926"/>
                  <a:pt x="1494" y="905"/>
                </a:cubicBezTo>
                <a:cubicBezTo>
                  <a:pt x="1622" y="905"/>
                  <a:pt x="1749" y="884"/>
                  <a:pt x="1877" y="862"/>
                </a:cubicBezTo>
                <a:cubicBezTo>
                  <a:pt x="3647" y="649"/>
                  <a:pt x="5439" y="521"/>
                  <a:pt x="7230" y="478"/>
                </a:cubicBezTo>
                <a:cubicBezTo>
                  <a:pt x="7693" y="467"/>
                  <a:pt x="8157" y="462"/>
                  <a:pt x="8622" y="462"/>
                </a:cubicBezTo>
                <a:cubicBezTo>
                  <a:pt x="9957" y="462"/>
                  <a:pt x="11297" y="506"/>
                  <a:pt x="12626" y="585"/>
                </a:cubicBezTo>
                <a:cubicBezTo>
                  <a:pt x="12677" y="585"/>
                  <a:pt x="12762" y="578"/>
                  <a:pt x="12853" y="578"/>
                </a:cubicBezTo>
                <a:cubicBezTo>
                  <a:pt x="12989" y="578"/>
                  <a:pt x="13138" y="593"/>
                  <a:pt x="13202" y="670"/>
                </a:cubicBezTo>
                <a:cubicBezTo>
                  <a:pt x="13287" y="798"/>
                  <a:pt x="13244" y="1118"/>
                  <a:pt x="13244" y="1267"/>
                </a:cubicBezTo>
                <a:cubicBezTo>
                  <a:pt x="13244" y="1737"/>
                  <a:pt x="13244" y="2184"/>
                  <a:pt x="13266" y="2654"/>
                </a:cubicBezTo>
                <a:cubicBezTo>
                  <a:pt x="13266" y="3549"/>
                  <a:pt x="13287" y="4466"/>
                  <a:pt x="13287" y="5362"/>
                </a:cubicBezTo>
                <a:cubicBezTo>
                  <a:pt x="13287" y="7452"/>
                  <a:pt x="13266" y="9542"/>
                  <a:pt x="13244" y="11632"/>
                </a:cubicBezTo>
                <a:lnTo>
                  <a:pt x="13692" y="11632"/>
                </a:lnTo>
                <a:cubicBezTo>
                  <a:pt x="13692" y="10971"/>
                  <a:pt x="13713" y="10310"/>
                  <a:pt x="13713" y="9649"/>
                </a:cubicBezTo>
                <a:cubicBezTo>
                  <a:pt x="13735" y="7815"/>
                  <a:pt x="13735" y="5959"/>
                  <a:pt x="13713" y="4125"/>
                </a:cubicBezTo>
                <a:cubicBezTo>
                  <a:pt x="13713" y="3208"/>
                  <a:pt x="13713" y="2291"/>
                  <a:pt x="13692" y="1374"/>
                </a:cubicBezTo>
                <a:cubicBezTo>
                  <a:pt x="13692" y="1033"/>
                  <a:pt x="13756" y="564"/>
                  <a:pt x="13479" y="329"/>
                </a:cubicBezTo>
                <a:cubicBezTo>
                  <a:pt x="13223" y="94"/>
                  <a:pt x="12754" y="137"/>
                  <a:pt x="12412" y="116"/>
                </a:cubicBezTo>
                <a:cubicBezTo>
                  <a:pt x="11216" y="38"/>
                  <a:pt x="10018" y="0"/>
                  <a:pt x="88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01"/>
          <p:cNvSpPr/>
          <p:nvPr/>
        </p:nvSpPr>
        <p:spPr>
          <a:xfrm rot="-5400000">
            <a:off x="8633340" y="2463966"/>
            <a:ext cx="863069" cy="215749"/>
          </a:xfrm>
          <a:custGeom>
            <a:rect b="b" l="l" r="r" t="t"/>
            <a:pathLst>
              <a:path extrusionOk="0" h="4544" w="15121">
                <a:moveTo>
                  <a:pt x="15121" y="1"/>
                </a:moveTo>
                <a:cubicBezTo>
                  <a:pt x="10152" y="171"/>
                  <a:pt x="150" y="598"/>
                  <a:pt x="86" y="662"/>
                </a:cubicBezTo>
                <a:cubicBezTo>
                  <a:pt x="0" y="726"/>
                  <a:pt x="107" y="3349"/>
                  <a:pt x="171" y="4543"/>
                </a:cubicBezTo>
                <a:cubicBezTo>
                  <a:pt x="2602" y="4500"/>
                  <a:pt x="13798" y="4031"/>
                  <a:pt x="15121" y="4031"/>
                </a:cubicBezTo>
                <a:lnTo>
                  <a:pt x="1512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0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APTION_ONLY_1_1">
    <p:spTree>
      <p:nvGrpSpPr>
        <p:cNvPr id="194" name="Shape 194"/>
        <p:cNvGrpSpPr/>
        <p:nvPr/>
      </p:nvGrpSpPr>
      <p:grpSpPr>
        <a:xfrm>
          <a:off x="0" y="0"/>
          <a:ext cx="0" cy="0"/>
          <a:chOff x="0" y="0"/>
          <a:chExt cx="0" cy="0"/>
        </a:xfrm>
      </p:grpSpPr>
      <p:sp>
        <p:nvSpPr>
          <p:cNvPr id="195" name="Google Shape;195;p102"/>
          <p:cNvSpPr txBox="1"/>
          <p:nvPr>
            <p:ph idx="1" type="body"/>
          </p:nvPr>
        </p:nvSpPr>
        <p:spPr>
          <a:xfrm>
            <a:off x="2625450" y="2877750"/>
            <a:ext cx="3893100" cy="950700"/>
          </a:xfrm>
          <a:prstGeom prst="rect">
            <a:avLst/>
          </a:prstGeom>
          <a:noFill/>
          <a:ln>
            <a:noFill/>
          </a:ln>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800"/>
              <a:buNone/>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6" name="Google Shape;196;p102"/>
          <p:cNvSpPr txBox="1"/>
          <p:nvPr>
            <p:ph type="title"/>
          </p:nvPr>
        </p:nvSpPr>
        <p:spPr>
          <a:xfrm>
            <a:off x="2625450" y="1196725"/>
            <a:ext cx="3893100" cy="1546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118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197" name="Google Shape;197;p102"/>
          <p:cNvSpPr/>
          <p:nvPr/>
        </p:nvSpPr>
        <p:spPr>
          <a:xfrm>
            <a:off x="1270726" y="4543148"/>
            <a:ext cx="869344" cy="261269"/>
          </a:xfrm>
          <a:custGeom>
            <a:rect b="b" l="l" r="r" t="t"/>
            <a:pathLst>
              <a:path extrusionOk="0" h="4544" w="15121">
                <a:moveTo>
                  <a:pt x="15121" y="1"/>
                </a:moveTo>
                <a:cubicBezTo>
                  <a:pt x="10152" y="171"/>
                  <a:pt x="150" y="598"/>
                  <a:pt x="86" y="662"/>
                </a:cubicBezTo>
                <a:cubicBezTo>
                  <a:pt x="0" y="726"/>
                  <a:pt x="107" y="3349"/>
                  <a:pt x="171" y="4543"/>
                </a:cubicBezTo>
                <a:cubicBezTo>
                  <a:pt x="2602" y="4500"/>
                  <a:pt x="13798" y="4031"/>
                  <a:pt x="15121" y="4031"/>
                </a:cubicBezTo>
                <a:lnTo>
                  <a:pt x="1512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02"/>
          <p:cNvSpPr/>
          <p:nvPr/>
        </p:nvSpPr>
        <p:spPr>
          <a:xfrm rot="10800000">
            <a:off x="16" y="647643"/>
            <a:ext cx="869359" cy="1414654"/>
          </a:xfrm>
          <a:custGeom>
            <a:rect b="b" l="l" r="r" t="t"/>
            <a:pathLst>
              <a:path extrusionOk="0" h="23703" w="14567">
                <a:moveTo>
                  <a:pt x="14567" y="1"/>
                </a:moveTo>
                <a:cubicBezTo>
                  <a:pt x="11709" y="108"/>
                  <a:pt x="8851" y="385"/>
                  <a:pt x="6015" y="385"/>
                </a:cubicBezTo>
                <a:cubicBezTo>
                  <a:pt x="5268" y="427"/>
                  <a:pt x="4543" y="513"/>
                  <a:pt x="3840" y="662"/>
                </a:cubicBezTo>
                <a:cubicBezTo>
                  <a:pt x="3541" y="726"/>
                  <a:pt x="3243" y="811"/>
                  <a:pt x="2965" y="918"/>
                </a:cubicBezTo>
                <a:cubicBezTo>
                  <a:pt x="1" y="2155"/>
                  <a:pt x="747" y="6868"/>
                  <a:pt x="726" y="9512"/>
                </a:cubicBezTo>
                <a:cubicBezTo>
                  <a:pt x="683" y="13287"/>
                  <a:pt x="961" y="17062"/>
                  <a:pt x="1281" y="20815"/>
                </a:cubicBezTo>
                <a:cubicBezTo>
                  <a:pt x="1281" y="21242"/>
                  <a:pt x="1366" y="21668"/>
                  <a:pt x="1536" y="22052"/>
                </a:cubicBezTo>
                <a:cubicBezTo>
                  <a:pt x="2027" y="23012"/>
                  <a:pt x="3285" y="23225"/>
                  <a:pt x="4351" y="23332"/>
                </a:cubicBezTo>
                <a:cubicBezTo>
                  <a:pt x="7315" y="23574"/>
                  <a:pt x="10279" y="23702"/>
                  <a:pt x="13257" y="23702"/>
                </a:cubicBezTo>
                <a:cubicBezTo>
                  <a:pt x="13686" y="23702"/>
                  <a:pt x="14115" y="23700"/>
                  <a:pt x="14545" y="23694"/>
                </a:cubicBezTo>
                <a:lnTo>
                  <a:pt x="14545" y="15484"/>
                </a:lnTo>
                <a:cubicBezTo>
                  <a:pt x="13714" y="15441"/>
                  <a:pt x="12903" y="15377"/>
                  <a:pt x="12071" y="15249"/>
                </a:cubicBezTo>
                <a:cubicBezTo>
                  <a:pt x="11432" y="15142"/>
                  <a:pt x="10749" y="15014"/>
                  <a:pt x="10259" y="14567"/>
                </a:cubicBezTo>
                <a:cubicBezTo>
                  <a:pt x="9768" y="14119"/>
                  <a:pt x="9598" y="13287"/>
                  <a:pt x="10046" y="12818"/>
                </a:cubicBezTo>
                <a:cubicBezTo>
                  <a:pt x="10356" y="12487"/>
                  <a:pt x="10902" y="12402"/>
                  <a:pt x="11476" y="12402"/>
                </a:cubicBezTo>
                <a:cubicBezTo>
                  <a:pt x="12087" y="12402"/>
                  <a:pt x="12731" y="12498"/>
                  <a:pt x="13159" y="12498"/>
                </a:cubicBezTo>
                <a:lnTo>
                  <a:pt x="14567" y="12498"/>
                </a:lnTo>
                <a:lnTo>
                  <a:pt x="1456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02"/>
          <p:cNvSpPr/>
          <p:nvPr/>
        </p:nvSpPr>
        <p:spPr>
          <a:xfrm rot="10800000">
            <a:off x="1277675" y="990608"/>
            <a:ext cx="145925" cy="685017"/>
          </a:xfrm>
          <a:custGeom>
            <a:rect b="b" l="l" r="r" t="t"/>
            <a:pathLst>
              <a:path extrusionOk="0" h="11525" w="2455">
                <a:moveTo>
                  <a:pt x="1616" y="0"/>
                </a:moveTo>
                <a:cubicBezTo>
                  <a:pt x="750" y="0"/>
                  <a:pt x="57" y="890"/>
                  <a:pt x="256" y="1796"/>
                </a:cubicBezTo>
                <a:cubicBezTo>
                  <a:pt x="384" y="2350"/>
                  <a:pt x="854" y="2713"/>
                  <a:pt x="1216" y="3118"/>
                </a:cubicBezTo>
                <a:cubicBezTo>
                  <a:pt x="1387" y="3331"/>
                  <a:pt x="1621" y="3651"/>
                  <a:pt x="1536" y="3928"/>
                </a:cubicBezTo>
                <a:cubicBezTo>
                  <a:pt x="1472" y="4120"/>
                  <a:pt x="1237" y="4248"/>
                  <a:pt x="1067" y="4334"/>
                </a:cubicBezTo>
                <a:cubicBezTo>
                  <a:pt x="683" y="4568"/>
                  <a:pt x="278" y="4803"/>
                  <a:pt x="128" y="5272"/>
                </a:cubicBezTo>
                <a:cubicBezTo>
                  <a:pt x="1" y="5784"/>
                  <a:pt x="278" y="6274"/>
                  <a:pt x="598" y="6658"/>
                </a:cubicBezTo>
                <a:cubicBezTo>
                  <a:pt x="939" y="7042"/>
                  <a:pt x="1600" y="7405"/>
                  <a:pt x="1707" y="7959"/>
                </a:cubicBezTo>
                <a:cubicBezTo>
                  <a:pt x="1792" y="8450"/>
                  <a:pt x="1173" y="8812"/>
                  <a:pt x="896" y="9153"/>
                </a:cubicBezTo>
                <a:cubicBezTo>
                  <a:pt x="278" y="10006"/>
                  <a:pt x="790" y="11371"/>
                  <a:pt x="1856" y="11520"/>
                </a:cubicBezTo>
                <a:cubicBezTo>
                  <a:pt x="1876" y="11524"/>
                  <a:pt x="1896" y="11525"/>
                  <a:pt x="1915" y="11525"/>
                </a:cubicBezTo>
                <a:cubicBezTo>
                  <a:pt x="2299" y="11525"/>
                  <a:pt x="2454" y="10941"/>
                  <a:pt x="2048" y="10859"/>
                </a:cubicBezTo>
                <a:cubicBezTo>
                  <a:pt x="1685" y="10795"/>
                  <a:pt x="1387" y="10518"/>
                  <a:pt x="1323" y="10156"/>
                </a:cubicBezTo>
                <a:cubicBezTo>
                  <a:pt x="1237" y="9708"/>
                  <a:pt x="1536" y="9452"/>
                  <a:pt x="1813" y="9153"/>
                </a:cubicBezTo>
                <a:cubicBezTo>
                  <a:pt x="2154" y="8876"/>
                  <a:pt x="2346" y="8492"/>
                  <a:pt x="2389" y="8066"/>
                </a:cubicBezTo>
                <a:cubicBezTo>
                  <a:pt x="2346" y="7596"/>
                  <a:pt x="2133" y="7191"/>
                  <a:pt x="1771" y="6871"/>
                </a:cubicBezTo>
                <a:cubicBezTo>
                  <a:pt x="1451" y="6530"/>
                  <a:pt x="960" y="6253"/>
                  <a:pt x="790" y="5762"/>
                </a:cubicBezTo>
                <a:cubicBezTo>
                  <a:pt x="619" y="5293"/>
                  <a:pt x="1067" y="5101"/>
                  <a:pt x="1408" y="4909"/>
                </a:cubicBezTo>
                <a:cubicBezTo>
                  <a:pt x="1771" y="4760"/>
                  <a:pt x="2026" y="4483"/>
                  <a:pt x="2176" y="4120"/>
                </a:cubicBezTo>
                <a:cubicBezTo>
                  <a:pt x="2282" y="3651"/>
                  <a:pt x="2154" y="3182"/>
                  <a:pt x="1835" y="2819"/>
                </a:cubicBezTo>
                <a:cubicBezTo>
                  <a:pt x="1493" y="2414"/>
                  <a:pt x="875" y="2052"/>
                  <a:pt x="854" y="1476"/>
                </a:cubicBezTo>
                <a:cubicBezTo>
                  <a:pt x="854" y="904"/>
                  <a:pt x="1313" y="588"/>
                  <a:pt x="1822" y="588"/>
                </a:cubicBezTo>
                <a:cubicBezTo>
                  <a:pt x="1883" y="588"/>
                  <a:pt x="1944" y="592"/>
                  <a:pt x="2005" y="602"/>
                </a:cubicBezTo>
                <a:cubicBezTo>
                  <a:pt x="2012" y="602"/>
                  <a:pt x="2019" y="602"/>
                  <a:pt x="2025" y="602"/>
                </a:cubicBezTo>
                <a:cubicBezTo>
                  <a:pt x="2305" y="602"/>
                  <a:pt x="2319" y="173"/>
                  <a:pt x="2069" y="90"/>
                </a:cubicBezTo>
                <a:lnTo>
                  <a:pt x="2090" y="90"/>
                </a:lnTo>
                <a:cubicBezTo>
                  <a:pt x="1930" y="29"/>
                  <a:pt x="1770" y="0"/>
                  <a:pt x="161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02"/>
          <p:cNvSpPr/>
          <p:nvPr/>
        </p:nvSpPr>
        <p:spPr>
          <a:xfrm rot="10800000">
            <a:off x="1112972" y="1016523"/>
            <a:ext cx="130649" cy="628611"/>
          </a:xfrm>
          <a:custGeom>
            <a:rect b="b" l="l" r="r" t="t"/>
            <a:pathLst>
              <a:path extrusionOk="0" h="10576" w="2198">
                <a:moveTo>
                  <a:pt x="1402" y="1"/>
                </a:moveTo>
                <a:cubicBezTo>
                  <a:pt x="1390" y="1"/>
                  <a:pt x="1378" y="1"/>
                  <a:pt x="1366" y="3"/>
                </a:cubicBezTo>
                <a:cubicBezTo>
                  <a:pt x="534" y="89"/>
                  <a:pt x="1" y="984"/>
                  <a:pt x="342" y="1773"/>
                </a:cubicBezTo>
                <a:cubicBezTo>
                  <a:pt x="534" y="2221"/>
                  <a:pt x="1046" y="2413"/>
                  <a:pt x="1259" y="2840"/>
                </a:cubicBezTo>
                <a:cubicBezTo>
                  <a:pt x="1366" y="3095"/>
                  <a:pt x="1366" y="3373"/>
                  <a:pt x="1259" y="3629"/>
                </a:cubicBezTo>
                <a:cubicBezTo>
                  <a:pt x="1110" y="3906"/>
                  <a:pt x="833" y="4055"/>
                  <a:pt x="641" y="4290"/>
                </a:cubicBezTo>
                <a:cubicBezTo>
                  <a:pt x="22" y="4994"/>
                  <a:pt x="65" y="6060"/>
                  <a:pt x="726" y="6721"/>
                </a:cubicBezTo>
                <a:cubicBezTo>
                  <a:pt x="982" y="6977"/>
                  <a:pt x="1536" y="7318"/>
                  <a:pt x="1387" y="7745"/>
                </a:cubicBezTo>
                <a:cubicBezTo>
                  <a:pt x="1259" y="8086"/>
                  <a:pt x="854" y="8299"/>
                  <a:pt x="619" y="8534"/>
                </a:cubicBezTo>
                <a:cubicBezTo>
                  <a:pt x="299" y="8854"/>
                  <a:pt x="214" y="9344"/>
                  <a:pt x="427" y="9749"/>
                </a:cubicBezTo>
                <a:cubicBezTo>
                  <a:pt x="662" y="10197"/>
                  <a:pt x="1195" y="10410"/>
                  <a:pt x="1643" y="10560"/>
                </a:cubicBezTo>
                <a:cubicBezTo>
                  <a:pt x="1675" y="10570"/>
                  <a:pt x="1705" y="10575"/>
                  <a:pt x="1733" y="10575"/>
                </a:cubicBezTo>
                <a:cubicBezTo>
                  <a:pt x="1984" y="10575"/>
                  <a:pt x="2061" y="10184"/>
                  <a:pt x="1792" y="10069"/>
                </a:cubicBezTo>
                <a:lnTo>
                  <a:pt x="1792" y="10069"/>
                </a:lnTo>
                <a:lnTo>
                  <a:pt x="1771" y="10090"/>
                </a:lnTo>
                <a:cubicBezTo>
                  <a:pt x="1472" y="9962"/>
                  <a:pt x="939" y="9728"/>
                  <a:pt x="896" y="9344"/>
                </a:cubicBezTo>
                <a:cubicBezTo>
                  <a:pt x="875" y="9024"/>
                  <a:pt x="1280" y="8768"/>
                  <a:pt x="1494" y="8576"/>
                </a:cubicBezTo>
                <a:cubicBezTo>
                  <a:pt x="2048" y="8064"/>
                  <a:pt x="2197" y="7425"/>
                  <a:pt x="1707" y="6806"/>
                </a:cubicBezTo>
                <a:cubicBezTo>
                  <a:pt x="1451" y="6508"/>
                  <a:pt x="1110" y="6273"/>
                  <a:pt x="939" y="5932"/>
                </a:cubicBezTo>
                <a:cubicBezTo>
                  <a:pt x="747" y="5527"/>
                  <a:pt x="790" y="5057"/>
                  <a:pt x="1046" y="4716"/>
                </a:cubicBezTo>
                <a:cubicBezTo>
                  <a:pt x="1323" y="4354"/>
                  <a:pt x="1686" y="4140"/>
                  <a:pt x="1856" y="3671"/>
                </a:cubicBezTo>
                <a:cubicBezTo>
                  <a:pt x="1963" y="3287"/>
                  <a:pt x="1920" y="2861"/>
                  <a:pt x="1728" y="2498"/>
                </a:cubicBezTo>
                <a:cubicBezTo>
                  <a:pt x="1515" y="2114"/>
                  <a:pt x="960" y="1859"/>
                  <a:pt x="854" y="1411"/>
                </a:cubicBezTo>
                <a:cubicBezTo>
                  <a:pt x="790" y="1006"/>
                  <a:pt x="1046" y="622"/>
                  <a:pt x="1451" y="515"/>
                </a:cubicBezTo>
                <a:cubicBezTo>
                  <a:pt x="1696" y="454"/>
                  <a:pt x="1667" y="1"/>
                  <a:pt x="140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02"/>
          <p:cNvSpPr/>
          <p:nvPr/>
        </p:nvSpPr>
        <p:spPr>
          <a:xfrm rot="10800000">
            <a:off x="577040" y="3940127"/>
            <a:ext cx="823683" cy="1342121"/>
          </a:xfrm>
          <a:custGeom>
            <a:rect b="b" l="l" r="r" t="t"/>
            <a:pathLst>
              <a:path extrusionOk="0" h="23387" w="14353">
                <a:moveTo>
                  <a:pt x="7038" y="1"/>
                </a:moveTo>
                <a:lnTo>
                  <a:pt x="7038" y="1"/>
                </a:lnTo>
                <a:cubicBezTo>
                  <a:pt x="7166" y="2730"/>
                  <a:pt x="7358" y="5439"/>
                  <a:pt x="7443" y="8168"/>
                </a:cubicBezTo>
                <a:cubicBezTo>
                  <a:pt x="7528" y="9960"/>
                  <a:pt x="7592" y="11773"/>
                  <a:pt x="7294" y="13543"/>
                </a:cubicBezTo>
                <a:cubicBezTo>
                  <a:pt x="7251" y="13905"/>
                  <a:pt x="7145" y="14246"/>
                  <a:pt x="6953" y="14545"/>
                </a:cubicBezTo>
                <a:cubicBezTo>
                  <a:pt x="6590" y="15057"/>
                  <a:pt x="5950" y="15227"/>
                  <a:pt x="5375" y="15377"/>
                </a:cubicBezTo>
                <a:cubicBezTo>
                  <a:pt x="3604" y="15761"/>
                  <a:pt x="1813" y="15974"/>
                  <a:pt x="0" y="15974"/>
                </a:cubicBezTo>
                <a:lnTo>
                  <a:pt x="128" y="22969"/>
                </a:lnTo>
                <a:cubicBezTo>
                  <a:pt x="1486" y="23184"/>
                  <a:pt x="2869" y="23386"/>
                  <a:pt x="4248" y="23386"/>
                </a:cubicBezTo>
                <a:cubicBezTo>
                  <a:pt x="4645" y="23386"/>
                  <a:pt x="5042" y="23369"/>
                  <a:pt x="5439" y="23331"/>
                </a:cubicBezTo>
                <a:cubicBezTo>
                  <a:pt x="7209" y="23161"/>
                  <a:pt x="8979" y="22585"/>
                  <a:pt x="10301" y="21391"/>
                </a:cubicBezTo>
                <a:cubicBezTo>
                  <a:pt x="12625" y="19301"/>
                  <a:pt x="13052" y="15888"/>
                  <a:pt x="13350" y="12796"/>
                </a:cubicBezTo>
                <a:cubicBezTo>
                  <a:pt x="13756" y="8723"/>
                  <a:pt x="13990" y="4692"/>
                  <a:pt x="14353" y="619"/>
                </a:cubicBezTo>
                <a:cubicBezTo>
                  <a:pt x="11900" y="491"/>
                  <a:pt x="9469" y="278"/>
                  <a:pt x="703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02"/>
          <p:cNvSpPr/>
          <p:nvPr/>
        </p:nvSpPr>
        <p:spPr>
          <a:xfrm>
            <a:off x="8632118" y="3482318"/>
            <a:ext cx="118255" cy="89618"/>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02"/>
          <p:cNvSpPr/>
          <p:nvPr/>
        </p:nvSpPr>
        <p:spPr>
          <a:xfrm>
            <a:off x="8618546" y="3647924"/>
            <a:ext cx="133022" cy="116880"/>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02"/>
          <p:cNvSpPr/>
          <p:nvPr/>
        </p:nvSpPr>
        <p:spPr>
          <a:xfrm>
            <a:off x="8478529" y="3598302"/>
            <a:ext cx="133918" cy="63492"/>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02"/>
          <p:cNvSpPr/>
          <p:nvPr/>
        </p:nvSpPr>
        <p:spPr>
          <a:xfrm>
            <a:off x="8442837" y="3720981"/>
            <a:ext cx="95297" cy="100379"/>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02"/>
          <p:cNvSpPr/>
          <p:nvPr/>
        </p:nvSpPr>
        <p:spPr>
          <a:xfrm>
            <a:off x="8226056" y="3456012"/>
            <a:ext cx="150539" cy="65883"/>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02"/>
          <p:cNvSpPr/>
          <p:nvPr/>
        </p:nvSpPr>
        <p:spPr>
          <a:xfrm>
            <a:off x="8203098" y="3613427"/>
            <a:ext cx="127581" cy="125668"/>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02"/>
          <p:cNvSpPr/>
          <p:nvPr/>
        </p:nvSpPr>
        <p:spPr>
          <a:xfrm>
            <a:off x="8226773" y="3835889"/>
            <a:ext cx="140853" cy="124592"/>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02"/>
          <p:cNvSpPr/>
          <p:nvPr/>
        </p:nvSpPr>
        <p:spPr>
          <a:xfrm>
            <a:off x="8359915" y="3996592"/>
            <a:ext cx="129435" cy="124233"/>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02"/>
          <p:cNvSpPr/>
          <p:nvPr/>
        </p:nvSpPr>
        <p:spPr>
          <a:xfrm>
            <a:off x="8548239" y="3931306"/>
            <a:ext cx="130511" cy="133560"/>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02"/>
          <p:cNvSpPr/>
          <p:nvPr/>
        </p:nvSpPr>
        <p:spPr>
          <a:xfrm>
            <a:off x="8647901" y="3811257"/>
            <a:ext cx="98406" cy="105640"/>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02"/>
          <p:cNvSpPr/>
          <p:nvPr/>
        </p:nvSpPr>
        <p:spPr>
          <a:xfrm>
            <a:off x="8626438" y="4260784"/>
            <a:ext cx="102053" cy="143663"/>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02"/>
          <p:cNvSpPr/>
          <p:nvPr/>
        </p:nvSpPr>
        <p:spPr>
          <a:xfrm>
            <a:off x="8664641" y="4144501"/>
            <a:ext cx="79155" cy="79096"/>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02"/>
          <p:cNvSpPr/>
          <p:nvPr/>
        </p:nvSpPr>
        <p:spPr>
          <a:xfrm>
            <a:off x="8459039" y="4440558"/>
            <a:ext cx="159805" cy="82204"/>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02"/>
          <p:cNvSpPr/>
          <p:nvPr/>
        </p:nvSpPr>
        <p:spPr>
          <a:xfrm>
            <a:off x="8710556" y="4507877"/>
            <a:ext cx="74014" cy="85014"/>
          </a:xfrm>
          <a:custGeom>
            <a:rect b="b" l="l" r="r" t="t"/>
            <a:pathLst>
              <a:path extrusionOk="0" h="1422" w="1238">
                <a:moveTo>
                  <a:pt x="342" y="0"/>
                </a:moveTo>
                <a:cubicBezTo>
                  <a:pt x="257" y="0"/>
                  <a:pt x="214" y="21"/>
                  <a:pt x="150" y="64"/>
                </a:cubicBezTo>
                <a:cubicBezTo>
                  <a:pt x="43" y="149"/>
                  <a:pt x="1" y="320"/>
                  <a:pt x="86" y="448"/>
                </a:cubicBezTo>
                <a:lnTo>
                  <a:pt x="86" y="469"/>
                </a:lnTo>
                <a:lnTo>
                  <a:pt x="342" y="875"/>
                </a:lnTo>
                <a:cubicBezTo>
                  <a:pt x="427" y="1002"/>
                  <a:pt x="512" y="1130"/>
                  <a:pt x="619" y="1258"/>
                </a:cubicBezTo>
                <a:cubicBezTo>
                  <a:pt x="662" y="1344"/>
                  <a:pt x="726" y="1386"/>
                  <a:pt x="811" y="1408"/>
                </a:cubicBezTo>
                <a:cubicBezTo>
                  <a:pt x="846" y="1416"/>
                  <a:pt x="882" y="1422"/>
                  <a:pt x="917" y="1422"/>
                </a:cubicBezTo>
                <a:cubicBezTo>
                  <a:pt x="967" y="1422"/>
                  <a:pt x="1017" y="1411"/>
                  <a:pt x="1067" y="1386"/>
                </a:cubicBezTo>
                <a:cubicBezTo>
                  <a:pt x="1131" y="1344"/>
                  <a:pt x="1195" y="1280"/>
                  <a:pt x="1216" y="1194"/>
                </a:cubicBezTo>
                <a:cubicBezTo>
                  <a:pt x="1238" y="1088"/>
                  <a:pt x="1238" y="1002"/>
                  <a:pt x="1174" y="917"/>
                </a:cubicBezTo>
                <a:cubicBezTo>
                  <a:pt x="1067" y="768"/>
                  <a:pt x="960" y="619"/>
                  <a:pt x="854" y="469"/>
                </a:cubicBezTo>
                <a:lnTo>
                  <a:pt x="534" y="85"/>
                </a:lnTo>
                <a:cubicBezTo>
                  <a:pt x="491" y="43"/>
                  <a:pt x="406" y="0"/>
                  <a:pt x="3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02"/>
          <p:cNvSpPr/>
          <p:nvPr/>
        </p:nvSpPr>
        <p:spPr>
          <a:xfrm>
            <a:off x="8347181" y="4542911"/>
            <a:ext cx="147968" cy="67497"/>
          </a:xfrm>
          <a:custGeom>
            <a:rect b="b" l="l" r="r" t="t"/>
            <a:pathLst>
              <a:path extrusionOk="0" h="1129" w="2475">
                <a:moveTo>
                  <a:pt x="2149" y="0"/>
                </a:moveTo>
                <a:cubicBezTo>
                  <a:pt x="2122" y="0"/>
                  <a:pt x="2095" y="4"/>
                  <a:pt x="2069" y="11"/>
                </a:cubicBezTo>
                <a:cubicBezTo>
                  <a:pt x="1494" y="97"/>
                  <a:pt x="939" y="203"/>
                  <a:pt x="363" y="331"/>
                </a:cubicBezTo>
                <a:cubicBezTo>
                  <a:pt x="129" y="374"/>
                  <a:pt x="1" y="608"/>
                  <a:pt x="65" y="822"/>
                </a:cubicBezTo>
                <a:cubicBezTo>
                  <a:pt x="120" y="1007"/>
                  <a:pt x="306" y="1128"/>
                  <a:pt x="493" y="1128"/>
                </a:cubicBezTo>
                <a:cubicBezTo>
                  <a:pt x="521" y="1128"/>
                  <a:pt x="549" y="1126"/>
                  <a:pt x="577" y="1120"/>
                </a:cubicBezTo>
                <a:cubicBezTo>
                  <a:pt x="1131" y="950"/>
                  <a:pt x="1685" y="758"/>
                  <a:pt x="2219" y="566"/>
                </a:cubicBezTo>
                <a:cubicBezTo>
                  <a:pt x="2389" y="523"/>
                  <a:pt x="2475" y="352"/>
                  <a:pt x="2432" y="203"/>
                </a:cubicBezTo>
                <a:cubicBezTo>
                  <a:pt x="2397" y="80"/>
                  <a:pt x="2274" y="0"/>
                  <a:pt x="21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02"/>
          <p:cNvSpPr/>
          <p:nvPr/>
        </p:nvSpPr>
        <p:spPr>
          <a:xfrm>
            <a:off x="8178407" y="4457358"/>
            <a:ext cx="102531" cy="85791"/>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02"/>
          <p:cNvSpPr/>
          <p:nvPr/>
        </p:nvSpPr>
        <p:spPr>
          <a:xfrm>
            <a:off x="8320397" y="4317101"/>
            <a:ext cx="64030" cy="112575"/>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02"/>
          <p:cNvSpPr/>
          <p:nvPr/>
        </p:nvSpPr>
        <p:spPr>
          <a:xfrm>
            <a:off x="8433869" y="4204346"/>
            <a:ext cx="75508" cy="73715"/>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02"/>
          <p:cNvSpPr/>
          <p:nvPr/>
        </p:nvSpPr>
        <p:spPr>
          <a:xfrm>
            <a:off x="8186000" y="4059127"/>
            <a:ext cx="70726" cy="178219"/>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02"/>
          <p:cNvSpPr/>
          <p:nvPr/>
        </p:nvSpPr>
        <p:spPr>
          <a:xfrm>
            <a:off x="8770461" y="3922219"/>
            <a:ext cx="69052" cy="136908"/>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02"/>
          <p:cNvSpPr/>
          <p:nvPr/>
        </p:nvSpPr>
        <p:spPr>
          <a:xfrm>
            <a:off x="8799815" y="4265387"/>
            <a:ext cx="40833" cy="125250"/>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02"/>
          <p:cNvSpPr/>
          <p:nvPr/>
        </p:nvSpPr>
        <p:spPr>
          <a:xfrm>
            <a:off x="8798560" y="3566675"/>
            <a:ext cx="66361" cy="160343"/>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02"/>
          <p:cNvSpPr/>
          <p:nvPr/>
        </p:nvSpPr>
        <p:spPr>
          <a:xfrm rot="-5400000">
            <a:off x="7545561" y="176821"/>
            <a:ext cx="1968119" cy="1931041"/>
          </a:xfrm>
          <a:custGeom>
            <a:rect b="b" l="l" r="r" t="t"/>
            <a:pathLst>
              <a:path extrusionOk="0" h="32915" w="33547">
                <a:moveTo>
                  <a:pt x="18691" y="1"/>
                </a:moveTo>
                <a:cubicBezTo>
                  <a:pt x="15706" y="1"/>
                  <a:pt x="12724" y="318"/>
                  <a:pt x="9789" y="947"/>
                </a:cubicBezTo>
                <a:cubicBezTo>
                  <a:pt x="7507" y="1438"/>
                  <a:pt x="5161" y="2163"/>
                  <a:pt x="3519" y="3847"/>
                </a:cubicBezTo>
                <a:cubicBezTo>
                  <a:pt x="2687" y="4722"/>
                  <a:pt x="2026" y="5788"/>
                  <a:pt x="1621" y="6940"/>
                </a:cubicBezTo>
                <a:cubicBezTo>
                  <a:pt x="1088" y="8390"/>
                  <a:pt x="747" y="9883"/>
                  <a:pt x="555" y="11418"/>
                </a:cubicBezTo>
                <a:cubicBezTo>
                  <a:pt x="469" y="12143"/>
                  <a:pt x="0" y="20396"/>
                  <a:pt x="150" y="20396"/>
                </a:cubicBezTo>
                <a:lnTo>
                  <a:pt x="13158" y="19927"/>
                </a:lnTo>
                <a:cubicBezTo>
                  <a:pt x="13542" y="18861"/>
                  <a:pt x="13372" y="17688"/>
                  <a:pt x="13521" y="16579"/>
                </a:cubicBezTo>
                <a:cubicBezTo>
                  <a:pt x="13670" y="15513"/>
                  <a:pt x="14353" y="14489"/>
                  <a:pt x="15504" y="14340"/>
                </a:cubicBezTo>
                <a:cubicBezTo>
                  <a:pt x="15595" y="14329"/>
                  <a:pt x="15686" y="14323"/>
                  <a:pt x="15776" y="14323"/>
                </a:cubicBezTo>
                <a:cubicBezTo>
                  <a:pt x="16534" y="14323"/>
                  <a:pt x="17258" y="14715"/>
                  <a:pt x="17658" y="15364"/>
                </a:cubicBezTo>
                <a:cubicBezTo>
                  <a:pt x="17914" y="15833"/>
                  <a:pt x="18063" y="16323"/>
                  <a:pt x="18127" y="16835"/>
                </a:cubicBezTo>
                <a:cubicBezTo>
                  <a:pt x="18597" y="19842"/>
                  <a:pt x="18554" y="22913"/>
                  <a:pt x="18490" y="25963"/>
                </a:cubicBezTo>
                <a:lnTo>
                  <a:pt x="18341" y="32915"/>
                </a:lnTo>
                <a:lnTo>
                  <a:pt x="33546" y="32915"/>
                </a:lnTo>
                <a:cubicBezTo>
                  <a:pt x="33525" y="27114"/>
                  <a:pt x="33503" y="21335"/>
                  <a:pt x="33482" y="15534"/>
                </a:cubicBezTo>
                <a:cubicBezTo>
                  <a:pt x="33482" y="12954"/>
                  <a:pt x="33376" y="10075"/>
                  <a:pt x="32778" y="7537"/>
                </a:cubicBezTo>
                <a:cubicBezTo>
                  <a:pt x="32352" y="5681"/>
                  <a:pt x="31478" y="3869"/>
                  <a:pt x="30027" y="2632"/>
                </a:cubicBezTo>
                <a:cubicBezTo>
                  <a:pt x="28215" y="1075"/>
                  <a:pt x="25762" y="542"/>
                  <a:pt x="23395" y="265"/>
                </a:cubicBezTo>
                <a:cubicBezTo>
                  <a:pt x="21830" y="88"/>
                  <a:pt x="20260" y="1"/>
                  <a:pt x="1869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02"/>
          <p:cNvSpPr/>
          <p:nvPr/>
        </p:nvSpPr>
        <p:spPr>
          <a:xfrm>
            <a:off x="8140622" y="4727708"/>
            <a:ext cx="665646" cy="57394"/>
          </a:xfrm>
          <a:custGeom>
            <a:rect b="b" l="l" r="r" t="t"/>
            <a:pathLst>
              <a:path extrusionOk="0" h="960" w="11134">
                <a:moveTo>
                  <a:pt x="10153" y="1"/>
                </a:moveTo>
                <a:cubicBezTo>
                  <a:pt x="9433" y="1"/>
                  <a:pt x="8723" y="63"/>
                  <a:pt x="7998" y="98"/>
                </a:cubicBezTo>
                <a:cubicBezTo>
                  <a:pt x="7124" y="119"/>
                  <a:pt x="6292" y="141"/>
                  <a:pt x="5418" y="141"/>
                </a:cubicBezTo>
                <a:cubicBezTo>
                  <a:pt x="4815" y="156"/>
                  <a:pt x="4211" y="171"/>
                  <a:pt x="3601" y="171"/>
                </a:cubicBezTo>
                <a:cubicBezTo>
                  <a:pt x="3348" y="171"/>
                  <a:pt x="3093" y="168"/>
                  <a:pt x="2837" y="162"/>
                </a:cubicBezTo>
                <a:cubicBezTo>
                  <a:pt x="2436" y="162"/>
                  <a:pt x="2025" y="143"/>
                  <a:pt x="1616" y="143"/>
                </a:cubicBezTo>
                <a:cubicBezTo>
                  <a:pt x="1155" y="143"/>
                  <a:pt x="697" y="167"/>
                  <a:pt x="257" y="268"/>
                </a:cubicBezTo>
                <a:cubicBezTo>
                  <a:pt x="1" y="354"/>
                  <a:pt x="1" y="695"/>
                  <a:pt x="257" y="802"/>
                </a:cubicBezTo>
                <a:cubicBezTo>
                  <a:pt x="763" y="935"/>
                  <a:pt x="1320" y="960"/>
                  <a:pt x="1874" y="960"/>
                </a:cubicBezTo>
                <a:cubicBezTo>
                  <a:pt x="2207" y="960"/>
                  <a:pt x="2539" y="951"/>
                  <a:pt x="2859" y="951"/>
                </a:cubicBezTo>
                <a:cubicBezTo>
                  <a:pt x="3733" y="951"/>
                  <a:pt x="4607" y="930"/>
                  <a:pt x="5503" y="930"/>
                </a:cubicBezTo>
                <a:cubicBezTo>
                  <a:pt x="6377" y="908"/>
                  <a:pt x="7209" y="887"/>
                  <a:pt x="8083" y="844"/>
                </a:cubicBezTo>
                <a:cubicBezTo>
                  <a:pt x="8979" y="823"/>
                  <a:pt x="9854" y="780"/>
                  <a:pt x="10749" y="674"/>
                </a:cubicBezTo>
                <a:cubicBezTo>
                  <a:pt x="11133" y="610"/>
                  <a:pt x="11005" y="13"/>
                  <a:pt x="10664" y="13"/>
                </a:cubicBezTo>
                <a:cubicBezTo>
                  <a:pt x="10493" y="4"/>
                  <a:pt x="10323" y="1"/>
                  <a:pt x="1015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0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7" name="Shape 227"/>
        <p:cNvGrpSpPr/>
        <p:nvPr/>
      </p:nvGrpSpPr>
      <p:grpSpPr>
        <a:xfrm>
          <a:off x="0" y="0"/>
          <a:ext cx="0" cy="0"/>
          <a:chOff x="0" y="0"/>
          <a:chExt cx="0" cy="0"/>
        </a:xfrm>
      </p:grpSpPr>
      <p:sp>
        <p:nvSpPr>
          <p:cNvPr id="228" name="Google Shape;228;p103"/>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229" name="Google Shape;229;p103"/>
          <p:cNvSpPr txBox="1"/>
          <p:nvPr>
            <p:ph idx="1" type="subTitle"/>
          </p:nvPr>
        </p:nvSpPr>
        <p:spPr>
          <a:xfrm>
            <a:off x="1977287" y="2628300"/>
            <a:ext cx="21294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sz="1800">
                <a:solidFill>
                  <a:schemeClr val="accent1"/>
                </a:solidFill>
              </a:defRPr>
            </a:lvl2pPr>
            <a:lvl3pPr lvl="2" algn="ctr">
              <a:lnSpc>
                <a:spcPct val="115000"/>
              </a:lnSpc>
              <a:spcBef>
                <a:spcPts val="1600"/>
              </a:spcBef>
              <a:spcAft>
                <a:spcPts val="0"/>
              </a:spcAft>
              <a:buSzPts val="1400"/>
              <a:buNone/>
              <a:defRPr sz="1800">
                <a:solidFill>
                  <a:schemeClr val="accent1"/>
                </a:solidFill>
              </a:defRPr>
            </a:lvl3pPr>
            <a:lvl4pPr lvl="3" algn="ctr">
              <a:lnSpc>
                <a:spcPct val="115000"/>
              </a:lnSpc>
              <a:spcBef>
                <a:spcPts val="1600"/>
              </a:spcBef>
              <a:spcAft>
                <a:spcPts val="0"/>
              </a:spcAft>
              <a:buSzPts val="1400"/>
              <a:buNone/>
              <a:defRPr sz="1800">
                <a:solidFill>
                  <a:schemeClr val="accent1"/>
                </a:solidFill>
              </a:defRPr>
            </a:lvl4pPr>
            <a:lvl5pPr lvl="4" algn="ctr">
              <a:lnSpc>
                <a:spcPct val="115000"/>
              </a:lnSpc>
              <a:spcBef>
                <a:spcPts val="1600"/>
              </a:spcBef>
              <a:spcAft>
                <a:spcPts val="0"/>
              </a:spcAft>
              <a:buSzPts val="1400"/>
              <a:buNone/>
              <a:defRPr sz="1800">
                <a:solidFill>
                  <a:schemeClr val="accent1"/>
                </a:solidFill>
              </a:defRPr>
            </a:lvl5pPr>
            <a:lvl6pPr lvl="5" algn="ctr">
              <a:lnSpc>
                <a:spcPct val="115000"/>
              </a:lnSpc>
              <a:spcBef>
                <a:spcPts val="1600"/>
              </a:spcBef>
              <a:spcAft>
                <a:spcPts val="0"/>
              </a:spcAft>
              <a:buSzPts val="1400"/>
              <a:buNone/>
              <a:defRPr sz="1800">
                <a:solidFill>
                  <a:schemeClr val="accent1"/>
                </a:solidFill>
              </a:defRPr>
            </a:lvl6pPr>
            <a:lvl7pPr lvl="6" algn="ctr">
              <a:lnSpc>
                <a:spcPct val="115000"/>
              </a:lnSpc>
              <a:spcBef>
                <a:spcPts val="1600"/>
              </a:spcBef>
              <a:spcAft>
                <a:spcPts val="0"/>
              </a:spcAft>
              <a:buSzPts val="1400"/>
              <a:buNone/>
              <a:defRPr sz="1800">
                <a:solidFill>
                  <a:schemeClr val="accent1"/>
                </a:solidFill>
              </a:defRPr>
            </a:lvl7pPr>
            <a:lvl8pPr lvl="7" algn="ctr">
              <a:lnSpc>
                <a:spcPct val="115000"/>
              </a:lnSpc>
              <a:spcBef>
                <a:spcPts val="1600"/>
              </a:spcBef>
              <a:spcAft>
                <a:spcPts val="0"/>
              </a:spcAft>
              <a:buSzPts val="1400"/>
              <a:buNone/>
              <a:defRPr sz="1800">
                <a:solidFill>
                  <a:schemeClr val="accent1"/>
                </a:solidFill>
              </a:defRPr>
            </a:lvl8pPr>
            <a:lvl9pPr lvl="8" algn="ctr">
              <a:lnSpc>
                <a:spcPct val="115000"/>
              </a:lnSpc>
              <a:spcBef>
                <a:spcPts val="1600"/>
              </a:spcBef>
              <a:spcAft>
                <a:spcPts val="1600"/>
              </a:spcAft>
              <a:buSzPts val="1400"/>
              <a:buNone/>
              <a:defRPr sz="1800">
                <a:solidFill>
                  <a:schemeClr val="accent1"/>
                </a:solidFill>
              </a:defRPr>
            </a:lvl9pPr>
          </a:lstStyle>
          <a:p/>
        </p:txBody>
      </p:sp>
      <p:sp>
        <p:nvSpPr>
          <p:cNvPr id="230" name="Google Shape;230;p103"/>
          <p:cNvSpPr txBox="1"/>
          <p:nvPr>
            <p:ph idx="2" type="subTitle"/>
          </p:nvPr>
        </p:nvSpPr>
        <p:spPr>
          <a:xfrm>
            <a:off x="1977287" y="2948775"/>
            <a:ext cx="2129400" cy="117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1600"/>
              </a:spcBef>
              <a:spcAft>
                <a:spcPts val="0"/>
              </a:spcAft>
              <a:buSzPts val="1400"/>
              <a:buNone/>
              <a:defRPr sz="1600"/>
            </a:lvl2pPr>
            <a:lvl3pPr lvl="2" algn="ctr">
              <a:lnSpc>
                <a:spcPct val="115000"/>
              </a:lnSpc>
              <a:spcBef>
                <a:spcPts val="1600"/>
              </a:spcBef>
              <a:spcAft>
                <a:spcPts val="0"/>
              </a:spcAft>
              <a:buSzPts val="1400"/>
              <a:buNone/>
              <a:defRPr sz="1600"/>
            </a:lvl3pPr>
            <a:lvl4pPr lvl="3" algn="ctr">
              <a:lnSpc>
                <a:spcPct val="115000"/>
              </a:lnSpc>
              <a:spcBef>
                <a:spcPts val="1600"/>
              </a:spcBef>
              <a:spcAft>
                <a:spcPts val="0"/>
              </a:spcAft>
              <a:buSzPts val="1400"/>
              <a:buNone/>
              <a:defRPr sz="1600"/>
            </a:lvl4pPr>
            <a:lvl5pPr lvl="4" algn="ctr">
              <a:lnSpc>
                <a:spcPct val="115000"/>
              </a:lnSpc>
              <a:spcBef>
                <a:spcPts val="1600"/>
              </a:spcBef>
              <a:spcAft>
                <a:spcPts val="0"/>
              </a:spcAft>
              <a:buSzPts val="1400"/>
              <a:buNone/>
              <a:defRPr sz="1600"/>
            </a:lvl5pPr>
            <a:lvl6pPr lvl="5" algn="ctr">
              <a:lnSpc>
                <a:spcPct val="115000"/>
              </a:lnSpc>
              <a:spcBef>
                <a:spcPts val="1600"/>
              </a:spcBef>
              <a:spcAft>
                <a:spcPts val="0"/>
              </a:spcAft>
              <a:buSzPts val="1400"/>
              <a:buNone/>
              <a:defRPr sz="1600"/>
            </a:lvl6pPr>
            <a:lvl7pPr lvl="6" algn="ctr">
              <a:lnSpc>
                <a:spcPct val="115000"/>
              </a:lnSpc>
              <a:spcBef>
                <a:spcPts val="1600"/>
              </a:spcBef>
              <a:spcAft>
                <a:spcPts val="0"/>
              </a:spcAft>
              <a:buSzPts val="1400"/>
              <a:buNone/>
              <a:defRPr sz="1600"/>
            </a:lvl7pPr>
            <a:lvl8pPr lvl="7" algn="ctr">
              <a:lnSpc>
                <a:spcPct val="115000"/>
              </a:lnSpc>
              <a:spcBef>
                <a:spcPts val="1600"/>
              </a:spcBef>
              <a:spcAft>
                <a:spcPts val="0"/>
              </a:spcAft>
              <a:buSzPts val="1400"/>
              <a:buNone/>
              <a:defRPr sz="1600"/>
            </a:lvl8pPr>
            <a:lvl9pPr lvl="8" algn="ctr">
              <a:lnSpc>
                <a:spcPct val="115000"/>
              </a:lnSpc>
              <a:spcBef>
                <a:spcPts val="1600"/>
              </a:spcBef>
              <a:spcAft>
                <a:spcPts val="1600"/>
              </a:spcAft>
              <a:buSzPts val="1400"/>
              <a:buNone/>
              <a:defRPr sz="1600"/>
            </a:lvl9pPr>
          </a:lstStyle>
          <a:p/>
        </p:txBody>
      </p:sp>
      <p:sp>
        <p:nvSpPr>
          <p:cNvPr id="231" name="Google Shape;231;p103"/>
          <p:cNvSpPr txBox="1"/>
          <p:nvPr>
            <p:ph idx="3" type="subTitle"/>
          </p:nvPr>
        </p:nvSpPr>
        <p:spPr>
          <a:xfrm>
            <a:off x="5037313" y="2628300"/>
            <a:ext cx="21294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sz="1800">
                <a:solidFill>
                  <a:schemeClr val="accent1"/>
                </a:solidFill>
              </a:defRPr>
            </a:lvl2pPr>
            <a:lvl3pPr lvl="2" algn="ctr">
              <a:lnSpc>
                <a:spcPct val="115000"/>
              </a:lnSpc>
              <a:spcBef>
                <a:spcPts val="1600"/>
              </a:spcBef>
              <a:spcAft>
                <a:spcPts val="0"/>
              </a:spcAft>
              <a:buSzPts val="1400"/>
              <a:buNone/>
              <a:defRPr sz="1800">
                <a:solidFill>
                  <a:schemeClr val="accent1"/>
                </a:solidFill>
              </a:defRPr>
            </a:lvl3pPr>
            <a:lvl4pPr lvl="3" algn="ctr">
              <a:lnSpc>
                <a:spcPct val="115000"/>
              </a:lnSpc>
              <a:spcBef>
                <a:spcPts val="1600"/>
              </a:spcBef>
              <a:spcAft>
                <a:spcPts val="0"/>
              </a:spcAft>
              <a:buSzPts val="1400"/>
              <a:buNone/>
              <a:defRPr sz="1800">
                <a:solidFill>
                  <a:schemeClr val="accent1"/>
                </a:solidFill>
              </a:defRPr>
            </a:lvl4pPr>
            <a:lvl5pPr lvl="4" algn="ctr">
              <a:lnSpc>
                <a:spcPct val="115000"/>
              </a:lnSpc>
              <a:spcBef>
                <a:spcPts val="1600"/>
              </a:spcBef>
              <a:spcAft>
                <a:spcPts val="0"/>
              </a:spcAft>
              <a:buSzPts val="1400"/>
              <a:buNone/>
              <a:defRPr sz="1800">
                <a:solidFill>
                  <a:schemeClr val="accent1"/>
                </a:solidFill>
              </a:defRPr>
            </a:lvl5pPr>
            <a:lvl6pPr lvl="5" algn="ctr">
              <a:lnSpc>
                <a:spcPct val="115000"/>
              </a:lnSpc>
              <a:spcBef>
                <a:spcPts val="1600"/>
              </a:spcBef>
              <a:spcAft>
                <a:spcPts val="0"/>
              </a:spcAft>
              <a:buSzPts val="1400"/>
              <a:buNone/>
              <a:defRPr sz="1800">
                <a:solidFill>
                  <a:schemeClr val="accent1"/>
                </a:solidFill>
              </a:defRPr>
            </a:lvl6pPr>
            <a:lvl7pPr lvl="6" algn="ctr">
              <a:lnSpc>
                <a:spcPct val="115000"/>
              </a:lnSpc>
              <a:spcBef>
                <a:spcPts val="1600"/>
              </a:spcBef>
              <a:spcAft>
                <a:spcPts val="0"/>
              </a:spcAft>
              <a:buSzPts val="1400"/>
              <a:buNone/>
              <a:defRPr sz="1800">
                <a:solidFill>
                  <a:schemeClr val="accent1"/>
                </a:solidFill>
              </a:defRPr>
            </a:lvl7pPr>
            <a:lvl8pPr lvl="7" algn="ctr">
              <a:lnSpc>
                <a:spcPct val="115000"/>
              </a:lnSpc>
              <a:spcBef>
                <a:spcPts val="1600"/>
              </a:spcBef>
              <a:spcAft>
                <a:spcPts val="0"/>
              </a:spcAft>
              <a:buSzPts val="1400"/>
              <a:buNone/>
              <a:defRPr sz="1800">
                <a:solidFill>
                  <a:schemeClr val="accent1"/>
                </a:solidFill>
              </a:defRPr>
            </a:lvl8pPr>
            <a:lvl9pPr lvl="8" algn="ctr">
              <a:lnSpc>
                <a:spcPct val="115000"/>
              </a:lnSpc>
              <a:spcBef>
                <a:spcPts val="1600"/>
              </a:spcBef>
              <a:spcAft>
                <a:spcPts val="1600"/>
              </a:spcAft>
              <a:buSzPts val="1400"/>
              <a:buNone/>
              <a:defRPr sz="1800">
                <a:solidFill>
                  <a:schemeClr val="accent1"/>
                </a:solidFill>
              </a:defRPr>
            </a:lvl9pPr>
          </a:lstStyle>
          <a:p/>
        </p:txBody>
      </p:sp>
      <p:sp>
        <p:nvSpPr>
          <p:cNvPr id="232" name="Google Shape;232;p103"/>
          <p:cNvSpPr txBox="1"/>
          <p:nvPr>
            <p:ph idx="4" type="subTitle"/>
          </p:nvPr>
        </p:nvSpPr>
        <p:spPr>
          <a:xfrm>
            <a:off x="5037313" y="2948775"/>
            <a:ext cx="2129400" cy="117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1600"/>
              </a:spcBef>
              <a:spcAft>
                <a:spcPts val="0"/>
              </a:spcAft>
              <a:buSzPts val="1400"/>
              <a:buNone/>
              <a:defRPr sz="1600"/>
            </a:lvl2pPr>
            <a:lvl3pPr lvl="2" algn="ctr">
              <a:lnSpc>
                <a:spcPct val="115000"/>
              </a:lnSpc>
              <a:spcBef>
                <a:spcPts val="1600"/>
              </a:spcBef>
              <a:spcAft>
                <a:spcPts val="0"/>
              </a:spcAft>
              <a:buSzPts val="1400"/>
              <a:buNone/>
              <a:defRPr sz="1600"/>
            </a:lvl3pPr>
            <a:lvl4pPr lvl="3" algn="ctr">
              <a:lnSpc>
                <a:spcPct val="115000"/>
              </a:lnSpc>
              <a:spcBef>
                <a:spcPts val="1600"/>
              </a:spcBef>
              <a:spcAft>
                <a:spcPts val="0"/>
              </a:spcAft>
              <a:buSzPts val="1400"/>
              <a:buNone/>
              <a:defRPr sz="1600"/>
            </a:lvl4pPr>
            <a:lvl5pPr lvl="4" algn="ctr">
              <a:lnSpc>
                <a:spcPct val="115000"/>
              </a:lnSpc>
              <a:spcBef>
                <a:spcPts val="1600"/>
              </a:spcBef>
              <a:spcAft>
                <a:spcPts val="0"/>
              </a:spcAft>
              <a:buSzPts val="1400"/>
              <a:buNone/>
              <a:defRPr sz="1600"/>
            </a:lvl5pPr>
            <a:lvl6pPr lvl="5" algn="ctr">
              <a:lnSpc>
                <a:spcPct val="115000"/>
              </a:lnSpc>
              <a:spcBef>
                <a:spcPts val="1600"/>
              </a:spcBef>
              <a:spcAft>
                <a:spcPts val="0"/>
              </a:spcAft>
              <a:buSzPts val="1400"/>
              <a:buNone/>
              <a:defRPr sz="1600"/>
            </a:lvl6pPr>
            <a:lvl7pPr lvl="6" algn="ctr">
              <a:lnSpc>
                <a:spcPct val="115000"/>
              </a:lnSpc>
              <a:spcBef>
                <a:spcPts val="1600"/>
              </a:spcBef>
              <a:spcAft>
                <a:spcPts val="0"/>
              </a:spcAft>
              <a:buSzPts val="1400"/>
              <a:buNone/>
              <a:defRPr sz="1600"/>
            </a:lvl7pPr>
            <a:lvl8pPr lvl="7" algn="ctr">
              <a:lnSpc>
                <a:spcPct val="115000"/>
              </a:lnSpc>
              <a:spcBef>
                <a:spcPts val="1600"/>
              </a:spcBef>
              <a:spcAft>
                <a:spcPts val="0"/>
              </a:spcAft>
              <a:buSzPts val="1400"/>
              <a:buNone/>
              <a:defRPr sz="1600"/>
            </a:lvl8pPr>
            <a:lvl9pPr lvl="8" algn="ctr">
              <a:lnSpc>
                <a:spcPct val="115000"/>
              </a:lnSpc>
              <a:spcBef>
                <a:spcPts val="1600"/>
              </a:spcBef>
              <a:spcAft>
                <a:spcPts val="1600"/>
              </a:spcAft>
              <a:buSzPts val="1400"/>
              <a:buNone/>
              <a:defRPr sz="1600"/>
            </a:lvl9pPr>
          </a:lstStyle>
          <a:p/>
        </p:txBody>
      </p:sp>
      <p:sp>
        <p:nvSpPr>
          <p:cNvPr id="233" name="Google Shape;233;p103"/>
          <p:cNvSpPr/>
          <p:nvPr/>
        </p:nvSpPr>
        <p:spPr>
          <a:xfrm flipH="1" rot="5400000">
            <a:off x="670902" y="-408245"/>
            <a:ext cx="597231" cy="1354136"/>
          </a:xfrm>
          <a:custGeom>
            <a:rect b="b" l="l" r="r" t="t"/>
            <a:pathLst>
              <a:path extrusionOk="0" h="15542" w="5588">
                <a:moveTo>
                  <a:pt x="4548" y="1"/>
                </a:moveTo>
                <a:cubicBezTo>
                  <a:pt x="3927" y="1"/>
                  <a:pt x="3303" y="39"/>
                  <a:pt x="2688" y="121"/>
                </a:cubicBezTo>
                <a:cubicBezTo>
                  <a:pt x="2282" y="143"/>
                  <a:pt x="1899" y="292"/>
                  <a:pt x="1579" y="548"/>
                </a:cubicBezTo>
                <a:cubicBezTo>
                  <a:pt x="1365" y="804"/>
                  <a:pt x="1216" y="1102"/>
                  <a:pt x="1174" y="1422"/>
                </a:cubicBezTo>
                <a:cubicBezTo>
                  <a:pt x="256" y="5367"/>
                  <a:pt x="1" y="9419"/>
                  <a:pt x="384" y="13429"/>
                </a:cubicBezTo>
                <a:cubicBezTo>
                  <a:pt x="448" y="14026"/>
                  <a:pt x="555" y="14687"/>
                  <a:pt x="1046" y="15092"/>
                </a:cubicBezTo>
                <a:cubicBezTo>
                  <a:pt x="1493" y="15455"/>
                  <a:pt x="2112" y="15497"/>
                  <a:pt x="2709" y="15519"/>
                </a:cubicBezTo>
                <a:cubicBezTo>
                  <a:pt x="3076" y="15535"/>
                  <a:pt x="3442" y="15542"/>
                  <a:pt x="3809" y="15542"/>
                </a:cubicBezTo>
                <a:cubicBezTo>
                  <a:pt x="4402" y="15542"/>
                  <a:pt x="4995" y="15524"/>
                  <a:pt x="5588" y="15497"/>
                </a:cubicBezTo>
                <a:lnTo>
                  <a:pt x="5588" y="36"/>
                </a:lnTo>
                <a:cubicBezTo>
                  <a:pt x="5244" y="13"/>
                  <a:pt x="4896" y="1"/>
                  <a:pt x="454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03"/>
          <p:cNvSpPr/>
          <p:nvPr/>
        </p:nvSpPr>
        <p:spPr>
          <a:xfrm>
            <a:off x="-118327" y="1757600"/>
            <a:ext cx="589647" cy="756127"/>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03"/>
          <p:cNvSpPr/>
          <p:nvPr/>
        </p:nvSpPr>
        <p:spPr>
          <a:xfrm>
            <a:off x="-118325" y="2662396"/>
            <a:ext cx="208348" cy="500296"/>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03"/>
          <p:cNvSpPr/>
          <p:nvPr/>
        </p:nvSpPr>
        <p:spPr>
          <a:xfrm rot="5400000">
            <a:off x="8408931" y="87221"/>
            <a:ext cx="1248253" cy="426858"/>
          </a:xfrm>
          <a:custGeom>
            <a:rect b="b" l="l" r="r" t="t"/>
            <a:pathLst>
              <a:path extrusionOk="0" h="7541" w="22052">
                <a:moveTo>
                  <a:pt x="719" y="0"/>
                </a:moveTo>
                <a:cubicBezTo>
                  <a:pt x="519" y="0"/>
                  <a:pt x="347" y="174"/>
                  <a:pt x="384" y="396"/>
                </a:cubicBezTo>
                <a:cubicBezTo>
                  <a:pt x="171" y="2102"/>
                  <a:pt x="43" y="3830"/>
                  <a:pt x="1" y="5557"/>
                </a:cubicBezTo>
                <a:cubicBezTo>
                  <a:pt x="40" y="5558"/>
                  <a:pt x="86" y="5558"/>
                  <a:pt x="139" y="5558"/>
                </a:cubicBezTo>
                <a:cubicBezTo>
                  <a:pt x="795" y="5558"/>
                  <a:pt x="2502" y="5518"/>
                  <a:pt x="4461" y="5518"/>
                </a:cubicBezTo>
                <a:cubicBezTo>
                  <a:pt x="8264" y="5518"/>
                  <a:pt x="13018" y="5669"/>
                  <a:pt x="12881" y="6560"/>
                </a:cubicBezTo>
                <a:cubicBezTo>
                  <a:pt x="12818" y="6837"/>
                  <a:pt x="12796" y="7178"/>
                  <a:pt x="12775" y="7541"/>
                </a:cubicBezTo>
                <a:lnTo>
                  <a:pt x="21966" y="7541"/>
                </a:lnTo>
                <a:cubicBezTo>
                  <a:pt x="22030" y="5834"/>
                  <a:pt x="22052" y="4128"/>
                  <a:pt x="22030" y="2422"/>
                </a:cubicBezTo>
                <a:cubicBezTo>
                  <a:pt x="22030" y="1953"/>
                  <a:pt x="21988" y="1484"/>
                  <a:pt x="21710" y="1143"/>
                </a:cubicBezTo>
                <a:cubicBezTo>
                  <a:pt x="21348" y="716"/>
                  <a:pt x="20751" y="652"/>
                  <a:pt x="20196" y="631"/>
                </a:cubicBezTo>
                <a:cubicBezTo>
                  <a:pt x="13713" y="311"/>
                  <a:pt x="7294" y="76"/>
                  <a:pt x="811" y="12"/>
                </a:cubicBezTo>
                <a:cubicBezTo>
                  <a:pt x="780" y="4"/>
                  <a:pt x="749" y="0"/>
                  <a:pt x="71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03"/>
          <p:cNvSpPr/>
          <p:nvPr/>
        </p:nvSpPr>
        <p:spPr>
          <a:xfrm>
            <a:off x="9253868" y="3786631"/>
            <a:ext cx="123778" cy="93804"/>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03"/>
          <p:cNvSpPr/>
          <p:nvPr/>
        </p:nvSpPr>
        <p:spPr>
          <a:xfrm>
            <a:off x="9239662" y="3959977"/>
            <a:ext cx="139235" cy="122339"/>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03"/>
          <p:cNvSpPr/>
          <p:nvPr/>
        </p:nvSpPr>
        <p:spPr>
          <a:xfrm>
            <a:off x="9093101" y="3908036"/>
            <a:ext cx="140174" cy="66457"/>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03"/>
          <p:cNvSpPr/>
          <p:nvPr/>
        </p:nvSpPr>
        <p:spPr>
          <a:xfrm>
            <a:off x="9055741" y="4036449"/>
            <a:ext cx="99749" cy="105068"/>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03"/>
          <p:cNvSpPr/>
          <p:nvPr/>
        </p:nvSpPr>
        <p:spPr>
          <a:xfrm>
            <a:off x="8828827" y="3759096"/>
            <a:ext cx="157570" cy="68960"/>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03"/>
          <p:cNvSpPr/>
          <p:nvPr/>
        </p:nvSpPr>
        <p:spPr>
          <a:xfrm>
            <a:off x="8804796" y="3923868"/>
            <a:ext cx="133540" cy="131538"/>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03"/>
          <p:cNvSpPr/>
          <p:nvPr/>
        </p:nvSpPr>
        <p:spPr>
          <a:xfrm>
            <a:off x="8829578" y="4156727"/>
            <a:ext cx="147433" cy="130412"/>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03"/>
          <p:cNvSpPr/>
          <p:nvPr/>
        </p:nvSpPr>
        <p:spPr>
          <a:xfrm>
            <a:off x="8968943" y="4324942"/>
            <a:ext cx="135480" cy="130036"/>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03"/>
          <p:cNvSpPr/>
          <p:nvPr/>
        </p:nvSpPr>
        <p:spPr>
          <a:xfrm>
            <a:off x="9166069" y="4256605"/>
            <a:ext cx="136607" cy="139798"/>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03"/>
          <p:cNvSpPr/>
          <p:nvPr/>
        </p:nvSpPr>
        <p:spPr>
          <a:xfrm>
            <a:off x="9270389" y="4130945"/>
            <a:ext cx="103003" cy="110574"/>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03"/>
          <p:cNvSpPr/>
          <p:nvPr/>
        </p:nvSpPr>
        <p:spPr>
          <a:xfrm>
            <a:off x="9247923" y="4601481"/>
            <a:ext cx="106820" cy="150374"/>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03"/>
          <p:cNvSpPr/>
          <p:nvPr/>
        </p:nvSpPr>
        <p:spPr>
          <a:xfrm>
            <a:off x="9287911" y="4479764"/>
            <a:ext cx="82853" cy="82790"/>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03"/>
          <p:cNvSpPr/>
          <p:nvPr/>
        </p:nvSpPr>
        <p:spPr>
          <a:xfrm>
            <a:off x="8927578" y="4660431"/>
            <a:ext cx="67021" cy="117833"/>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03"/>
          <p:cNvSpPr/>
          <p:nvPr/>
        </p:nvSpPr>
        <p:spPr>
          <a:xfrm>
            <a:off x="9046354" y="4542406"/>
            <a:ext cx="79035" cy="77158"/>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03"/>
          <p:cNvSpPr/>
          <p:nvPr/>
        </p:nvSpPr>
        <p:spPr>
          <a:xfrm>
            <a:off x="8786899" y="4390400"/>
            <a:ext cx="74029" cy="186544"/>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03"/>
          <p:cNvSpPr/>
          <p:nvPr/>
        </p:nvSpPr>
        <p:spPr>
          <a:xfrm>
            <a:off x="9398677" y="4247092"/>
            <a:ext cx="72277" cy="143302"/>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03"/>
          <p:cNvSpPr/>
          <p:nvPr/>
        </p:nvSpPr>
        <p:spPr>
          <a:xfrm>
            <a:off x="9429404" y="4606300"/>
            <a:ext cx="42740" cy="131100"/>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03"/>
          <p:cNvSpPr/>
          <p:nvPr/>
        </p:nvSpPr>
        <p:spPr>
          <a:xfrm>
            <a:off x="9428089" y="3874931"/>
            <a:ext cx="69461" cy="167833"/>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03"/>
          <p:cNvSpPr/>
          <p:nvPr/>
        </p:nvSpPr>
        <p:spPr>
          <a:xfrm flipH="1">
            <a:off x="8307845" y="444300"/>
            <a:ext cx="340230" cy="314833"/>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03"/>
          <p:cNvSpPr/>
          <p:nvPr/>
        </p:nvSpPr>
        <p:spPr>
          <a:xfrm flipH="1" rot="5400000">
            <a:off x="-323930" y="4508243"/>
            <a:ext cx="1345938" cy="1830627"/>
          </a:xfrm>
          <a:custGeom>
            <a:rect b="b" l="l" r="r" t="t"/>
            <a:pathLst>
              <a:path extrusionOk="0" h="31473" w="23140">
                <a:moveTo>
                  <a:pt x="22831" y="1"/>
                </a:moveTo>
                <a:cubicBezTo>
                  <a:pt x="22697" y="1"/>
                  <a:pt x="22564" y="86"/>
                  <a:pt x="22564" y="257"/>
                </a:cubicBezTo>
                <a:lnTo>
                  <a:pt x="22585" y="257"/>
                </a:lnTo>
                <a:cubicBezTo>
                  <a:pt x="22351" y="3648"/>
                  <a:pt x="22329" y="7060"/>
                  <a:pt x="22180" y="10451"/>
                </a:cubicBezTo>
                <a:cubicBezTo>
                  <a:pt x="22137" y="11943"/>
                  <a:pt x="22009" y="13436"/>
                  <a:pt x="21114" y="14716"/>
                </a:cubicBezTo>
                <a:cubicBezTo>
                  <a:pt x="20282" y="15804"/>
                  <a:pt x="19152" y="16635"/>
                  <a:pt x="17851" y="17083"/>
                </a:cubicBezTo>
                <a:cubicBezTo>
                  <a:pt x="16401" y="17616"/>
                  <a:pt x="14844" y="17829"/>
                  <a:pt x="13308" y="17957"/>
                </a:cubicBezTo>
                <a:cubicBezTo>
                  <a:pt x="11602" y="18128"/>
                  <a:pt x="9896" y="18213"/>
                  <a:pt x="8190" y="18235"/>
                </a:cubicBezTo>
                <a:cubicBezTo>
                  <a:pt x="6505" y="18235"/>
                  <a:pt x="4821" y="18171"/>
                  <a:pt x="3136" y="18043"/>
                </a:cubicBezTo>
                <a:cubicBezTo>
                  <a:pt x="2709" y="18000"/>
                  <a:pt x="2304" y="17957"/>
                  <a:pt x="1878" y="17915"/>
                </a:cubicBezTo>
                <a:cubicBezTo>
                  <a:pt x="1758" y="17891"/>
                  <a:pt x="1632" y="17879"/>
                  <a:pt x="1504" y="17879"/>
                </a:cubicBezTo>
                <a:cubicBezTo>
                  <a:pt x="1292" y="17879"/>
                  <a:pt x="1075" y="17912"/>
                  <a:pt x="875" y="17979"/>
                </a:cubicBezTo>
                <a:cubicBezTo>
                  <a:pt x="172" y="18256"/>
                  <a:pt x="172" y="18981"/>
                  <a:pt x="172" y="19621"/>
                </a:cubicBezTo>
                <a:cubicBezTo>
                  <a:pt x="129" y="23460"/>
                  <a:pt x="44" y="27298"/>
                  <a:pt x="1" y="31137"/>
                </a:cubicBezTo>
                <a:cubicBezTo>
                  <a:pt x="12" y="31361"/>
                  <a:pt x="182" y="31473"/>
                  <a:pt x="356" y="31473"/>
                </a:cubicBezTo>
                <a:cubicBezTo>
                  <a:pt x="529" y="31473"/>
                  <a:pt x="705" y="31361"/>
                  <a:pt x="726" y="31137"/>
                </a:cubicBezTo>
                <a:cubicBezTo>
                  <a:pt x="790" y="27703"/>
                  <a:pt x="811" y="24291"/>
                  <a:pt x="897" y="20879"/>
                </a:cubicBezTo>
                <a:lnTo>
                  <a:pt x="918" y="19621"/>
                </a:lnTo>
                <a:cubicBezTo>
                  <a:pt x="918" y="19365"/>
                  <a:pt x="854" y="18853"/>
                  <a:pt x="1195" y="18789"/>
                </a:cubicBezTo>
                <a:cubicBezTo>
                  <a:pt x="1275" y="18784"/>
                  <a:pt x="1355" y="18781"/>
                  <a:pt x="1435" y="18781"/>
                </a:cubicBezTo>
                <a:cubicBezTo>
                  <a:pt x="1675" y="18781"/>
                  <a:pt x="1915" y="18805"/>
                  <a:pt x="2155" y="18853"/>
                </a:cubicBezTo>
                <a:cubicBezTo>
                  <a:pt x="2581" y="18896"/>
                  <a:pt x="3008" y="18917"/>
                  <a:pt x="3456" y="18960"/>
                </a:cubicBezTo>
                <a:cubicBezTo>
                  <a:pt x="4721" y="19039"/>
                  <a:pt x="5986" y="19083"/>
                  <a:pt x="7252" y="19083"/>
                </a:cubicBezTo>
                <a:cubicBezTo>
                  <a:pt x="7693" y="19083"/>
                  <a:pt x="8133" y="19077"/>
                  <a:pt x="8574" y="19066"/>
                </a:cubicBezTo>
                <a:cubicBezTo>
                  <a:pt x="10237" y="19024"/>
                  <a:pt x="11901" y="18917"/>
                  <a:pt x="13564" y="18725"/>
                </a:cubicBezTo>
                <a:cubicBezTo>
                  <a:pt x="15121" y="18555"/>
                  <a:pt x="16678" y="18320"/>
                  <a:pt x="18128" y="17766"/>
                </a:cubicBezTo>
                <a:cubicBezTo>
                  <a:pt x="19408" y="17318"/>
                  <a:pt x="20538" y="16550"/>
                  <a:pt x="21434" y="15548"/>
                </a:cubicBezTo>
                <a:cubicBezTo>
                  <a:pt x="22393" y="14417"/>
                  <a:pt x="22777" y="13074"/>
                  <a:pt x="22905" y="11602"/>
                </a:cubicBezTo>
                <a:cubicBezTo>
                  <a:pt x="23054" y="9768"/>
                  <a:pt x="22990" y="7913"/>
                  <a:pt x="23033" y="6079"/>
                </a:cubicBezTo>
                <a:cubicBezTo>
                  <a:pt x="23076" y="4138"/>
                  <a:pt x="23140" y="2197"/>
                  <a:pt x="23097" y="257"/>
                </a:cubicBezTo>
                <a:cubicBezTo>
                  <a:pt x="23097" y="86"/>
                  <a:pt x="22964" y="1"/>
                  <a:pt x="2283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03"/>
          <p:cNvSpPr/>
          <p:nvPr/>
        </p:nvSpPr>
        <p:spPr>
          <a:xfrm flipH="1" rot="5400000">
            <a:off x="-388319" y="4383418"/>
            <a:ext cx="1434000" cy="1803638"/>
          </a:xfrm>
          <a:custGeom>
            <a:rect b="b" l="l" r="r" t="t"/>
            <a:pathLst>
              <a:path extrusionOk="0" h="31009" w="24654">
                <a:moveTo>
                  <a:pt x="24280" y="0"/>
                </a:moveTo>
                <a:cubicBezTo>
                  <a:pt x="24105" y="0"/>
                  <a:pt x="23929" y="112"/>
                  <a:pt x="23907" y="336"/>
                </a:cubicBezTo>
                <a:cubicBezTo>
                  <a:pt x="23886" y="3108"/>
                  <a:pt x="23779" y="5859"/>
                  <a:pt x="23502" y="8610"/>
                </a:cubicBezTo>
                <a:cubicBezTo>
                  <a:pt x="23267" y="10892"/>
                  <a:pt x="23054" y="13345"/>
                  <a:pt x="21924" y="15413"/>
                </a:cubicBezTo>
                <a:cubicBezTo>
                  <a:pt x="19685" y="19529"/>
                  <a:pt x="14417" y="19465"/>
                  <a:pt x="10323" y="19700"/>
                </a:cubicBezTo>
                <a:cubicBezTo>
                  <a:pt x="7209" y="19871"/>
                  <a:pt x="4074" y="20063"/>
                  <a:pt x="960" y="20169"/>
                </a:cubicBezTo>
                <a:cubicBezTo>
                  <a:pt x="769" y="20169"/>
                  <a:pt x="619" y="20318"/>
                  <a:pt x="598" y="20510"/>
                </a:cubicBezTo>
                <a:cubicBezTo>
                  <a:pt x="107" y="23901"/>
                  <a:pt x="1" y="27356"/>
                  <a:pt x="278" y="30768"/>
                </a:cubicBezTo>
                <a:cubicBezTo>
                  <a:pt x="278" y="30928"/>
                  <a:pt x="395" y="31008"/>
                  <a:pt x="513" y="31008"/>
                </a:cubicBezTo>
                <a:cubicBezTo>
                  <a:pt x="630" y="31008"/>
                  <a:pt x="747" y="30928"/>
                  <a:pt x="747" y="30768"/>
                </a:cubicBezTo>
                <a:cubicBezTo>
                  <a:pt x="871" y="27448"/>
                  <a:pt x="975" y="24148"/>
                  <a:pt x="1290" y="20849"/>
                </a:cubicBezTo>
                <a:lnTo>
                  <a:pt x="1290" y="20849"/>
                </a:lnTo>
                <a:cubicBezTo>
                  <a:pt x="4059" y="20651"/>
                  <a:pt x="6828" y="20548"/>
                  <a:pt x="9597" y="20425"/>
                </a:cubicBezTo>
                <a:cubicBezTo>
                  <a:pt x="11965" y="20318"/>
                  <a:pt x="14396" y="20318"/>
                  <a:pt x="16699" y="19785"/>
                </a:cubicBezTo>
                <a:cubicBezTo>
                  <a:pt x="18789" y="19316"/>
                  <a:pt x="20772" y="18335"/>
                  <a:pt x="22031" y="16565"/>
                </a:cubicBezTo>
                <a:cubicBezTo>
                  <a:pt x="23395" y="14646"/>
                  <a:pt x="23737" y="12172"/>
                  <a:pt x="24035" y="9911"/>
                </a:cubicBezTo>
                <a:cubicBezTo>
                  <a:pt x="24462" y="6734"/>
                  <a:pt x="24654" y="3535"/>
                  <a:pt x="24654" y="336"/>
                </a:cubicBezTo>
                <a:cubicBezTo>
                  <a:pt x="24632" y="112"/>
                  <a:pt x="24456" y="0"/>
                  <a:pt x="2428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03"/>
          <p:cNvSpPr/>
          <p:nvPr/>
        </p:nvSpPr>
        <p:spPr>
          <a:xfrm flipH="1" rot="5400000">
            <a:off x="-117968" y="4426686"/>
            <a:ext cx="1394913" cy="1334363"/>
          </a:xfrm>
          <a:custGeom>
            <a:rect b="b" l="l" r="r" t="t"/>
            <a:pathLst>
              <a:path extrusionOk="0" h="22941" w="23982">
                <a:moveTo>
                  <a:pt x="23573" y="1"/>
                </a:moveTo>
                <a:cubicBezTo>
                  <a:pt x="23368" y="1"/>
                  <a:pt x="23160" y="134"/>
                  <a:pt x="23160" y="401"/>
                </a:cubicBezTo>
                <a:cubicBezTo>
                  <a:pt x="22990" y="5903"/>
                  <a:pt x="22307" y="11384"/>
                  <a:pt x="21070" y="16736"/>
                </a:cubicBezTo>
                <a:cubicBezTo>
                  <a:pt x="20814" y="17824"/>
                  <a:pt x="20558" y="18976"/>
                  <a:pt x="19876" y="19871"/>
                </a:cubicBezTo>
                <a:cubicBezTo>
                  <a:pt x="19236" y="20724"/>
                  <a:pt x="18277" y="21194"/>
                  <a:pt x="17274" y="21449"/>
                </a:cubicBezTo>
                <a:cubicBezTo>
                  <a:pt x="16208" y="21684"/>
                  <a:pt x="15120" y="21812"/>
                  <a:pt x="14033" y="21855"/>
                </a:cubicBezTo>
                <a:cubicBezTo>
                  <a:pt x="12604" y="21919"/>
                  <a:pt x="11175" y="21983"/>
                  <a:pt x="9768" y="22025"/>
                </a:cubicBezTo>
                <a:cubicBezTo>
                  <a:pt x="6633" y="22132"/>
                  <a:pt x="3498" y="22132"/>
                  <a:pt x="341" y="22196"/>
                </a:cubicBezTo>
                <a:cubicBezTo>
                  <a:pt x="0" y="22196"/>
                  <a:pt x="0" y="22729"/>
                  <a:pt x="341" y="22729"/>
                </a:cubicBezTo>
                <a:cubicBezTo>
                  <a:pt x="2323" y="22875"/>
                  <a:pt x="4305" y="22941"/>
                  <a:pt x="6287" y="22941"/>
                </a:cubicBezTo>
                <a:cubicBezTo>
                  <a:pt x="7206" y="22941"/>
                  <a:pt x="8124" y="22927"/>
                  <a:pt x="9042" y="22900"/>
                </a:cubicBezTo>
                <a:cubicBezTo>
                  <a:pt x="10493" y="22857"/>
                  <a:pt x="11964" y="22814"/>
                  <a:pt x="13414" y="22729"/>
                </a:cubicBezTo>
                <a:cubicBezTo>
                  <a:pt x="14609" y="22686"/>
                  <a:pt x="15803" y="22580"/>
                  <a:pt x="16976" y="22388"/>
                </a:cubicBezTo>
                <a:cubicBezTo>
                  <a:pt x="18042" y="22196"/>
                  <a:pt x="19066" y="21748"/>
                  <a:pt x="19897" y="21044"/>
                </a:cubicBezTo>
                <a:cubicBezTo>
                  <a:pt x="20772" y="20298"/>
                  <a:pt x="21262" y="19210"/>
                  <a:pt x="21561" y="18123"/>
                </a:cubicBezTo>
                <a:cubicBezTo>
                  <a:pt x="21945" y="16822"/>
                  <a:pt x="22179" y="15478"/>
                  <a:pt x="22414" y="14156"/>
                </a:cubicBezTo>
                <a:cubicBezTo>
                  <a:pt x="22691" y="12748"/>
                  <a:pt x="22904" y="11362"/>
                  <a:pt x="23096" y="9976"/>
                </a:cubicBezTo>
                <a:cubicBezTo>
                  <a:pt x="23544" y="6798"/>
                  <a:pt x="23843" y="3600"/>
                  <a:pt x="23971" y="401"/>
                </a:cubicBezTo>
                <a:cubicBezTo>
                  <a:pt x="23981" y="134"/>
                  <a:pt x="23779" y="1"/>
                  <a:pt x="2357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03"/>
          <p:cNvSpPr/>
          <p:nvPr/>
        </p:nvSpPr>
        <p:spPr>
          <a:xfrm flipH="1">
            <a:off x="799395" y="5005187"/>
            <a:ext cx="340230" cy="314833"/>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03"/>
          <p:cNvSpPr/>
          <p:nvPr/>
        </p:nvSpPr>
        <p:spPr>
          <a:xfrm flipH="1">
            <a:off x="409370" y="5005187"/>
            <a:ext cx="340230" cy="314833"/>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03"/>
          <p:cNvSpPr/>
          <p:nvPr/>
        </p:nvSpPr>
        <p:spPr>
          <a:xfrm>
            <a:off x="9072700" y="4789658"/>
            <a:ext cx="167270" cy="86044"/>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03"/>
          <p:cNvSpPr/>
          <p:nvPr/>
        </p:nvSpPr>
        <p:spPr>
          <a:xfrm>
            <a:off x="9335972" y="4860123"/>
            <a:ext cx="77471" cy="88985"/>
          </a:xfrm>
          <a:custGeom>
            <a:rect b="b" l="l" r="r" t="t"/>
            <a:pathLst>
              <a:path extrusionOk="0" h="1422" w="1238">
                <a:moveTo>
                  <a:pt x="342" y="0"/>
                </a:moveTo>
                <a:cubicBezTo>
                  <a:pt x="257" y="0"/>
                  <a:pt x="214" y="21"/>
                  <a:pt x="150" y="64"/>
                </a:cubicBezTo>
                <a:cubicBezTo>
                  <a:pt x="43" y="149"/>
                  <a:pt x="1" y="320"/>
                  <a:pt x="86" y="448"/>
                </a:cubicBezTo>
                <a:lnTo>
                  <a:pt x="86" y="469"/>
                </a:lnTo>
                <a:lnTo>
                  <a:pt x="342" y="875"/>
                </a:lnTo>
                <a:cubicBezTo>
                  <a:pt x="427" y="1002"/>
                  <a:pt x="512" y="1130"/>
                  <a:pt x="619" y="1258"/>
                </a:cubicBezTo>
                <a:cubicBezTo>
                  <a:pt x="662" y="1344"/>
                  <a:pt x="726" y="1386"/>
                  <a:pt x="811" y="1408"/>
                </a:cubicBezTo>
                <a:cubicBezTo>
                  <a:pt x="846" y="1416"/>
                  <a:pt x="882" y="1422"/>
                  <a:pt x="917" y="1422"/>
                </a:cubicBezTo>
                <a:cubicBezTo>
                  <a:pt x="967" y="1422"/>
                  <a:pt x="1017" y="1411"/>
                  <a:pt x="1067" y="1386"/>
                </a:cubicBezTo>
                <a:cubicBezTo>
                  <a:pt x="1131" y="1344"/>
                  <a:pt x="1195" y="1280"/>
                  <a:pt x="1216" y="1194"/>
                </a:cubicBezTo>
                <a:cubicBezTo>
                  <a:pt x="1238" y="1088"/>
                  <a:pt x="1238" y="1002"/>
                  <a:pt x="1174" y="917"/>
                </a:cubicBezTo>
                <a:cubicBezTo>
                  <a:pt x="1067" y="768"/>
                  <a:pt x="960" y="619"/>
                  <a:pt x="854" y="469"/>
                </a:cubicBezTo>
                <a:lnTo>
                  <a:pt x="534" y="85"/>
                </a:lnTo>
                <a:cubicBezTo>
                  <a:pt x="491" y="43"/>
                  <a:pt x="406" y="0"/>
                  <a:pt x="3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03"/>
          <p:cNvSpPr/>
          <p:nvPr/>
        </p:nvSpPr>
        <p:spPr>
          <a:xfrm>
            <a:off x="8955613" y="4896795"/>
            <a:ext cx="154879" cy="70650"/>
          </a:xfrm>
          <a:custGeom>
            <a:rect b="b" l="l" r="r" t="t"/>
            <a:pathLst>
              <a:path extrusionOk="0" h="1129" w="2475">
                <a:moveTo>
                  <a:pt x="2149" y="0"/>
                </a:moveTo>
                <a:cubicBezTo>
                  <a:pt x="2122" y="0"/>
                  <a:pt x="2095" y="4"/>
                  <a:pt x="2069" y="11"/>
                </a:cubicBezTo>
                <a:cubicBezTo>
                  <a:pt x="1494" y="97"/>
                  <a:pt x="939" y="203"/>
                  <a:pt x="363" y="331"/>
                </a:cubicBezTo>
                <a:cubicBezTo>
                  <a:pt x="129" y="374"/>
                  <a:pt x="1" y="608"/>
                  <a:pt x="65" y="822"/>
                </a:cubicBezTo>
                <a:cubicBezTo>
                  <a:pt x="120" y="1007"/>
                  <a:pt x="306" y="1128"/>
                  <a:pt x="493" y="1128"/>
                </a:cubicBezTo>
                <a:cubicBezTo>
                  <a:pt x="521" y="1128"/>
                  <a:pt x="549" y="1126"/>
                  <a:pt x="577" y="1120"/>
                </a:cubicBezTo>
                <a:cubicBezTo>
                  <a:pt x="1131" y="950"/>
                  <a:pt x="1685" y="758"/>
                  <a:pt x="2219" y="566"/>
                </a:cubicBezTo>
                <a:cubicBezTo>
                  <a:pt x="2389" y="523"/>
                  <a:pt x="2475" y="352"/>
                  <a:pt x="2432" y="203"/>
                </a:cubicBezTo>
                <a:cubicBezTo>
                  <a:pt x="2397" y="80"/>
                  <a:pt x="2274" y="0"/>
                  <a:pt x="21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03"/>
          <p:cNvSpPr/>
          <p:nvPr/>
        </p:nvSpPr>
        <p:spPr>
          <a:xfrm>
            <a:off x="8778951" y="4807243"/>
            <a:ext cx="107320" cy="89799"/>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0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6" name="Shape 266"/>
        <p:cNvGrpSpPr/>
        <p:nvPr/>
      </p:nvGrpSpPr>
      <p:grpSpPr>
        <a:xfrm>
          <a:off x="0" y="0"/>
          <a:ext cx="0" cy="0"/>
          <a:chOff x="0" y="0"/>
          <a:chExt cx="0" cy="0"/>
        </a:xfrm>
      </p:grpSpPr>
      <p:sp>
        <p:nvSpPr>
          <p:cNvPr id="267" name="Google Shape;267;p104"/>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268" name="Google Shape;268;p104"/>
          <p:cNvSpPr/>
          <p:nvPr/>
        </p:nvSpPr>
        <p:spPr>
          <a:xfrm flipH="1" rot="10800000">
            <a:off x="7196125" y="4806020"/>
            <a:ext cx="1290310" cy="403680"/>
          </a:xfrm>
          <a:custGeom>
            <a:rect b="b" l="l" r="r" t="t"/>
            <a:pathLst>
              <a:path extrusionOk="0" h="6595" w="19728">
                <a:moveTo>
                  <a:pt x="214" y="0"/>
                </a:moveTo>
                <a:cubicBezTo>
                  <a:pt x="107" y="1408"/>
                  <a:pt x="43" y="2410"/>
                  <a:pt x="43" y="2687"/>
                </a:cubicBezTo>
                <a:cubicBezTo>
                  <a:pt x="1" y="3092"/>
                  <a:pt x="65" y="3519"/>
                  <a:pt x="235" y="3903"/>
                </a:cubicBezTo>
                <a:cubicBezTo>
                  <a:pt x="534" y="4415"/>
                  <a:pt x="1174" y="4628"/>
                  <a:pt x="1750" y="4756"/>
                </a:cubicBezTo>
                <a:cubicBezTo>
                  <a:pt x="2453" y="4948"/>
                  <a:pt x="3136" y="5097"/>
                  <a:pt x="3839" y="5246"/>
                </a:cubicBezTo>
                <a:cubicBezTo>
                  <a:pt x="6569" y="5822"/>
                  <a:pt x="9342" y="6227"/>
                  <a:pt x="12114" y="6547"/>
                </a:cubicBezTo>
                <a:cubicBezTo>
                  <a:pt x="12392" y="6579"/>
                  <a:pt x="12661" y="6595"/>
                  <a:pt x="12922" y="6595"/>
                </a:cubicBezTo>
                <a:cubicBezTo>
                  <a:pt x="16666" y="6595"/>
                  <a:pt x="18691" y="3409"/>
                  <a:pt x="197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04"/>
          <p:cNvSpPr/>
          <p:nvPr/>
        </p:nvSpPr>
        <p:spPr>
          <a:xfrm rot="5400000">
            <a:off x="-436182" y="4112904"/>
            <a:ext cx="1230336" cy="375429"/>
          </a:xfrm>
          <a:custGeom>
            <a:rect b="b" l="l" r="r" t="t"/>
            <a:pathLst>
              <a:path extrusionOk="0" h="7541" w="22052">
                <a:moveTo>
                  <a:pt x="719" y="0"/>
                </a:moveTo>
                <a:cubicBezTo>
                  <a:pt x="519" y="0"/>
                  <a:pt x="347" y="174"/>
                  <a:pt x="384" y="396"/>
                </a:cubicBezTo>
                <a:cubicBezTo>
                  <a:pt x="171" y="2102"/>
                  <a:pt x="43" y="3830"/>
                  <a:pt x="1" y="5557"/>
                </a:cubicBezTo>
                <a:cubicBezTo>
                  <a:pt x="40" y="5558"/>
                  <a:pt x="86" y="5558"/>
                  <a:pt x="139" y="5558"/>
                </a:cubicBezTo>
                <a:cubicBezTo>
                  <a:pt x="795" y="5558"/>
                  <a:pt x="2502" y="5518"/>
                  <a:pt x="4461" y="5518"/>
                </a:cubicBezTo>
                <a:cubicBezTo>
                  <a:pt x="8264" y="5518"/>
                  <a:pt x="13018" y="5669"/>
                  <a:pt x="12881" y="6560"/>
                </a:cubicBezTo>
                <a:cubicBezTo>
                  <a:pt x="12818" y="6837"/>
                  <a:pt x="12796" y="7178"/>
                  <a:pt x="12775" y="7541"/>
                </a:cubicBezTo>
                <a:lnTo>
                  <a:pt x="21966" y="7541"/>
                </a:lnTo>
                <a:cubicBezTo>
                  <a:pt x="22030" y="5834"/>
                  <a:pt x="22052" y="4128"/>
                  <a:pt x="22030" y="2422"/>
                </a:cubicBezTo>
                <a:cubicBezTo>
                  <a:pt x="22030" y="1953"/>
                  <a:pt x="21988" y="1484"/>
                  <a:pt x="21710" y="1143"/>
                </a:cubicBezTo>
                <a:cubicBezTo>
                  <a:pt x="21348" y="716"/>
                  <a:pt x="20751" y="652"/>
                  <a:pt x="20196" y="631"/>
                </a:cubicBezTo>
                <a:cubicBezTo>
                  <a:pt x="13713" y="311"/>
                  <a:pt x="7294" y="76"/>
                  <a:pt x="811" y="12"/>
                </a:cubicBezTo>
                <a:cubicBezTo>
                  <a:pt x="780" y="4"/>
                  <a:pt x="749" y="0"/>
                  <a:pt x="71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04"/>
          <p:cNvSpPr/>
          <p:nvPr/>
        </p:nvSpPr>
        <p:spPr>
          <a:xfrm flipH="1">
            <a:off x="-47154" y="1317474"/>
            <a:ext cx="324979" cy="633288"/>
          </a:xfrm>
          <a:custGeom>
            <a:rect b="b" l="l" r="r" t="t"/>
            <a:pathLst>
              <a:path extrusionOk="0" h="10259" w="6527">
                <a:moveTo>
                  <a:pt x="6526" y="1"/>
                </a:moveTo>
                <a:cubicBezTo>
                  <a:pt x="4991" y="22"/>
                  <a:pt x="3455" y="65"/>
                  <a:pt x="1920" y="86"/>
                </a:cubicBezTo>
                <a:cubicBezTo>
                  <a:pt x="1891" y="83"/>
                  <a:pt x="1862" y="82"/>
                  <a:pt x="1832" y="82"/>
                </a:cubicBezTo>
                <a:cubicBezTo>
                  <a:pt x="1623" y="82"/>
                  <a:pt x="1403" y="150"/>
                  <a:pt x="1216" y="299"/>
                </a:cubicBezTo>
                <a:cubicBezTo>
                  <a:pt x="1088" y="470"/>
                  <a:pt x="1024" y="683"/>
                  <a:pt x="1024" y="918"/>
                </a:cubicBezTo>
                <a:lnTo>
                  <a:pt x="960" y="1664"/>
                </a:lnTo>
                <a:cubicBezTo>
                  <a:pt x="704" y="4372"/>
                  <a:pt x="1" y="7571"/>
                  <a:pt x="427" y="10258"/>
                </a:cubicBezTo>
                <a:lnTo>
                  <a:pt x="6526" y="10088"/>
                </a:lnTo>
                <a:lnTo>
                  <a:pt x="652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04"/>
          <p:cNvSpPr/>
          <p:nvPr/>
        </p:nvSpPr>
        <p:spPr>
          <a:xfrm flipH="1">
            <a:off x="107999" y="480124"/>
            <a:ext cx="141974" cy="683104"/>
          </a:xfrm>
          <a:custGeom>
            <a:rect b="b" l="l" r="r" t="t"/>
            <a:pathLst>
              <a:path extrusionOk="0" h="10576" w="2198">
                <a:moveTo>
                  <a:pt x="1402" y="1"/>
                </a:moveTo>
                <a:cubicBezTo>
                  <a:pt x="1390" y="1"/>
                  <a:pt x="1378" y="1"/>
                  <a:pt x="1366" y="3"/>
                </a:cubicBezTo>
                <a:cubicBezTo>
                  <a:pt x="534" y="89"/>
                  <a:pt x="1" y="984"/>
                  <a:pt x="342" y="1773"/>
                </a:cubicBezTo>
                <a:cubicBezTo>
                  <a:pt x="534" y="2221"/>
                  <a:pt x="1046" y="2413"/>
                  <a:pt x="1259" y="2840"/>
                </a:cubicBezTo>
                <a:cubicBezTo>
                  <a:pt x="1366" y="3095"/>
                  <a:pt x="1366" y="3373"/>
                  <a:pt x="1259" y="3629"/>
                </a:cubicBezTo>
                <a:cubicBezTo>
                  <a:pt x="1110" y="3906"/>
                  <a:pt x="833" y="4055"/>
                  <a:pt x="641" y="4290"/>
                </a:cubicBezTo>
                <a:cubicBezTo>
                  <a:pt x="22" y="4994"/>
                  <a:pt x="65" y="6060"/>
                  <a:pt x="726" y="6721"/>
                </a:cubicBezTo>
                <a:cubicBezTo>
                  <a:pt x="982" y="6977"/>
                  <a:pt x="1536" y="7318"/>
                  <a:pt x="1387" y="7745"/>
                </a:cubicBezTo>
                <a:cubicBezTo>
                  <a:pt x="1259" y="8086"/>
                  <a:pt x="854" y="8299"/>
                  <a:pt x="619" y="8534"/>
                </a:cubicBezTo>
                <a:cubicBezTo>
                  <a:pt x="299" y="8854"/>
                  <a:pt x="214" y="9344"/>
                  <a:pt x="427" y="9749"/>
                </a:cubicBezTo>
                <a:cubicBezTo>
                  <a:pt x="662" y="10197"/>
                  <a:pt x="1195" y="10410"/>
                  <a:pt x="1643" y="10560"/>
                </a:cubicBezTo>
                <a:cubicBezTo>
                  <a:pt x="1675" y="10570"/>
                  <a:pt x="1705" y="10575"/>
                  <a:pt x="1733" y="10575"/>
                </a:cubicBezTo>
                <a:cubicBezTo>
                  <a:pt x="1984" y="10575"/>
                  <a:pt x="2061" y="10184"/>
                  <a:pt x="1792" y="10069"/>
                </a:cubicBezTo>
                <a:lnTo>
                  <a:pt x="1792" y="10069"/>
                </a:lnTo>
                <a:lnTo>
                  <a:pt x="1771" y="10090"/>
                </a:lnTo>
                <a:cubicBezTo>
                  <a:pt x="1472" y="9962"/>
                  <a:pt x="939" y="9728"/>
                  <a:pt x="896" y="9344"/>
                </a:cubicBezTo>
                <a:cubicBezTo>
                  <a:pt x="875" y="9024"/>
                  <a:pt x="1280" y="8768"/>
                  <a:pt x="1494" y="8576"/>
                </a:cubicBezTo>
                <a:cubicBezTo>
                  <a:pt x="2048" y="8064"/>
                  <a:pt x="2197" y="7425"/>
                  <a:pt x="1707" y="6806"/>
                </a:cubicBezTo>
                <a:cubicBezTo>
                  <a:pt x="1451" y="6508"/>
                  <a:pt x="1110" y="6273"/>
                  <a:pt x="939" y="5932"/>
                </a:cubicBezTo>
                <a:cubicBezTo>
                  <a:pt x="747" y="5527"/>
                  <a:pt x="790" y="5057"/>
                  <a:pt x="1046" y="4716"/>
                </a:cubicBezTo>
                <a:cubicBezTo>
                  <a:pt x="1323" y="4354"/>
                  <a:pt x="1686" y="4140"/>
                  <a:pt x="1856" y="3671"/>
                </a:cubicBezTo>
                <a:cubicBezTo>
                  <a:pt x="1963" y="3287"/>
                  <a:pt x="1920" y="2861"/>
                  <a:pt x="1728" y="2498"/>
                </a:cubicBezTo>
                <a:cubicBezTo>
                  <a:pt x="1515" y="2114"/>
                  <a:pt x="960" y="1859"/>
                  <a:pt x="854" y="1411"/>
                </a:cubicBezTo>
                <a:cubicBezTo>
                  <a:pt x="790" y="1006"/>
                  <a:pt x="1046" y="622"/>
                  <a:pt x="1451" y="515"/>
                </a:cubicBezTo>
                <a:cubicBezTo>
                  <a:pt x="1696" y="454"/>
                  <a:pt x="1667" y="1"/>
                  <a:pt x="140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04"/>
          <p:cNvSpPr/>
          <p:nvPr/>
        </p:nvSpPr>
        <p:spPr>
          <a:xfrm>
            <a:off x="8963193" y="831846"/>
            <a:ext cx="278262" cy="257501"/>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04"/>
          <p:cNvSpPr/>
          <p:nvPr/>
        </p:nvSpPr>
        <p:spPr>
          <a:xfrm>
            <a:off x="8963193" y="352071"/>
            <a:ext cx="278262" cy="257501"/>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04"/>
          <p:cNvSpPr/>
          <p:nvPr/>
        </p:nvSpPr>
        <p:spPr>
          <a:xfrm flipH="1">
            <a:off x="9006550" y="2146925"/>
            <a:ext cx="157543" cy="119392"/>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04"/>
          <p:cNvSpPr/>
          <p:nvPr/>
        </p:nvSpPr>
        <p:spPr>
          <a:xfrm flipH="1">
            <a:off x="9004957" y="2367546"/>
            <a:ext cx="177216" cy="155711"/>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04"/>
          <p:cNvSpPr/>
          <p:nvPr/>
        </p:nvSpPr>
        <p:spPr>
          <a:xfrm flipH="1">
            <a:off x="9190293" y="2301439"/>
            <a:ext cx="178410" cy="84586"/>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04"/>
          <p:cNvSpPr/>
          <p:nvPr/>
        </p:nvSpPr>
        <p:spPr>
          <a:xfrm flipH="1">
            <a:off x="9101966" y="2745070"/>
            <a:ext cx="173870" cy="177933"/>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04"/>
          <p:cNvSpPr/>
          <p:nvPr/>
        </p:nvSpPr>
        <p:spPr>
          <a:xfrm flipH="1">
            <a:off x="9011967" y="2585140"/>
            <a:ext cx="131100" cy="140737"/>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04"/>
          <p:cNvSpPr/>
          <p:nvPr/>
        </p:nvSpPr>
        <p:spPr>
          <a:xfrm flipH="1">
            <a:off x="9035701" y="3184002"/>
            <a:ext cx="135958" cy="191393"/>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04"/>
          <p:cNvSpPr/>
          <p:nvPr/>
        </p:nvSpPr>
        <p:spPr>
          <a:xfrm flipH="1">
            <a:off x="9015312" y="3029089"/>
            <a:ext cx="105453" cy="105374"/>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04"/>
          <p:cNvSpPr/>
          <p:nvPr/>
        </p:nvSpPr>
        <p:spPr>
          <a:xfrm flipH="1">
            <a:off x="9181770" y="3423499"/>
            <a:ext cx="212898" cy="109515"/>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04"/>
          <p:cNvSpPr/>
          <p:nvPr/>
        </p:nvSpPr>
        <p:spPr>
          <a:xfrm flipH="1">
            <a:off x="8887800" y="2732964"/>
            <a:ext cx="91993" cy="182393"/>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04"/>
          <p:cNvSpPr/>
          <p:nvPr/>
        </p:nvSpPr>
        <p:spPr>
          <a:xfrm flipH="1">
            <a:off x="8886287" y="3190135"/>
            <a:ext cx="54399" cy="166862"/>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04"/>
          <p:cNvSpPr/>
          <p:nvPr/>
        </p:nvSpPr>
        <p:spPr>
          <a:xfrm flipH="1">
            <a:off x="8853950" y="2259306"/>
            <a:ext cx="88409" cy="213615"/>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0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86" name="Shape 286"/>
        <p:cNvGrpSpPr/>
        <p:nvPr/>
      </p:nvGrpSpPr>
      <p:grpSpPr>
        <a:xfrm>
          <a:off x="0" y="0"/>
          <a:ext cx="0" cy="0"/>
          <a:chOff x="0" y="0"/>
          <a:chExt cx="0" cy="0"/>
        </a:xfrm>
      </p:grpSpPr>
      <p:sp>
        <p:nvSpPr>
          <p:cNvPr id="287" name="Google Shape;287;p105"/>
          <p:cNvSpPr txBox="1"/>
          <p:nvPr>
            <p:ph idx="1" type="subTitle"/>
          </p:nvPr>
        </p:nvSpPr>
        <p:spPr>
          <a:xfrm>
            <a:off x="1647675" y="2793941"/>
            <a:ext cx="16596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sz="1800">
                <a:solidFill>
                  <a:schemeClr val="accent1"/>
                </a:solidFill>
              </a:defRPr>
            </a:lvl2pPr>
            <a:lvl3pPr lvl="2" algn="ctr">
              <a:lnSpc>
                <a:spcPct val="115000"/>
              </a:lnSpc>
              <a:spcBef>
                <a:spcPts val="1600"/>
              </a:spcBef>
              <a:spcAft>
                <a:spcPts val="0"/>
              </a:spcAft>
              <a:buSzPts val="1400"/>
              <a:buNone/>
              <a:defRPr sz="1800">
                <a:solidFill>
                  <a:schemeClr val="accent1"/>
                </a:solidFill>
              </a:defRPr>
            </a:lvl3pPr>
            <a:lvl4pPr lvl="3" algn="ctr">
              <a:lnSpc>
                <a:spcPct val="115000"/>
              </a:lnSpc>
              <a:spcBef>
                <a:spcPts val="1600"/>
              </a:spcBef>
              <a:spcAft>
                <a:spcPts val="0"/>
              </a:spcAft>
              <a:buSzPts val="1400"/>
              <a:buNone/>
              <a:defRPr sz="1800">
                <a:solidFill>
                  <a:schemeClr val="accent1"/>
                </a:solidFill>
              </a:defRPr>
            </a:lvl4pPr>
            <a:lvl5pPr lvl="4" algn="ctr">
              <a:lnSpc>
                <a:spcPct val="115000"/>
              </a:lnSpc>
              <a:spcBef>
                <a:spcPts val="1600"/>
              </a:spcBef>
              <a:spcAft>
                <a:spcPts val="0"/>
              </a:spcAft>
              <a:buSzPts val="1400"/>
              <a:buNone/>
              <a:defRPr sz="1800">
                <a:solidFill>
                  <a:schemeClr val="accent1"/>
                </a:solidFill>
              </a:defRPr>
            </a:lvl5pPr>
            <a:lvl6pPr lvl="5" algn="ctr">
              <a:lnSpc>
                <a:spcPct val="115000"/>
              </a:lnSpc>
              <a:spcBef>
                <a:spcPts val="1600"/>
              </a:spcBef>
              <a:spcAft>
                <a:spcPts val="0"/>
              </a:spcAft>
              <a:buSzPts val="1400"/>
              <a:buNone/>
              <a:defRPr sz="1800">
                <a:solidFill>
                  <a:schemeClr val="accent1"/>
                </a:solidFill>
              </a:defRPr>
            </a:lvl6pPr>
            <a:lvl7pPr lvl="6" algn="ctr">
              <a:lnSpc>
                <a:spcPct val="115000"/>
              </a:lnSpc>
              <a:spcBef>
                <a:spcPts val="1600"/>
              </a:spcBef>
              <a:spcAft>
                <a:spcPts val="0"/>
              </a:spcAft>
              <a:buSzPts val="1400"/>
              <a:buNone/>
              <a:defRPr sz="1800">
                <a:solidFill>
                  <a:schemeClr val="accent1"/>
                </a:solidFill>
              </a:defRPr>
            </a:lvl7pPr>
            <a:lvl8pPr lvl="7" algn="ctr">
              <a:lnSpc>
                <a:spcPct val="115000"/>
              </a:lnSpc>
              <a:spcBef>
                <a:spcPts val="1600"/>
              </a:spcBef>
              <a:spcAft>
                <a:spcPts val="0"/>
              </a:spcAft>
              <a:buSzPts val="1400"/>
              <a:buNone/>
              <a:defRPr sz="1800">
                <a:solidFill>
                  <a:schemeClr val="accent1"/>
                </a:solidFill>
              </a:defRPr>
            </a:lvl8pPr>
            <a:lvl9pPr lvl="8" algn="ctr">
              <a:lnSpc>
                <a:spcPct val="115000"/>
              </a:lnSpc>
              <a:spcBef>
                <a:spcPts val="1600"/>
              </a:spcBef>
              <a:spcAft>
                <a:spcPts val="1600"/>
              </a:spcAft>
              <a:buSzPts val="1400"/>
              <a:buNone/>
              <a:defRPr sz="1800">
                <a:solidFill>
                  <a:schemeClr val="accent1"/>
                </a:solidFill>
              </a:defRPr>
            </a:lvl9pPr>
          </a:lstStyle>
          <a:p/>
        </p:txBody>
      </p:sp>
      <p:sp>
        <p:nvSpPr>
          <p:cNvPr id="288" name="Google Shape;288;p105"/>
          <p:cNvSpPr txBox="1"/>
          <p:nvPr>
            <p:ph idx="2" type="subTitle"/>
          </p:nvPr>
        </p:nvSpPr>
        <p:spPr>
          <a:xfrm>
            <a:off x="1647675" y="3114414"/>
            <a:ext cx="1659600" cy="90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1600"/>
              </a:spcBef>
              <a:spcAft>
                <a:spcPts val="0"/>
              </a:spcAft>
              <a:buSzPts val="1400"/>
              <a:buNone/>
              <a:defRPr sz="1600"/>
            </a:lvl2pPr>
            <a:lvl3pPr lvl="2" algn="ctr">
              <a:lnSpc>
                <a:spcPct val="115000"/>
              </a:lnSpc>
              <a:spcBef>
                <a:spcPts val="1600"/>
              </a:spcBef>
              <a:spcAft>
                <a:spcPts val="0"/>
              </a:spcAft>
              <a:buSzPts val="1400"/>
              <a:buNone/>
              <a:defRPr sz="1600"/>
            </a:lvl3pPr>
            <a:lvl4pPr lvl="3" algn="ctr">
              <a:lnSpc>
                <a:spcPct val="115000"/>
              </a:lnSpc>
              <a:spcBef>
                <a:spcPts val="1600"/>
              </a:spcBef>
              <a:spcAft>
                <a:spcPts val="0"/>
              </a:spcAft>
              <a:buSzPts val="1400"/>
              <a:buNone/>
              <a:defRPr sz="1600"/>
            </a:lvl4pPr>
            <a:lvl5pPr lvl="4" algn="ctr">
              <a:lnSpc>
                <a:spcPct val="115000"/>
              </a:lnSpc>
              <a:spcBef>
                <a:spcPts val="1600"/>
              </a:spcBef>
              <a:spcAft>
                <a:spcPts val="0"/>
              </a:spcAft>
              <a:buSzPts val="1400"/>
              <a:buNone/>
              <a:defRPr sz="1600"/>
            </a:lvl5pPr>
            <a:lvl6pPr lvl="5" algn="ctr">
              <a:lnSpc>
                <a:spcPct val="115000"/>
              </a:lnSpc>
              <a:spcBef>
                <a:spcPts val="1600"/>
              </a:spcBef>
              <a:spcAft>
                <a:spcPts val="0"/>
              </a:spcAft>
              <a:buSzPts val="1400"/>
              <a:buNone/>
              <a:defRPr sz="1600"/>
            </a:lvl6pPr>
            <a:lvl7pPr lvl="6" algn="ctr">
              <a:lnSpc>
                <a:spcPct val="115000"/>
              </a:lnSpc>
              <a:spcBef>
                <a:spcPts val="1600"/>
              </a:spcBef>
              <a:spcAft>
                <a:spcPts val="0"/>
              </a:spcAft>
              <a:buSzPts val="1400"/>
              <a:buNone/>
              <a:defRPr sz="1600"/>
            </a:lvl7pPr>
            <a:lvl8pPr lvl="7" algn="ctr">
              <a:lnSpc>
                <a:spcPct val="115000"/>
              </a:lnSpc>
              <a:spcBef>
                <a:spcPts val="1600"/>
              </a:spcBef>
              <a:spcAft>
                <a:spcPts val="0"/>
              </a:spcAft>
              <a:buSzPts val="1400"/>
              <a:buNone/>
              <a:defRPr sz="1600"/>
            </a:lvl8pPr>
            <a:lvl9pPr lvl="8" algn="ctr">
              <a:lnSpc>
                <a:spcPct val="115000"/>
              </a:lnSpc>
              <a:spcBef>
                <a:spcPts val="1600"/>
              </a:spcBef>
              <a:spcAft>
                <a:spcPts val="1600"/>
              </a:spcAft>
              <a:buSzPts val="1400"/>
              <a:buNone/>
              <a:defRPr sz="1600"/>
            </a:lvl9pPr>
          </a:lstStyle>
          <a:p/>
        </p:txBody>
      </p:sp>
      <p:sp>
        <p:nvSpPr>
          <p:cNvPr id="289" name="Google Shape;289;p105"/>
          <p:cNvSpPr txBox="1"/>
          <p:nvPr>
            <p:ph idx="3" type="subTitle"/>
          </p:nvPr>
        </p:nvSpPr>
        <p:spPr>
          <a:xfrm>
            <a:off x="3742200" y="2793941"/>
            <a:ext cx="16596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sz="1800">
                <a:solidFill>
                  <a:schemeClr val="accent1"/>
                </a:solidFill>
              </a:defRPr>
            </a:lvl2pPr>
            <a:lvl3pPr lvl="2" algn="ctr">
              <a:lnSpc>
                <a:spcPct val="115000"/>
              </a:lnSpc>
              <a:spcBef>
                <a:spcPts val="1600"/>
              </a:spcBef>
              <a:spcAft>
                <a:spcPts val="0"/>
              </a:spcAft>
              <a:buSzPts val="1400"/>
              <a:buNone/>
              <a:defRPr sz="1800">
                <a:solidFill>
                  <a:schemeClr val="accent1"/>
                </a:solidFill>
              </a:defRPr>
            </a:lvl3pPr>
            <a:lvl4pPr lvl="3" algn="ctr">
              <a:lnSpc>
                <a:spcPct val="115000"/>
              </a:lnSpc>
              <a:spcBef>
                <a:spcPts val="1600"/>
              </a:spcBef>
              <a:spcAft>
                <a:spcPts val="0"/>
              </a:spcAft>
              <a:buSzPts val="1400"/>
              <a:buNone/>
              <a:defRPr sz="1800">
                <a:solidFill>
                  <a:schemeClr val="accent1"/>
                </a:solidFill>
              </a:defRPr>
            </a:lvl4pPr>
            <a:lvl5pPr lvl="4" algn="ctr">
              <a:lnSpc>
                <a:spcPct val="115000"/>
              </a:lnSpc>
              <a:spcBef>
                <a:spcPts val="1600"/>
              </a:spcBef>
              <a:spcAft>
                <a:spcPts val="0"/>
              </a:spcAft>
              <a:buSzPts val="1400"/>
              <a:buNone/>
              <a:defRPr sz="1800">
                <a:solidFill>
                  <a:schemeClr val="accent1"/>
                </a:solidFill>
              </a:defRPr>
            </a:lvl5pPr>
            <a:lvl6pPr lvl="5" algn="ctr">
              <a:lnSpc>
                <a:spcPct val="115000"/>
              </a:lnSpc>
              <a:spcBef>
                <a:spcPts val="1600"/>
              </a:spcBef>
              <a:spcAft>
                <a:spcPts val="0"/>
              </a:spcAft>
              <a:buSzPts val="1400"/>
              <a:buNone/>
              <a:defRPr sz="1800">
                <a:solidFill>
                  <a:schemeClr val="accent1"/>
                </a:solidFill>
              </a:defRPr>
            </a:lvl6pPr>
            <a:lvl7pPr lvl="6" algn="ctr">
              <a:lnSpc>
                <a:spcPct val="115000"/>
              </a:lnSpc>
              <a:spcBef>
                <a:spcPts val="1600"/>
              </a:spcBef>
              <a:spcAft>
                <a:spcPts val="0"/>
              </a:spcAft>
              <a:buSzPts val="1400"/>
              <a:buNone/>
              <a:defRPr sz="1800">
                <a:solidFill>
                  <a:schemeClr val="accent1"/>
                </a:solidFill>
              </a:defRPr>
            </a:lvl7pPr>
            <a:lvl8pPr lvl="7" algn="ctr">
              <a:lnSpc>
                <a:spcPct val="115000"/>
              </a:lnSpc>
              <a:spcBef>
                <a:spcPts val="1600"/>
              </a:spcBef>
              <a:spcAft>
                <a:spcPts val="0"/>
              </a:spcAft>
              <a:buSzPts val="1400"/>
              <a:buNone/>
              <a:defRPr sz="1800">
                <a:solidFill>
                  <a:schemeClr val="accent1"/>
                </a:solidFill>
              </a:defRPr>
            </a:lvl8pPr>
            <a:lvl9pPr lvl="8" algn="ctr">
              <a:lnSpc>
                <a:spcPct val="115000"/>
              </a:lnSpc>
              <a:spcBef>
                <a:spcPts val="1600"/>
              </a:spcBef>
              <a:spcAft>
                <a:spcPts val="1600"/>
              </a:spcAft>
              <a:buSzPts val="1400"/>
              <a:buNone/>
              <a:defRPr sz="1800">
                <a:solidFill>
                  <a:schemeClr val="accent1"/>
                </a:solidFill>
              </a:defRPr>
            </a:lvl9pPr>
          </a:lstStyle>
          <a:p/>
        </p:txBody>
      </p:sp>
      <p:sp>
        <p:nvSpPr>
          <p:cNvPr id="290" name="Google Shape;290;p105"/>
          <p:cNvSpPr txBox="1"/>
          <p:nvPr>
            <p:ph idx="4" type="subTitle"/>
          </p:nvPr>
        </p:nvSpPr>
        <p:spPr>
          <a:xfrm>
            <a:off x="3742200" y="3114414"/>
            <a:ext cx="1659600" cy="90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1600"/>
              </a:spcBef>
              <a:spcAft>
                <a:spcPts val="0"/>
              </a:spcAft>
              <a:buSzPts val="1400"/>
              <a:buNone/>
              <a:defRPr sz="1600"/>
            </a:lvl2pPr>
            <a:lvl3pPr lvl="2" algn="ctr">
              <a:lnSpc>
                <a:spcPct val="115000"/>
              </a:lnSpc>
              <a:spcBef>
                <a:spcPts val="1600"/>
              </a:spcBef>
              <a:spcAft>
                <a:spcPts val="0"/>
              </a:spcAft>
              <a:buSzPts val="1400"/>
              <a:buNone/>
              <a:defRPr sz="1600"/>
            </a:lvl3pPr>
            <a:lvl4pPr lvl="3" algn="ctr">
              <a:lnSpc>
                <a:spcPct val="115000"/>
              </a:lnSpc>
              <a:spcBef>
                <a:spcPts val="1600"/>
              </a:spcBef>
              <a:spcAft>
                <a:spcPts val="0"/>
              </a:spcAft>
              <a:buSzPts val="1400"/>
              <a:buNone/>
              <a:defRPr sz="1600"/>
            </a:lvl4pPr>
            <a:lvl5pPr lvl="4" algn="ctr">
              <a:lnSpc>
                <a:spcPct val="115000"/>
              </a:lnSpc>
              <a:spcBef>
                <a:spcPts val="1600"/>
              </a:spcBef>
              <a:spcAft>
                <a:spcPts val="0"/>
              </a:spcAft>
              <a:buSzPts val="1400"/>
              <a:buNone/>
              <a:defRPr sz="1600"/>
            </a:lvl5pPr>
            <a:lvl6pPr lvl="5" algn="ctr">
              <a:lnSpc>
                <a:spcPct val="115000"/>
              </a:lnSpc>
              <a:spcBef>
                <a:spcPts val="1600"/>
              </a:spcBef>
              <a:spcAft>
                <a:spcPts val="0"/>
              </a:spcAft>
              <a:buSzPts val="1400"/>
              <a:buNone/>
              <a:defRPr sz="1600"/>
            </a:lvl6pPr>
            <a:lvl7pPr lvl="6" algn="ctr">
              <a:lnSpc>
                <a:spcPct val="115000"/>
              </a:lnSpc>
              <a:spcBef>
                <a:spcPts val="1600"/>
              </a:spcBef>
              <a:spcAft>
                <a:spcPts val="0"/>
              </a:spcAft>
              <a:buSzPts val="1400"/>
              <a:buNone/>
              <a:defRPr sz="1600"/>
            </a:lvl7pPr>
            <a:lvl8pPr lvl="7" algn="ctr">
              <a:lnSpc>
                <a:spcPct val="115000"/>
              </a:lnSpc>
              <a:spcBef>
                <a:spcPts val="1600"/>
              </a:spcBef>
              <a:spcAft>
                <a:spcPts val="0"/>
              </a:spcAft>
              <a:buSzPts val="1400"/>
              <a:buNone/>
              <a:defRPr sz="1600"/>
            </a:lvl8pPr>
            <a:lvl9pPr lvl="8" algn="ctr">
              <a:lnSpc>
                <a:spcPct val="115000"/>
              </a:lnSpc>
              <a:spcBef>
                <a:spcPts val="1600"/>
              </a:spcBef>
              <a:spcAft>
                <a:spcPts val="1600"/>
              </a:spcAft>
              <a:buSzPts val="1400"/>
              <a:buNone/>
              <a:defRPr sz="1600"/>
            </a:lvl9pPr>
          </a:lstStyle>
          <a:p/>
        </p:txBody>
      </p:sp>
      <p:sp>
        <p:nvSpPr>
          <p:cNvPr id="291" name="Google Shape;291;p105"/>
          <p:cNvSpPr txBox="1"/>
          <p:nvPr>
            <p:ph idx="5" type="subTitle"/>
          </p:nvPr>
        </p:nvSpPr>
        <p:spPr>
          <a:xfrm>
            <a:off x="5836725" y="2793941"/>
            <a:ext cx="16596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sz="1800">
                <a:solidFill>
                  <a:schemeClr val="accent1"/>
                </a:solidFill>
              </a:defRPr>
            </a:lvl2pPr>
            <a:lvl3pPr lvl="2" algn="ctr">
              <a:lnSpc>
                <a:spcPct val="115000"/>
              </a:lnSpc>
              <a:spcBef>
                <a:spcPts val="1600"/>
              </a:spcBef>
              <a:spcAft>
                <a:spcPts val="0"/>
              </a:spcAft>
              <a:buSzPts val="1400"/>
              <a:buNone/>
              <a:defRPr sz="1800">
                <a:solidFill>
                  <a:schemeClr val="accent1"/>
                </a:solidFill>
              </a:defRPr>
            </a:lvl3pPr>
            <a:lvl4pPr lvl="3" algn="ctr">
              <a:lnSpc>
                <a:spcPct val="115000"/>
              </a:lnSpc>
              <a:spcBef>
                <a:spcPts val="1600"/>
              </a:spcBef>
              <a:spcAft>
                <a:spcPts val="0"/>
              </a:spcAft>
              <a:buSzPts val="1400"/>
              <a:buNone/>
              <a:defRPr sz="1800">
                <a:solidFill>
                  <a:schemeClr val="accent1"/>
                </a:solidFill>
              </a:defRPr>
            </a:lvl4pPr>
            <a:lvl5pPr lvl="4" algn="ctr">
              <a:lnSpc>
                <a:spcPct val="115000"/>
              </a:lnSpc>
              <a:spcBef>
                <a:spcPts val="1600"/>
              </a:spcBef>
              <a:spcAft>
                <a:spcPts val="0"/>
              </a:spcAft>
              <a:buSzPts val="1400"/>
              <a:buNone/>
              <a:defRPr sz="1800">
                <a:solidFill>
                  <a:schemeClr val="accent1"/>
                </a:solidFill>
              </a:defRPr>
            </a:lvl5pPr>
            <a:lvl6pPr lvl="5" algn="ctr">
              <a:lnSpc>
                <a:spcPct val="115000"/>
              </a:lnSpc>
              <a:spcBef>
                <a:spcPts val="1600"/>
              </a:spcBef>
              <a:spcAft>
                <a:spcPts val="0"/>
              </a:spcAft>
              <a:buSzPts val="1400"/>
              <a:buNone/>
              <a:defRPr sz="1800">
                <a:solidFill>
                  <a:schemeClr val="accent1"/>
                </a:solidFill>
              </a:defRPr>
            </a:lvl6pPr>
            <a:lvl7pPr lvl="6" algn="ctr">
              <a:lnSpc>
                <a:spcPct val="115000"/>
              </a:lnSpc>
              <a:spcBef>
                <a:spcPts val="1600"/>
              </a:spcBef>
              <a:spcAft>
                <a:spcPts val="0"/>
              </a:spcAft>
              <a:buSzPts val="1400"/>
              <a:buNone/>
              <a:defRPr sz="1800">
                <a:solidFill>
                  <a:schemeClr val="accent1"/>
                </a:solidFill>
              </a:defRPr>
            </a:lvl7pPr>
            <a:lvl8pPr lvl="7" algn="ctr">
              <a:lnSpc>
                <a:spcPct val="115000"/>
              </a:lnSpc>
              <a:spcBef>
                <a:spcPts val="1600"/>
              </a:spcBef>
              <a:spcAft>
                <a:spcPts val="0"/>
              </a:spcAft>
              <a:buSzPts val="1400"/>
              <a:buNone/>
              <a:defRPr sz="1800">
                <a:solidFill>
                  <a:schemeClr val="accent1"/>
                </a:solidFill>
              </a:defRPr>
            </a:lvl8pPr>
            <a:lvl9pPr lvl="8" algn="ctr">
              <a:lnSpc>
                <a:spcPct val="115000"/>
              </a:lnSpc>
              <a:spcBef>
                <a:spcPts val="1600"/>
              </a:spcBef>
              <a:spcAft>
                <a:spcPts val="1600"/>
              </a:spcAft>
              <a:buSzPts val="1400"/>
              <a:buNone/>
              <a:defRPr sz="1800">
                <a:solidFill>
                  <a:schemeClr val="accent1"/>
                </a:solidFill>
              </a:defRPr>
            </a:lvl9pPr>
          </a:lstStyle>
          <a:p/>
        </p:txBody>
      </p:sp>
      <p:sp>
        <p:nvSpPr>
          <p:cNvPr id="292" name="Google Shape;292;p105"/>
          <p:cNvSpPr txBox="1"/>
          <p:nvPr>
            <p:ph idx="6" type="subTitle"/>
          </p:nvPr>
        </p:nvSpPr>
        <p:spPr>
          <a:xfrm>
            <a:off x="5836725" y="3114414"/>
            <a:ext cx="1659600" cy="90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1600"/>
              </a:spcBef>
              <a:spcAft>
                <a:spcPts val="0"/>
              </a:spcAft>
              <a:buSzPts val="1400"/>
              <a:buNone/>
              <a:defRPr sz="1600"/>
            </a:lvl2pPr>
            <a:lvl3pPr lvl="2" algn="ctr">
              <a:lnSpc>
                <a:spcPct val="115000"/>
              </a:lnSpc>
              <a:spcBef>
                <a:spcPts val="1600"/>
              </a:spcBef>
              <a:spcAft>
                <a:spcPts val="0"/>
              </a:spcAft>
              <a:buSzPts val="1400"/>
              <a:buNone/>
              <a:defRPr sz="1600"/>
            </a:lvl3pPr>
            <a:lvl4pPr lvl="3" algn="ctr">
              <a:lnSpc>
                <a:spcPct val="115000"/>
              </a:lnSpc>
              <a:spcBef>
                <a:spcPts val="1600"/>
              </a:spcBef>
              <a:spcAft>
                <a:spcPts val="0"/>
              </a:spcAft>
              <a:buSzPts val="1400"/>
              <a:buNone/>
              <a:defRPr sz="1600"/>
            </a:lvl4pPr>
            <a:lvl5pPr lvl="4" algn="ctr">
              <a:lnSpc>
                <a:spcPct val="115000"/>
              </a:lnSpc>
              <a:spcBef>
                <a:spcPts val="1600"/>
              </a:spcBef>
              <a:spcAft>
                <a:spcPts val="0"/>
              </a:spcAft>
              <a:buSzPts val="1400"/>
              <a:buNone/>
              <a:defRPr sz="1600"/>
            </a:lvl5pPr>
            <a:lvl6pPr lvl="5" algn="ctr">
              <a:lnSpc>
                <a:spcPct val="115000"/>
              </a:lnSpc>
              <a:spcBef>
                <a:spcPts val="1600"/>
              </a:spcBef>
              <a:spcAft>
                <a:spcPts val="0"/>
              </a:spcAft>
              <a:buSzPts val="1400"/>
              <a:buNone/>
              <a:defRPr sz="1600"/>
            </a:lvl6pPr>
            <a:lvl7pPr lvl="6" algn="ctr">
              <a:lnSpc>
                <a:spcPct val="115000"/>
              </a:lnSpc>
              <a:spcBef>
                <a:spcPts val="1600"/>
              </a:spcBef>
              <a:spcAft>
                <a:spcPts val="0"/>
              </a:spcAft>
              <a:buSzPts val="1400"/>
              <a:buNone/>
              <a:defRPr sz="1600"/>
            </a:lvl7pPr>
            <a:lvl8pPr lvl="7" algn="ctr">
              <a:lnSpc>
                <a:spcPct val="115000"/>
              </a:lnSpc>
              <a:spcBef>
                <a:spcPts val="1600"/>
              </a:spcBef>
              <a:spcAft>
                <a:spcPts val="0"/>
              </a:spcAft>
              <a:buSzPts val="1400"/>
              <a:buNone/>
              <a:defRPr sz="1600"/>
            </a:lvl8pPr>
            <a:lvl9pPr lvl="8" algn="ctr">
              <a:lnSpc>
                <a:spcPct val="115000"/>
              </a:lnSpc>
              <a:spcBef>
                <a:spcPts val="1600"/>
              </a:spcBef>
              <a:spcAft>
                <a:spcPts val="1600"/>
              </a:spcAft>
              <a:buSzPts val="1400"/>
              <a:buNone/>
              <a:defRPr sz="1600"/>
            </a:lvl9pPr>
          </a:lstStyle>
          <a:p/>
        </p:txBody>
      </p:sp>
      <p:sp>
        <p:nvSpPr>
          <p:cNvPr id="293" name="Google Shape;293;p105"/>
          <p:cNvSpPr txBox="1"/>
          <p:nvPr>
            <p:ph type="title"/>
          </p:nvPr>
        </p:nvSpPr>
        <p:spPr>
          <a:xfrm>
            <a:off x="706050" y="356016"/>
            <a:ext cx="7731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294" name="Google Shape;294;p105"/>
          <p:cNvSpPr/>
          <p:nvPr/>
        </p:nvSpPr>
        <p:spPr>
          <a:xfrm rot="10800000">
            <a:off x="8520299" y="3230461"/>
            <a:ext cx="702776" cy="777563"/>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05"/>
          <p:cNvSpPr/>
          <p:nvPr/>
        </p:nvSpPr>
        <p:spPr>
          <a:xfrm rot="10800000">
            <a:off x="8929751" y="2535623"/>
            <a:ext cx="293324" cy="508631"/>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05"/>
          <p:cNvSpPr/>
          <p:nvPr/>
        </p:nvSpPr>
        <p:spPr>
          <a:xfrm rot="5400000">
            <a:off x="8288768" y="5027673"/>
            <a:ext cx="105892" cy="80245"/>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05"/>
          <p:cNvSpPr/>
          <p:nvPr/>
        </p:nvSpPr>
        <p:spPr>
          <a:xfrm rot="5400000">
            <a:off x="8121660" y="5009927"/>
            <a:ext cx="119115" cy="104656"/>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05"/>
          <p:cNvSpPr/>
          <p:nvPr/>
        </p:nvSpPr>
        <p:spPr>
          <a:xfrm rot="5400000">
            <a:off x="8189594" y="4908850"/>
            <a:ext cx="119918" cy="56852"/>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05"/>
          <p:cNvSpPr/>
          <p:nvPr/>
        </p:nvSpPr>
        <p:spPr>
          <a:xfrm rot="5400000">
            <a:off x="8080518" y="4843083"/>
            <a:ext cx="85335" cy="89881"/>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05"/>
          <p:cNvSpPr/>
          <p:nvPr/>
        </p:nvSpPr>
        <p:spPr>
          <a:xfrm rot="5400000">
            <a:off x="8308494" y="4689139"/>
            <a:ext cx="134801" cy="58993"/>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05"/>
          <p:cNvSpPr/>
          <p:nvPr/>
        </p:nvSpPr>
        <p:spPr>
          <a:xfrm rot="5400000">
            <a:off x="8151050" y="4631537"/>
            <a:ext cx="114244" cy="112525"/>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05"/>
          <p:cNvSpPr/>
          <p:nvPr/>
        </p:nvSpPr>
        <p:spPr>
          <a:xfrm rot="5400000">
            <a:off x="7946388" y="4659161"/>
            <a:ext cx="126128" cy="111562"/>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05"/>
          <p:cNvSpPr/>
          <p:nvPr/>
        </p:nvSpPr>
        <p:spPr>
          <a:xfrm rot="5400000">
            <a:off x="7807760" y="4773433"/>
            <a:ext cx="115903" cy="111241"/>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05"/>
          <p:cNvSpPr/>
          <p:nvPr/>
        </p:nvSpPr>
        <p:spPr>
          <a:xfrm rot="5400000">
            <a:off x="7861562" y="4938377"/>
            <a:ext cx="116867" cy="119592"/>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05"/>
          <p:cNvSpPr/>
          <p:nvPr/>
        </p:nvSpPr>
        <p:spPr>
          <a:xfrm rot="5400000">
            <a:off x="7995934" y="5025747"/>
            <a:ext cx="88119" cy="94592"/>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05"/>
          <p:cNvSpPr/>
          <p:nvPr/>
        </p:nvSpPr>
        <p:spPr>
          <a:xfrm rot="5400000">
            <a:off x="7574751" y="4991137"/>
            <a:ext cx="91384" cy="128639"/>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05"/>
          <p:cNvSpPr/>
          <p:nvPr/>
        </p:nvSpPr>
        <p:spPr>
          <a:xfrm rot="5400000">
            <a:off x="7718035" y="5044002"/>
            <a:ext cx="70880" cy="70823"/>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05"/>
          <p:cNvSpPr/>
          <p:nvPr/>
        </p:nvSpPr>
        <p:spPr>
          <a:xfrm rot="5400000">
            <a:off x="7415431" y="4894610"/>
            <a:ext cx="143099" cy="73607"/>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05"/>
          <p:cNvSpPr/>
          <p:nvPr/>
        </p:nvSpPr>
        <p:spPr>
          <a:xfrm rot="5400000">
            <a:off x="7392304" y="5080165"/>
            <a:ext cx="66276" cy="76123"/>
          </a:xfrm>
          <a:custGeom>
            <a:rect b="b" l="l" r="r" t="t"/>
            <a:pathLst>
              <a:path extrusionOk="0" h="1422" w="1238">
                <a:moveTo>
                  <a:pt x="342" y="0"/>
                </a:moveTo>
                <a:cubicBezTo>
                  <a:pt x="257" y="0"/>
                  <a:pt x="214" y="21"/>
                  <a:pt x="150" y="64"/>
                </a:cubicBezTo>
                <a:cubicBezTo>
                  <a:pt x="43" y="149"/>
                  <a:pt x="1" y="320"/>
                  <a:pt x="86" y="448"/>
                </a:cubicBezTo>
                <a:lnTo>
                  <a:pt x="86" y="469"/>
                </a:lnTo>
                <a:lnTo>
                  <a:pt x="342" y="875"/>
                </a:lnTo>
                <a:cubicBezTo>
                  <a:pt x="427" y="1002"/>
                  <a:pt x="512" y="1130"/>
                  <a:pt x="619" y="1258"/>
                </a:cubicBezTo>
                <a:cubicBezTo>
                  <a:pt x="662" y="1344"/>
                  <a:pt x="726" y="1386"/>
                  <a:pt x="811" y="1408"/>
                </a:cubicBezTo>
                <a:cubicBezTo>
                  <a:pt x="846" y="1416"/>
                  <a:pt x="882" y="1422"/>
                  <a:pt x="917" y="1422"/>
                </a:cubicBezTo>
                <a:cubicBezTo>
                  <a:pt x="967" y="1422"/>
                  <a:pt x="1017" y="1411"/>
                  <a:pt x="1067" y="1386"/>
                </a:cubicBezTo>
                <a:cubicBezTo>
                  <a:pt x="1131" y="1344"/>
                  <a:pt x="1195" y="1280"/>
                  <a:pt x="1216" y="1194"/>
                </a:cubicBezTo>
                <a:cubicBezTo>
                  <a:pt x="1238" y="1088"/>
                  <a:pt x="1238" y="1002"/>
                  <a:pt x="1174" y="917"/>
                </a:cubicBezTo>
                <a:cubicBezTo>
                  <a:pt x="1067" y="768"/>
                  <a:pt x="960" y="619"/>
                  <a:pt x="854" y="469"/>
                </a:cubicBezTo>
                <a:lnTo>
                  <a:pt x="534" y="85"/>
                </a:lnTo>
                <a:cubicBezTo>
                  <a:pt x="491" y="43"/>
                  <a:pt x="406" y="0"/>
                  <a:pt x="3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05"/>
          <p:cNvSpPr/>
          <p:nvPr/>
        </p:nvSpPr>
        <p:spPr>
          <a:xfrm rot="5400000">
            <a:off x="7335664" y="4795729"/>
            <a:ext cx="132499" cy="60438"/>
          </a:xfrm>
          <a:custGeom>
            <a:rect b="b" l="l" r="r" t="t"/>
            <a:pathLst>
              <a:path extrusionOk="0" h="1129" w="2475">
                <a:moveTo>
                  <a:pt x="2149" y="0"/>
                </a:moveTo>
                <a:cubicBezTo>
                  <a:pt x="2122" y="0"/>
                  <a:pt x="2095" y="4"/>
                  <a:pt x="2069" y="11"/>
                </a:cubicBezTo>
                <a:cubicBezTo>
                  <a:pt x="1494" y="97"/>
                  <a:pt x="939" y="203"/>
                  <a:pt x="363" y="331"/>
                </a:cubicBezTo>
                <a:cubicBezTo>
                  <a:pt x="129" y="374"/>
                  <a:pt x="1" y="608"/>
                  <a:pt x="65" y="822"/>
                </a:cubicBezTo>
                <a:cubicBezTo>
                  <a:pt x="120" y="1007"/>
                  <a:pt x="306" y="1128"/>
                  <a:pt x="493" y="1128"/>
                </a:cubicBezTo>
                <a:cubicBezTo>
                  <a:pt x="521" y="1128"/>
                  <a:pt x="549" y="1126"/>
                  <a:pt x="577" y="1120"/>
                </a:cubicBezTo>
                <a:cubicBezTo>
                  <a:pt x="1131" y="950"/>
                  <a:pt x="1685" y="758"/>
                  <a:pt x="2219" y="566"/>
                </a:cubicBezTo>
                <a:cubicBezTo>
                  <a:pt x="2389" y="523"/>
                  <a:pt x="2475" y="352"/>
                  <a:pt x="2432" y="203"/>
                </a:cubicBezTo>
                <a:cubicBezTo>
                  <a:pt x="2397" y="80"/>
                  <a:pt x="2274" y="0"/>
                  <a:pt x="21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05"/>
          <p:cNvSpPr/>
          <p:nvPr/>
        </p:nvSpPr>
        <p:spPr>
          <a:xfrm rot="5400000">
            <a:off x="7424425" y="4616064"/>
            <a:ext cx="91813" cy="76819"/>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05"/>
          <p:cNvSpPr/>
          <p:nvPr/>
        </p:nvSpPr>
        <p:spPr>
          <a:xfrm rot="5400000">
            <a:off x="7555264" y="4713982"/>
            <a:ext cx="57336" cy="100802"/>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05"/>
          <p:cNvSpPr/>
          <p:nvPr/>
        </p:nvSpPr>
        <p:spPr>
          <a:xfrm rot="5400000">
            <a:off x="7668489" y="4838130"/>
            <a:ext cx="67615" cy="66006"/>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05"/>
          <p:cNvSpPr/>
          <p:nvPr/>
        </p:nvSpPr>
        <p:spPr>
          <a:xfrm rot="5400000">
            <a:off x="7753879" y="4567242"/>
            <a:ext cx="63332" cy="159580"/>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05"/>
          <p:cNvSpPr/>
          <p:nvPr/>
        </p:nvSpPr>
        <p:spPr>
          <a:xfrm rot="5400000">
            <a:off x="7895718" y="5108353"/>
            <a:ext cx="61833" cy="122589"/>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05"/>
          <p:cNvSpPr/>
          <p:nvPr/>
        </p:nvSpPr>
        <p:spPr>
          <a:xfrm rot="5400000">
            <a:off x="7606283" y="5127225"/>
            <a:ext cx="36564" cy="112151"/>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05"/>
          <p:cNvSpPr/>
          <p:nvPr/>
        </p:nvSpPr>
        <p:spPr>
          <a:xfrm rot="5400000">
            <a:off x="8204800" y="5121818"/>
            <a:ext cx="59424" cy="143574"/>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05"/>
          <p:cNvSpPr/>
          <p:nvPr/>
        </p:nvSpPr>
        <p:spPr>
          <a:xfrm rot="10800000">
            <a:off x="10" y="3274112"/>
            <a:ext cx="666440" cy="1378863"/>
          </a:xfrm>
          <a:custGeom>
            <a:rect b="b" l="l" r="r" t="t"/>
            <a:pathLst>
              <a:path extrusionOk="0" h="23703" w="14567">
                <a:moveTo>
                  <a:pt x="14567" y="1"/>
                </a:moveTo>
                <a:cubicBezTo>
                  <a:pt x="11709" y="108"/>
                  <a:pt x="8851" y="385"/>
                  <a:pt x="6015" y="385"/>
                </a:cubicBezTo>
                <a:cubicBezTo>
                  <a:pt x="5268" y="427"/>
                  <a:pt x="4543" y="513"/>
                  <a:pt x="3840" y="662"/>
                </a:cubicBezTo>
                <a:cubicBezTo>
                  <a:pt x="3541" y="726"/>
                  <a:pt x="3243" y="811"/>
                  <a:pt x="2965" y="918"/>
                </a:cubicBezTo>
                <a:cubicBezTo>
                  <a:pt x="1" y="2155"/>
                  <a:pt x="747" y="6868"/>
                  <a:pt x="726" y="9512"/>
                </a:cubicBezTo>
                <a:cubicBezTo>
                  <a:pt x="683" y="13287"/>
                  <a:pt x="961" y="17062"/>
                  <a:pt x="1281" y="20815"/>
                </a:cubicBezTo>
                <a:cubicBezTo>
                  <a:pt x="1281" y="21242"/>
                  <a:pt x="1366" y="21668"/>
                  <a:pt x="1536" y="22052"/>
                </a:cubicBezTo>
                <a:cubicBezTo>
                  <a:pt x="2027" y="23012"/>
                  <a:pt x="3285" y="23225"/>
                  <a:pt x="4351" y="23332"/>
                </a:cubicBezTo>
                <a:cubicBezTo>
                  <a:pt x="7315" y="23574"/>
                  <a:pt x="10279" y="23702"/>
                  <a:pt x="13257" y="23702"/>
                </a:cubicBezTo>
                <a:cubicBezTo>
                  <a:pt x="13686" y="23702"/>
                  <a:pt x="14115" y="23700"/>
                  <a:pt x="14545" y="23694"/>
                </a:cubicBezTo>
                <a:lnTo>
                  <a:pt x="14545" y="15484"/>
                </a:lnTo>
                <a:cubicBezTo>
                  <a:pt x="13714" y="15441"/>
                  <a:pt x="12903" y="15377"/>
                  <a:pt x="12071" y="15249"/>
                </a:cubicBezTo>
                <a:cubicBezTo>
                  <a:pt x="11432" y="15142"/>
                  <a:pt x="10749" y="15014"/>
                  <a:pt x="10259" y="14567"/>
                </a:cubicBezTo>
                <a:cubicBezTo>
                  <a:pt x="9768" y="14119"/>
                  <a:pt x="9598" y="13287"/>
                  <a:pt x="10046" y="12818"/>
                </a:cubicBezTo>
                <a:cubicBezTo>
                  <a:pt x="10356" y="12487"/>
                  <a:pt x="10902" y="12402"/>
                  <a:pt x="11476" y="12402"/>
                </a:cubicBezTo>
                <a:cubicBezTo>
                  <a:pt x="12087" y="12402"/>
                  <a:pt x="12731" y="12498"/>
                  <a:pt x="13159" y="12498"/>
                </a:cubicBezTo>
                <a:lnTo>
                  <a:pt x="14567" y="12498"/>
                </a:lnTo>
                <a:lnTo>
                  <a:pt x="1456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05"/>
          <p:cNvSpPr/>
          <p:nvPr/>
        </p:nvSpPr>
        <p:spPr>
          <a:xfrm>
            <a:off x="8125176" y="-333375"/>
            <a:ext cx="846181" cy="1378898"/>
          </a:xfrm>
          <a:custGeom>
            <a:rect b="b" l="l" r="r" t="t"/>
            <a:pathLst>
              <a:path extrusionOk="0" h="23387" w="14353">
                <a:moveTo>
                  <a:pt x="7038" y="1"/>
                </a:moveTo>
                <a:lnTo>
                  <a:pt x="7038" y="1"/>
                </a:lnTo>
                <a:cubicBezTo>
                  <a:pt x="7166" y="2730"/>
                  <a:pt x="7358" y="5439"/>
                  <a:pt x="7443" y="8168"/>
                </a:cubicBezTo>
                <a:cubicBezTo>
                  <a:pt x="7528" y="9960"/>
                  <a:pt x="7592" y="11773"/>
                  <a:pt x="7294" y="13543"/>
                </a:cubicBezTo>
                <a:cubicBezTo>
                  <a:pt x="7251" y="13905"/>
                  <a:pt x="7145" y="14246"/>
                  <a:pt x="6953" y="14545"/>
                </a:cubicBezTo>
                <a:cubicBezTo>
                  <a:pt x="6590" y="15057"/>
                  <a:pt x="5950" y="15227"/>
                  <a:pt x="5375" y="15377"/>
                </a:cubicBezTo>
                <a:cubicBezTo>
                  <a:pt x="3604" y="15761"/>
                  <a:pt x="1813" y="15974"/>
                  <a:pt x="0" y="15974"/>
                </a:cubicBezTo>
                <a:lnTo>
                  <a:pt x="128" y="22969"/>
                </a:lnTo>
                <a:cubicBezTo>
                  <a:pt x="1486" y="23184"/>
                  <a:pt x="2869" y="23386"/>
                  <a:pt x="4248" y="23386"/>
                </a:cubicBezTo>
                <a:cubicBezTo>
                  <a:pt x="4645" y="23386"/>
                  <a:pt x="5042" y="23369"/>
                  <a:pt x="5439" y="23331"/>
                </a:cubicBezTo>
                <a:cubicBezTo>
                  <a:pt x="7209" y="23161"/>
                  <a:pt x="8979" y="22585"/>
                  <a:pt x="10301" y="21391"/>
                </a:cubicBezTo>
                <a:cubicBezTo>
                  <a:pt x="12625" y="19301"/>
                  <a:pt x="13052" y="15888"/>
                  <a:pt x="13350" y="12796"/>
                </a:cubicBezTo>
                <a:cubicBezTo>
                  <a:pt x="13756" y="8723"/>
                  <a:pt x="13990" y="4692"/>
                  <a:pt x="14353" y="619"/>
                </a:cubicBezTo>
                <a:cubicBezTo>
                  <a:pt x="11900" y="491"/>
                  <a:pt x="9469" y="278"/>
                  <a:pt x="703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05"/>
          <p:cNvSpPr/>
          <p:nvPr/>
        </p:nvSpPr>
        <p:spPr>
          <a:xfrm>
            <a:off x="187177" y="2009106"/>
            <a:ext cx="292095" cy="27028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05"/>
          <p:cNvSpPr/>
          <p:nvPr/>
        </p:nvSpPr>
        <p:spPr>
          <a:xfrm>
            <a:off x="187177" y="2573481"/>
            <a:ext cx="292095" cy="27028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05"/>
          <p:cNvSpPr/>
          <p:nvPr/>
        </p:nvSpPr>
        <p:spPr>
          <a:xfrm>
            <a:off x="2185376" y="4717149"/>
            <a:ext cx="896146" cy="269300"/>
          </a:xfrm>
          <a:custGeom>
            <a:rect b="b" l="l" r="r" t="t"/>
            <a:pathLst>
              <a:path extrusionOk="0" h="4544" w="15121">
                <a:moveTo>
                  <a:pt x="15121" y="1"/>
                </a:moveTo>
                <a:cubicBezTo>
                  <a:pt x="10152" y="171"/>
                  <a:pt x="150" y="598"/>
                  <a:pt x="86" y="662"/>
                </a:cubicBezTo>
                <a:cubicBezTo>
                  <a:pt x="0" y="726"/>
                  <a:pt x="107" y="3349"/>
                  <a:pt x="171" y="4543"/>
                </a:cubicBezTo>
                <a:cubicBezTo>
                  <a:pt x="2602" y="4500"/>
                  <a:pt x="13798" y="4031"/>
                  <a:pt x="15121" y="4031"/>
                </a:cubicBezTo>
                <a:lnTo>
                  <a:pt x="1512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0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324" name="Shape 324"/>
        <p:cNvGrpSpPr/>
        <p:nvPr/>
      </p:nvGrpSpPr>
      <p:grpSpPr>
        <a:xfrm>
          <a:off x="0" y="0"/>
          <a:ext cx="0" cy="0"/>
          <a:chOff x="0" y="0"/>
          <a:chExt cx="0" cy="0"/>
        </a:xfrm>
      </p:grpSpPr>
      <p:sp>
        <p:nvSpPr>
          <p:cNvPr id="325" name="Google Shape;325;p106"/>
          <p:cNvSpPr txBox="1"/>
          <p:nvPr>
            <p:ph type="title"/>
          </p:nvPr>
        </p:nvSpPr>
        <p:spPr>
          <a:xfrm>
            <a:off x="726100" y="356016"/>
            <a:ext cx="769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326" name="Google Shape;326;p106"/>
          <p:cNvSpPr/>
          <p:nvPr/>
        </p:nvSpPr>
        <p:spPr>
          <a:xfrm>
            <a:off x="8906094" y="4256287"/>
            <a:ext cx="276386" cy="609974"/>
          </a:xfrm>
          <a:custGeom>
            <a:rect b="b" l="l" r="r" t="t"/>
            <a:pathLst>
              <a:path extrusionOk="0" h="10259" w="6527">
                <a:moveTo>
                  <a:pt x="6526" y="1"/>
                </a:moveTo>
                <a:cubicBezTo>
                  <a:pt x="4991" y="22"/>
                  <a:pt x="3455" y="65"/>
                  <a:pt x="1920" y="86"/>
                </a:cubicBezTo>
                <a:cubicBezTo>
                  <a:pt x="1891" y="83"/>
                  <a:pt x="1862" y="82"/>
                  <a:pt x="1832" y="82"/>
                </a:cubicBezTo>
                <a:cubicBezTo>
                  <a:pt x="1623" y="82"/>
                  <a:pt x="1403" y="150"/>
                  <a:pt x="1216" y="299"/>
                </a:cubicBezTo>
                <a:cubicBezTo>
                  <a:pt x="1088" y="470"/>
                  <a:pt x="1024" y="683"/>
                  <a:pt x="1024" y="918"/>
                </a:cubicBezTo>
                <a:lnTo>
                  <a:pt x="960" y="1664"/>
                </a:lnTo>
                <a:cubicBezTo>
                  <a:pt x="704" y="4372"/>
                  <a:pt x="1" y="7571"/>
                  <a:pt x="427" y="10258"/>
                </a:cubicBezTo>
                <a:lnTo>
                  <a:pt x="6526" y="10088"/>
                </a:lnTo>
                <a:lnTo>
                  <a:pt x="652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106"/>
          <p:cNvSpPr/>
          <p:nvPr/>
        </p:nvSpPr>
        <p:spPr>
          <a:xfrm>
            <a:off x="8751662" y="4207948"/>
            <a:ext cx="93074" cy="628823"/>
          </a:xfrm>
          <a:custGeom>
            <a:rect b="b" l="l" r="r" t="t"/>
            <a:pathLst>
              <a:path extrusionOk="0" h="10576" w="2198">
                <a:moveTo>
                  <a:pt x="1402" y="1"/>
                </a:moveTo>
                <a:cubicBezTo>
                  <a:pt x="1390" y="1"/>
                  <a:pt x="1378" y="1"/>
                  <a:pt x="1366" y="3"/>
                </a:cubicBezTo>
                <a:cubicBezTo>
                  <a:pt x="534" y="89"/>
                  <a:pt x="1" y="984"/>
                  <a:pt x="342" y="1773"/>
                </a:cubicBezTo>
                <a:cubicBezTo>
                  <a:pt x="534" y="2221"/>
                  <a:pt x="1046" y="2413"/>
                  <a:pt x="1259" y="2840"/>
                </a:cubicBezTo>
                <a:cubicBezTo>
                  <a:pt x="1366" y="3095"/>
                  <a:pt x="1366" y="3373"/>
                  <a:pt x="1259" y="3629"/>
                </a:cubicBezTo>
                <a:cubicBezTo>
                  <a:pt x="1110" y="3906"/>
                  <a:pt x="833" y="4055"/>
                  <a:pt x="641" y="4290"/>
                </a:cubicBezTo>
                <a:cubicBezTo>
                  <a:pt x="22" y="4994"/>
                  <a:pt x="65" y="6060"/>
                  <a:pt x="726" y="6721"/>
                </a:cubicBezTo>
                <a:cubicBezTo>
                  <a:pt x="982" y="6977"/>
                  <a:pt x="1536" y="7318"/>
                  <a:pt x="1387" y="7745"/>
                </a:cubicBezTo>
                <a:cubicBezTo>
                  <a:pt x="1259" y="8086"/>
                  <a:pt x="854" y="8299"/>
                  <a:pt x="619" y="8534"/>
                </a:cubicBezTo>
                <a:cubicBezTo>
                  <a:pt x="299" y="8854"/>
                  <a:pt x="214" y="9344"/>
                  <a:pt x="427" y="9749"/>
                </a:cubicBezTo>
                <a:cubicBezTo>
                  <a:pt x="662" y="10197"/>
                  <a:pt x="1195" y="10410"/>
                  <a:pt x="1643" y="10560"/>
                </a:cubicBezTo>
                <a:cubicBezTo>
                  <a:pt x="1675" y="10570"/>
                  <a:pt x="1705" y="10575"/>
                  <a:pt x="1733" y="10575"/>
                </a:cubicBezTo>
                <a:cubicBezTo>
                  <a:pt x="1984" y="10575"/>
                  <a:pt x="2061" y="10184"/>
                  <a:pt x="1792" y="10069"/>
                </a:cubicBezTo>
                <a:lnTo>
                  <a:pt x="1792" y="10069"/>
                </a:lnTo>
                <a:lnTo>
                  <a:pt x="1771" y="10090"/>
                </a:lnTo>
                <a:cubicBezTo>
                  <a:pt x="1472" y="9962"/>
                  <a:pt x="939" y="9728"/>
                  <a:pt x="896" y="9344"/>
                </a:cubicBezTo>
                <a:cubicBezTo>
                  <a:pt x="875" y="9024"/>
                  <a:pt x="1280" y="8768"/>
                  <a:pt x="1494" y="8576"/>
                </a:cubicBezTo>
                <a:cubicBezTo>
                  <a:pt x="2048" y="8064"/>
                  <a:pt x="2197" y="7425"/>
                  <a:pt x="1707" y="6806"/>
                </a:cubicBezTo>
                <a:cubicBezTo>
                  <a:pt x="1451" y="6508"/>
                  <a:pt x="1110" y="6273"/>
                  <a:pt x="939" y="5932"/>
                </a:cubicBezTo>
                <a:cubicBezTo>
                  <a:pt x="747" y="5527"/>
                  <a:pt x="790" y="5057"/>
                  <a:pt x="1046" y="4716"/>
                </a:cubicBezTo>
                <a:cubicBezTo>
                  <a:pt x="1323" y="4354"/>
                  <a:pt x="1686" y="4140"/>
                  <a:pt x="1856" y="3671"/>
                </a:cubicBezTo>
                <a:cubicBezTo>
                  <a:pt x="1963" y="3287"/>
                  <a:pt x="1920" y="2861"/>
                  <a:pt x="1728" y="2498"/>
                </a:cubicBezTo>
                <a:cubicBezTo>
                  <a:pt x="1515" y="2114"/>
                  <a:pt x="960" y="1859"/>
                  <a:pt x="854" y="1411"/>
                </a:cubicBezTo>
                <a:cubicBezTo>
                  <a:pt x="790" y="1006"/>
                  <a:pt x="1046" y="622"/>
                  <a:pt x="1451" y="515"/>
                </a:cubicBezTo>
                <a:cubicBezTo>
                  <a:pt x="1696" y="454"/>
                  <a:pt x="1667" y="1"/>
                  <a:pt x="140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06"/>
          <p:cNvSpPr/>
          <p:nvPr/>
        </p:nvSpPr>
        <p:spPr>
          <a:xfrm>
            <a:off x="8597223" y="4207948"/>
            <a:ext cx="93074" cy="628823"/>
          </a:xfrm>
          <a:custGeom>
            <a:rect b="b" l="l" r="r" t="t"/>
            <a:pathLst>
              <a:path extrusionOk="0" h="10576" w="2198">
                <a:moveTo>
                  <a:pt x="1402" y="1"/>
                </a:moveTo>
                <a:cubicBezTo>
                  <a:pt x="1390" y="1"/>
                  <a:pt x="1378" y="1"/>
                  <a:pt x="1366" y="3"/>
                </a:cubicBezTo>
                <a:cubicBezTo>
                  <a:pt x="534" y="89"/>
                  <a:pt x="1" y="984"/>
                  <a:pt x="342" y="1773"/>
                </a:cubicBezTo>
                <a:cubicBezTo>
                  <a:pt x="534" y="2221"/>
                  <a:pt x="1046" y="2413"/>
                  <a:pt x="1259" y="2840"/>
                </a:cubicBezTo>
                <a:cubicBezTo>
                  <a:pt x="1366" y="3095"/>
                  <a:pt x="1366" y="3373"/>
                  <a:pt x="1259" y="3629"/>
                </a:cubicBezTo>
                <a:cubicBezTo>
                  <a:pt x="1110" y="3906"/>
                  <a:pt x="833" y="4055"/>
                  <a:pt x="641" y="4290"/>
                </a:cubicBezTo>
                <a:cubicBezTo>
                  <a:pt x="22" y="4994"/>
                  <a:pt x="65" y="6060"/>
                  <a:pt x="726" y="6721"/>
                </a:cubicBezTo>
                <a:cubicBezTo>
                  <a:pt x="982" y="6977"/>
                  <a:pt x="1536" y="7318"/>
                  <a:pt x="1387" y="7745"/>
                </a:cubicBezTo>
                <a:cubicBezTo>
                  <a:pt x="1259" y="8086"/>
                  <a:pt x="854" y="8299"/>
                  <a:pt x="619" y="8534"/>
                </a:cubicBezTo>
                <a:cubicBezTo>
                  <a:pt x="299" y="8854"/>
                  <a:pt x="214" y="9344"/>
                  <a:pt x="427" y="9749"/>
                </a:cubicBezTo>
                <a:cubicBezTo>
                  <a:pt x="662" y="10197"/>
                  <a:pt x="1195" y="10410"/>
                  <a:pt x="1643" y="10560"/>
                </a:cubicBezTo>
                <a:cubicBezTo>
                  <a:pt x="1675" y="10570"/>
                  <a:pt x="1705" y="10575"/>
                  <a:pt x="1733" y="10575"/>
                </a:cubicBezTo>
                <a:cubicBezTo>
                  <a:pt x="1984" y="10575"/>
                  <a:pt x="2061" y="10184"/>
                  <a:pt x="1792" y="10069"/>
                </a:cubicBezTo>
                <a:lnTo>
                  <a:pt x="1792" y="10069"/>
                </a:lnTo>
                <a:lnTo>
                  <a:pt x="1771" y="10090"/>
                </a:lnTo>
                <a:cubicBezTo>
                  <a:pt x="1472" y="9962"/>
                  <a:pt x="939" y="9728"/>
                  <a:pt x="896" y="9344"/>
                </a:cubicBezTo>
                <a:cubicBezTo>
                  <a:pt x="875" y="9024"/>
                  <a:pt x="1280" y="8768"/>
                  <a:pt x="1494" y="8576"/>
                </a:cubicBezTo>
                <a:cubicBezTo>
                  <a:pt x="2048" y="8064"/>
                  <a:pt x="2197" y="7425"/>
                  <a:pt x="1707" y="6806"/>
                </a:cubicBezTo>
                <a:cubicBezTo>
                  <a:pt x="1451" y="6508"/>
                  <a:pt x="1110" y="6273"/>
                  <a:pt x="939" y="5932"/>
                </a:cubicBezTo>
                <a:cubicBezTo>
                  <a:pt x="747" y="5527"/>
                  <a:pt x="790" y="5057"/>
                  <a:pt x="1046" y="4716"/>
                </a:cubicBezTo>
                <a:cubicBezTo>
                  <a:pt x="1323" y="4354"/>
                  <a:pt x="1686" y="4140"/>
                  <a:pt x="1856" y="3671"/>
                </a:cubicBezTo>
                <a:cubicBezTo>
                  <a:pt x="1963" y="3287"/>
                  <a:pt x="1920" y="2861"/>
                  <a:pt x="1728" y="2498"/>
                </a:cubicBezTo>
                <a:cubicBezTo>
                  <a:pt x="1515" y="2114"/>
                  <a:pt x="960" y="1859"/>
                  <a:pt x="854" y="1411"/>
                </a:cubicBezTo>
                <a:cubicBezTo>
                  <a:pt x="790" y="1006"/>
                  <a:pt x="1046" y="622"/>
                  <a:pt x="1451" y="515"/>
                </a:cubicBezTo>
                <a:cubicBezTo>
                  <a:pt x="1696" y="454"/>
                  <a:pt x="1667" y="1"/>
                  <a:pt x="140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06"/>
          <p:cNvSpPr/>
          <p:nvPr/>
        </p:nvSpPr>
        <p:spPr>
          <a:xfrm rot="-5400000">
            <a:off x="525805" y="-397523"/>
            <a:ext cx="608318" cy="1339279"/>
          </a:xfrm>
          <a:custGeom>
            <a:rect b="b" l="l" r="r" t="t"/>
            <a:pathLst>
              <a:path extrusionOk="0" h="23703" w="14567">
                <a:moveTo>
                  <a:pt x="14567" y="1"/>
                </a:moveTo>
                <a:cubicBezTo>
                  <a:pt x="11709" y="108"/>
                  <a:pt x="8851" y="385"/>
                  <a:pt x="6015" y="385"/>
                </a:cubicBezTo>
                <a:cubicBezTo>
                  <a:pt x="5268" y="427"/>
                  <a:pt x="4543" y="513"/>
                  <a:pt x="3840" y="662"/>
                </a:cubicBezTo>
                <a:cubicBezTo>
                  <a:pt x="3541" y="726"/>
                  <a:pt x="3243" y="811"/>
                  <a:pt x="2965" y="918"/>
                </a:cubicBezTo>
                <a:cubicBezTo>
                  <a:pt x="1" y="2155"/>
                  <a:pt x="747" y="6868"/>
                  <a:pt x="726" y="9512"/>
                </a:cubicBezTo>
                <a:cubicBezTo>
                  <a:pt x="683" y="13287"/>
                  <a:pt x="961" y="17062"/>
                  <a:pt x="1281" y="20815"/>
                </a:cubicBezTo>
                <a:cubicBezTo>
                  <a:pt x="1281" y="21242"/>
                  <a:pt x="1366" y="21668"/>
                  <a:pt x="1536" y="22052"/>
                </a:cubicBezTo>
                <a:cubicBezTo>
                  <a:pt x="2027" y="23012"/>
                  <a:pt x="3285" y="23225"/>
                  <a:pt x="4351" y="23332"/>
                </a:cubicBezTo>
                <a:cubicBezTo>
                  <a:pt x="7315" y="23574"/>
                  <a:pt x="10279" y="23702"/>
                  <a:pt x="13257" y="23702"/>
                </a:cubicBezTo>
                <a:cubicBezTo>
                  <a:pt x="13686" y="23702"/>
                  <a:pt x="14115" y="23700"/>
                  <a:pt x="14545" y="23694"/>
                </a:cubicBezTo>
                <a:lnTo>
                  <a:pt x="14545" y="15484"/>
                </a:lnTo>
                <a:cubicBezTo>
                  <a:pt x="13714" y="15441"/>
                  <a:pt x="12903" y="15377"/>
                  <a:pt x="12071" y="15249"/>
                </a:cubicBezTo>
                <a:cubicBezTo>
                  <a:pt x="11432" y="15142"/>
                  <a:pt x="10749" y="15014"/>
                  <a:pt x="10259" y="14567"/>
                </a:cubicBezTo>
                <a:cubicBezTo>
                  <a:pt x="9768" y="14119"/>
                  <a:pt x="9598" y="13287"/>
                  <a:pt x="10046" y="12818"/>
                </a:cubicBezTo>
                <a:cubicBezTo>
                  <a:pt x="10356" y="12487"/>
                  <a:pt x="10902" y="12402"/>
                  <a:pt x="11476" y="12402"/>
                </a:cubicBezTo>
                <a:cubicBezTo>
                  <a:pt x="12087" y="12402"/>
                  <a:pt x="12731" y="12498"/>
                  <a:pt x="13159" y="12498"/>
                </a:cubicBezTo>
                <a:lnTo>
                  <a:pt x="14567" y="12498"/>
                </a:lnTo>
                <a:lnTo>
                  <a:pt x="1456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06"/>
          <p:cNvSpPr/>
          <p:nvPr/>
        </p:nvSpPr>
        <p:spPr>
          <a:xfrm>
            <a:off x="8511187" y="622558"/>
            <a:ext cx="993596" cy="276815"/>
          </a:xfrm>
          <a:custGeom>
            <a:rect b="b" l="l" r="r" t="t"/>
            <a:pathLst>
              <a:path extrusionOk="0" h="4613" w="9107">
                <a:moveTo>
                  <a:pt x="4913" y="0"/>
                </a:moveTo>
                <a:cubicBezTo>
                  <a:pt x="3527" y="0"/>
                  <a:pt x="2104" y="133"/>
                  <a:pt x="917" y="205"/>
                </a:cubicBezTo>
                <a:cubicBezTo>
                  <a:pt x="811" y="205"/>
                  <a:pt x="725" y="226"/>
                  <a:pt x="640" y="290"/>
                </a:cubicBezTo>
                <a:cubicBezTo>
                  <a:pt x="555" y="354"/>
                  <a:pt x="512" y="461"/>
                  <a:pt x="512" y="546"/>
                </a:cubicBezTo>
                <a:cubicBezTo>
                  <a:pt x="278" y="1570"/>
                  <a:pt x="128" y="2593"/>
                  <a:pt x="43" y="3617"/>
                </a:cubicBezTo>
                <a:cubicBezTo>
                  <a:pt x="0" y="3766"/>
                  <a:pt x="43" y="3894"/>
                  <a:pt x="107" y="4022"/>
                </a:cubicBezTo>
                <a:cubicBezTo>
                  <a:pt x="192" y="4108"/>
                  <a:pt x="320" y="4172"/>
                  <a:pt x="448" y="4172"/>
                </a:cubicBezTo>
                <a:cubicBezTo>
                  <a:pt x="1999" y="4464"/>
                  <a:pt x="3572" y="4612"/>
                  <a:pt x="5150" y="4612"/>
                </a:cubicBezTo>
                <a:cubicBezTo>
                  <a:pt x="6219" y="4612"/>
                  <a:pt x="7292" y="4544"/>
                  <a:pt x="8360" y="4406"/>
                </a:cubicBezTo>
                <a:cubicBezTo>
                  <a:pt x="8467" y="4406"/>
                  <a:pt x="8552" y="4385"/>
                  <a:pt x="8659" y="4321"/>
                </a:cubicBezTo>
                <a:cubicBezTo>
                  <a:pt x="9043" y="3980"/>
                  <a:pt x="9107" y="2124"/>
                  <a:pt x="9021" y="1570"/>
                </a:cubicBezTo>
                <a:cubicBezTo>
                  <a:pt x="8915" y="738"/>
                  <a:pt x="8744" y="567"/>
                  <a:pt x="7955" y="333"/>
                </a:cubicBezTo>
                <a:cubicBezTo>
                  <a:pt x="7049" y="81"/>
                  <a:pt x="5992" y="0"/>
                  <a:pt x="491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06"/>
          <p:cNvSpPr/>
          <p:nvPr/>
        </p:nvSpPr>
        <p:spPr>
          <a:xfrm>
            <a:off x="8240525" y="227825"/>
            <a:ext cx="993269" cy="279635"/>
          </a:xfrm>
          <a:custGeom>
            <a:rect b="b" l="l" r="r" t="t"/>
            <a:pathLst>
              <a:path extrusionOk="0" h="4660" w="9104">
                <a:moveTo>
                  <a:pt x="5540" y="0"/>
                </a:moveTo>
                <a:cubicBezTo>
                  <a:pt x="3934" y="0"/>
                  <a:pt x="2211" y="251"/>
                  <a:pt x="808" y="406"/>
                </a:cubicBezTo>
                <a:cubicBezTo>
                  <a:pt x="795" y="405"/>
                  <a:pt x="782" y="405"/>
                  <a:pt x="768" y="405"/>
                </a:cubicBezTo>
                <a:cubicBezTo>
                  <a:pt x="552" y="405"/>
                  <a:pt x="383" y="568"/>
                  <a:pt x="403" y="769"/>
                </a:cubicBezTo>
                <a:cubicBezTo>
                  <a:pt x="232" y="1793"/>
                  <a:pt x="126" y="2838"/>
                  <a:pt x="83" y="3883"/>
                </a:cubicBezTo>
                <a:cubicBezTo>
                  <a:pt x="1" y="4150"/>
                  <a:pt x="196" y="4417"/>
                  <a:pt x="477" y="4417"/>
                </a:cubicBezTo>
                <a:cubicBezTo>
                  <a:pt x="488" y="4417"/>
                  <a:pt x="499" y="4417"/>
                  <a:pt x="509" y="4416"/>
                </a:cubicBezTo>
                <a:cubicBezTo>
                  <a:pt x="1683" y="4578"/>
                  <a:pt x="2865" y="4659"/>
                  <a:pt x="4048" y="4659"/>
                </a:cubicBezTo>
                <a:cubicBezTo>
                  <a:pt x="5509" y="4659"/>
                  <a:pt x="6972" y="4535"/>
                  <a:pt x="8421" y="4288"/>
                </a:cubicBezTo>
                <a:cubicBezTo>
                  <a:pt x="8528" y="4288"/>
                  <a:pt x="8635" y="4245"/>
                  <a:pt x="8720" y="4181"/>
                </a:cubicBezTo>
                <a:cubicBezTo>
                  <a:pt x="9104" y="3840"/>
                  <a:pt x="9061" y="1963"/>
                  <a:pt x="8976" y="1409"/>
                </a:cubicBezTo>
                <a:cubicBezTo>
                  <a:pt x="8827" y="577"/>
                  <a:pt x="8635" y="428"/>
                  <a:pt x="7824" y="236"/>
                </a:cubicBezTo>
                <a:cubicBezTo>
                  <a:pt x="7130" y="64"/>
                  <a:pt x="6350" y="0"/>
                  <a:pt x="554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06"/>
          <p:cNvSpPr/>
          <p:nvPr/>
        </p:nvSpPr>
        <p:spPr>
          <a:xfrm>
            <a:off x="-109650" y="3174360"/>
            <a:ext cx="269963" cy="249821"/>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06"/>
          <p:cNvSpPr/>
          <p:nvPr/>
        </p:nvSpPr>
        <p:spPr>
          <a:xfrm>
            <a:off x="-109650" y="3591235"/>
            <a:ext cx="269963" cy="249821"/>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0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
    <p:spTree>
      <p:nvGrpSpPr>
        <p:cNvPr id="335" name="Shape 335"/>
        <p:cNvGrpSpPr/>
        <p:nvPr/>
      </p:nvGrpSpPr>
      <p:grpSpPr>
        <a:xfrm>
          <a:off x="0" y="0"/>
          <a:ext cx="0" cy="0"/>
          <a:chOff x="0" y="0"/>
          <a:chExt cx="0" cy="0"/>
        </a:xfrm>
      </p:grpSpPr>
      <p:sp>
        <p:nvSpPr>
          <p:cNvPr id="336" name="Google Shape;336;p107"/>
          <p:cNvSpPr txBox="1"/>
          <p:nvPr>
            <p:ph type="title"/>
          </p:nvPr>
        </p:nvSpPr>
        <p:spPr>
          <a:xfrm>
            <a:off x="311700" y="356016"/>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337" name="Google Shape;337;p107"/>
          <p:cNvSpPr txBox="1"/>
          <p:nvPr>
            <p:ph idx="1" type="subTitle"/>
          </p:nvPr>
        </p:nvSpPr>
        <p:spPr>
          <a:xfrm>
            <a:off x="982375" y="2029475"/>
            <a:ext cx="2295300" cy="469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b="1" sz="2000">
                <a:solidFill>
                  <a:schemeClr val="accent1"/>
                </a:solidFill>
              </a:defRPr>
            </a:lvl1pPr>
            <a:lvl2pPr lvl="1" algn="l">
              <a:lnSpc>
                <a:spcPct val="115000"/>
              </a:lnSpc>
              <a:spcBef>
                <a:spcPts val="1600"/>
              </a:spcBef>
              <a:spcAft>
                <a:spcPts val="0"/>
              </a:spcAft>
              <a:buSzPts val="1400"/>
              <a:buNone/>
              <a:defRPr b="1" sz="2000">
                <a:solidFill>
                  <a:schemeClr val="accent1"/>
                </a:solidFill>
              </a:defRPr>
            </a:lvl2pPr>
            <a:lvl3pPr lvl="2" algn="l">
              <a:lnSpc>
                <a:spcPct val="115000"/>
              </a:lnSpc>
              <a:spcBef>
                <a:spcPts val="1600"/>
              </a:spcBef>
              <a:spcAft>
                <a:spcPts val="0"/>
              </a:spcAft>
              <a:buSzPts val="1400"/>
              <a:buNone/>
              <a:defRPr b="1" sz="2000">
                <a:solidFill>
                  <a:schemeClr val="accent1"/>
                </a:solidFill>
              </a:defRPr>
            </a:lvl3pPr>
            <a:lvl4pPr lvl="3" algn="l">
              <a:lnSpc>
                <a:spcPct val="115000"/>
              </a:lnSpc>
              <a:spcBef>
                <a:spcPts val="1600"/>
              </a:spcBef>
              <a:spcAft>
                <a:spcPts val="0"/>
              </a:spcAft>
              <a:buSzPts val="1400"/>
              <a:buNone/>
              <a:defRPr b="1" sz="2000">
                <a:solidFill>
                  <a:schemeClr val="accent1"/>
                </a:solidFill>
              </a:defRPr>
            </a:lvl4pPr>
            <a:lvl5pPr lvl="4" algn="l">
              <a:lnSpc>
                <a:spcPct val="115000"/>
              </a:lnSpc>
              <a:spcBef>
                <a:spcPts val="1600"/>
              </a:spcBef>
              <a:spcAft>
                <a:spcPts val="0"/>
              </a:spcAft>
              <a:buSzPts val="1400"/>
              <a:buNone/>
              <a:defRPr b="1" sz="2000">
                <a:solidFill>
                  <a:schemeClr val="accent1"/>
                </a:solidFill>
              </a:defRPr>
            </a:lvl5pPr>
            <a:lvl6pPr lvl="5" algn="l">
              <a:lnSpc>
                <a:spcPct val="115000"/>
              </a:lnSpc>
              <a:spcBef>
                <a:spcPts val="1600"/>
              </a:spcBef>
              <a:spcAft>
                <a:spcPts val="0"/>
              </a:spcAft>
              <a:buSzPts val="1400"/>
              <a:buNone/>
              <a:defRPr b="1" sz="2000">
                <a:solidFill>
                  <a:schemeClr val="accent1"/>
                </a:solidFill>
              </a:defRPr>
            </a:lvl6pPr>
            <a:lvl7pPr lvl="6" algn="l">
              <a:lnSpc>
                <a:spcPct val="115000"/>
              </a:lnSpc>
              <a:spcBef>
                <a:spcPts val="1600"/>
              </a:spcBef>
              <a:spcAft>
                <a:spcPts val="0"/>
              </a:spcAft>
              <a:buSzPts val="1400"/>
              <a:buNone/>
              <a:defRPr b="1" sz="2000">
                <a:solidFill>
                  <a:schemeClr val="accent1"/>
                </a:solidFill>
              </a:defRPr>
            </a:lvl7pPr>
            <a:lvl8pPr lvl="7" algn="l">
              <a:lnSpc>
                <a:spcPct val="115000"/>
              </a:lnSpc>
              <a:spcBef>
                <a:spcPts val="1600"/>
              </a:spcBef>
              <a:spcAft>
                <a:spcPts val="0"/>
              </a:spcAft>
              <a:buSzPts val="1400"/>
              <a:buNone/>
              <a:defRPr b="1" sz="2000">
                <a:solidFill>
                  <a:schemeClr val="accent1"/>
                </a:solidFill>
              </a:defRPr>
            </a:lvl8pPr>
            <a:lvl9pPr lvl="8" algn="l">
              <a:lnSpc>
                <a:spcPct val="115000"/>
              </a:lnSpc>
              <a:spcBef>
                <a:spcPts val="1600"/>
              </a:spcBef>
              <a:spcAft>
                <a:spcPts val="1600"/>
              </a:spcAft>
              <a:buSzPts val="1400"/>
              <a:buNone/>
              <a:defRPr b="1" sz="2000">
                <a:solidFill>
                  <a:schemeClr val="accent1"/>
                </a:solidFill>
              </a:defRPr>
            </a:lvl9pPr>
          </a:lstStyle>
          <a:p/>
        </p:txBody>
      </p:sp>
      <p:sp>
        <p:nvSpPr>
          <p:cNvPr id="338" name="Google Shape;338;p107"/>
          <p:cNvSpPr txBox="1"/>
          <p:nvPr>
            <p:ph idx="2" type="subTitle"/>
          </p:nvPr>
        </p:nvSpPr>
        <p:spPr>
          <a:xfrm>
            <a:off x="982423" y="2338556"/>
            <a:ext cx="2295300" cy="1167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39" name="Google Shape;339;p107"/>
          <p:cNvSpPr/>
          <p:nvPr/>
        </p:nvSpPr>
        <p:spPr>
          <a:xfrm rot="-5400000">
            <a:off x="-728756" y="871838"/>
            <a:ext cx="1866318" cy="448955"/>
          </a:xfrm>
          <a:custGeom>
            <a:rect b="b" l="l" r="r" t="t"/>
            <a:pathLst>
              <a:path extrusionOk="0" h="6595" w="19728">
                <a:moveTo>
                  <a:pt x="214" y="0"/>
                </a:moveTo>
                <a:cubicBezTo>
                  <a:pt x="107" y="1408"/>
                  <a:pt x="43" y="2410"/>
                  <a:pt x="43" y="2687"/>
                </a:cubicBezTo>
                <a:cubicBezTo>
                  <a:pt x="1" y="3092"/>
                  <a:pt x="65" y="3519"/>
                  <a:pt x="235" y="3903"/>
                </a:cubicBezTo>
                <a:cubicBezTo>
                  <a:pt x="534" y="4415"/>
                  <a:pt x="1174" y="4628"/>
                  <a:pt x="1750" y="4756"/>
                </a:cubicBezTo>
                <a:cubicBezTo>
                  <a:pt x="2453" y="4948"/>
                  <a:pt x="3136" y="5097"/>
                  <a:pt x="3839" y="5246"/>
                </a:cubicBezTo>
                <a:cubicBezTo>
                  <a:pt x="6569" y="5822"/>
                  <a:pt x="9342" y="6227"/>
                  <a:pt x="12114" y="6547"/>
                </a:cubicBezTo>
                <a:cubicBezTo>
                  <a:pt x="12392" y="6579"/>
                  <a:pt x="12661" y="6595"/>
                  <a:pt x="12922" y="6595"/>
                </a:cubicBezTo>
                <a:cubicBezTo>
                  <a:pt x="16666" y="6595"/>
                  <a:pt x="18691" y="3409"/>
                  <a:pt x="1972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07"/>
          <p:cNvSpPr/>
          <p:nvPr/>
        </p:nvSpPr>
        <p:spPr>
          <a:xfrm>
            <a:off x="284795" y="453494"/>
            <a:ext cx="314465" cy="291003"/>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107"/>
          <p:cNvSpPr/>
          <p:nvPr/>
        </p:nvSpPr>
        <p:spPr>
          <a:xfrm>
            <a:off x="690620" y="453494"/>
            <a:ext cx="314465" cy="291003"/>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07"/>
          <p:cNvSpPr/>
          <p:nvPr/>
        </p:nvSpPr>
        <p:spPr>
          <a:xfrm rot="-5400000">
            <a:off x="-63805" y="3872414"/>
            <a:ext cx="159787" cy="121143"/>
          </a:xfrm>
          <a:custGeom>
            <a:rect b="b" l="l" r="r" t="t"/>
            <a:pathLst>
              <a:path extrusionOk="0" h="2022" w="2667">
                <a:moveTo>
                  <a:pt x="2287" y="0"/>
                </a:moveTo>
                <a:cubicBezTo>
                  <a:pt x="2251" y="0"/>
                  <a:pt x="2213" y="5"/>
                  <a:pt x="2176" y="16"/>
                </a:cubicBezTo>
                <a:cubicBezTo>
                  <a:pt x="2048" y="37"/>
                  <a:pt x="1941" y="80"/>
                  <a:pt x="1856" y="165"/>
                </a:cubicBezTo>
                <a:lnTo>
                  <a:pt x="1600" y="336"/>
                </a:lnTo>
                <a:cubicBezTo>
                  <a:pt x="1451" y="443"/>
                  <a:pt x="1280" y="549"/>
                  <a:pt x="1131" y="677"/>
                </a:cubicBezTo>
                <a:cubicBezTo>
                  <a:pt x="790" y="912"/>
                  <a:pt x="470" y="1146"/>
                  <a:pt x="129" y="1424"/>
                </a:cubicBezTo>
                <a:cubicBezTo>
                  <a:pt x="1" y="1530"/>
                  <a:pt x="1" y="1744"/>
                  <a:pt x="107" y="1871"/>
                </a:cubicBezTo>
                <a:cubicBezTo>
                  <a:pt x="177" y="1970"/>
                  <a:pt x="284" y="2022"/>
                  <a:pt x="398" y="2022"/>
                </a:cubicBezTo>
                <a:cubicBezTo>
                  <a:pt x="457" y="2022"/>
                  <a:pt x="518" y="2007"/>
                  <a:pt x="576" y="1978"/>
                </a:cubicBezTo>
                <a:cubicBezTo>
                  <a:pt x="918" y="1765"/>
                  <a:pt x="1238" y="1552"/>
                  <a:pt x="1557" y="1338"/>
                </a:cubicBezTo>
                <a:cubicBezTo>
                  <a:pt x="1728" y="1232"/>
                  <a:pt x="1899" y="1125"/>
                  <a:pt x="2048" y="1018"/>
                </a:cubicBezTo>
                <a:lnTo>
                  <a:pt x="2283" y="848"/>
                </a:lnTo>
                <a:cubicBezTo>
                  <a:pt x="2411" y="763"/>
                  <a:pt x="2517" y="677"/>
                  <a:pt x="2602" y="549"/>
                </a:cubicBezTo>
                <a:cubicBezTo>
                  <a:pt x="2666" y="421"/>
                  <a:pt x="2645" y="251"/>
                  <a:pt x="2560" y="144"/>
                </a:cubicBezTo>
                <a:cubicBezTo>
                  <a:pt x="2496" y="48"/>
                  <a:pt x="2396" y="0"/>
                  <a:pt x="22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07"/>
          <p:cNvSpPr/>
          <p:nvPr/>
        </p:nvSpPr>
        <p:spPr>
          <a:xfrm rot="-5400000">
            <a:off x="182891" y="3776940"/>
            <a:ext cx="98436" cy="151039"/>
          </a:xfrm>
          <a:custGeom>
            <a:rect b="b" l="l" r="r" t="t"/>
            <a:pathLst>
              <a:path extrusionOk="0" h="2521" w="1643">
                <a:moveTo>
                  <a:pt x="394" y="0"/>
                </a:moveTo>
                <a:cubicBezTo>
                  <a:pt x="370" y="0"/>
                  <a:pt x="345" y="3"/>
                  <a:pt x="320" y="8"/>
                </a:cubicBezTo>
                <a:cubicBezTo>
                  <a:pt x="149" y="30"/>
                  <a:pt x="0" y="179"/>
                  <a:pt x="0" y="371"/>
                </a:cubicBezTo>
                <a:lnTo>
                  <a:pt x="21" y="371"/>
                </a:lnTo>
                <a:cubicBezTo>
                  <a:pt x="43" y="1053"/>
                  <a:pt x="256" y="1736"/>
                  <a:pt x="682" y="2290"/>
                </a:cubicBezTo>
                <a:cubicBezTo>
                  <a:pt x="746" y="2397"/>
                  <a:pt x="832" y="2461"/>
                  <a:pt x="960" y="2503"/>
                </a:cubicBezTo>
                <a:cubicBezTo>
                  <a:pt x="1000" y="2515"/>
                  <a:pt x="1040" y="2520"/>
                  <a:pt x="1079" y="2520"/>
                </a:cubicBezTo>
                <a:cubicBezTo>
                  <a:pt x="1187" y="2520"/>
                  <a:pt x="1293" y="2481"/>
                  <a:pt x="1386" y="2418"/>
                </a:cubicBezTo>
                <a:cubicBezTo>
                  <a:pt x="1600" y="2248"/>
                  <a:pt x="1642" y="1906"/>
                  <a:pt x="1429" y="1693"/>
                </a:cubicBezTo>
                <a:cubicBezTo>
                  <a:pt x="1391" y="1655"/>
                  <a:pt x="1335" y="1599"/>
                  <a:pt x="1293" y="1542"/>
                </a:cubicBezTo>
                <a:lnTo>
                  <a:pt x="1293" y="1542"/>
                </a:lnTo>
                <a:lnTo>
                  <a:pt x="1280" y="1501"/>
                </a:lnTo>
                <a:cubicBezTo>
                  <a:pt x="1258" y="1480"/>
                  <a:pt x="1216" y="1437"/>
                  <a:pt x="1216" y="1416"/>
                </a:cubicBezTo>
                <a:cubicBezTo>
                  <a:pt x="1130" y="1288"/>
                  <a:pt x="1045" y="1160"/>
                  <a:pt x="981" y="1032"/>
                </a:cubicBezTo>
                <a:lnTo>
                  <a:pt x="960" y="947"/>
                </a:lnTo>
                <a:cubicBezTo>
                  <a:pt x="950" y="927"/>
                  <a:pt x="945" y="917"/>
                  <a:pt x="944" y="917"/>
                </a:cubicBezTo>
                <a:lnTo>
                  <a:pt x="944" y="917"/>
                </a:lnTo>
                <a:cubicBezTo>
                  <a:pt x="943" y="917"/>
                  <a:pt x="948" y="933"/>
                  <a:pt x="960" y="968"/>
                </a:cubicBezTo>
                <a:cubicBezTo>
                  <a:pt x="938" y="947"/>
                  <a:pt x="938" y="925"/>
                  <a:pt x="938" y="925"/>
                </a:cubicBezTo>
                <a:cubicBezTo>
                  <a:pt x="896" y="840"/>
                  <a:pt x="874" y="776"/>
                  <a:pt x="853" y="712"/>
                </a:cubicBezTo>
                <a:cubicBezTo>
                  <a:pt x="810" y="563"/>
                  <a:pt x="768" y="413"/>
                  <a:pt x="725" y="264"/>
                </a:cubicBezTo>
                <a:cubicBezTo>
                  <a:pt x="688" y="116"/>
                  <a:pt x="555" y="0"/>
                  <a:pt x="39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07"/>
          <p:cNvSpPr/>
          <p:nvPr/>
        </p:nvSpPr>
        <p:spPr>
          <a:xfrm rot="-5400000">
            <a:off x="80319" y="3642313"/>
            <a:ext cx="140615" cy="109820"/>
          </a:xfrm>
          <a:custGeom>
            <a:rect b="b" l="l" r="r" t="t"/>
            <a:pathLst>
              <a:path extrusionOk="0" h="1833" w="2347">
                <a:moveTo>
                  <a:pt x="363" y="1"/>
                </a:moveTo>
                <a:cubicBezTo>
                  <a:pt x="278" y="1"/>
                  <a:pt x="171" y="43"/>
                  <a:pt x="107" y="107"/>
                </a:cubicBezTo>
                <a:cubicBezTo>
                  <a:pt x="64" y="171"/>
                  <a:pt x="22" y="235"/>
                  <a:pt x="22" y="321"/>
                </a:cubicBezTo>
                <a:cubicBezTo>
                  <a:pt x="0" y="491"/>
                  <a:pt x="107" y="640"/>
                  <a:pt x="278" y="704"/>
                </a:cubicBezTo>
                <a:lnTo>
                  <a:pt x="278" y="683"/>
                </a:lnTo>
                <a:lnTo>
                  <a:pt x="363" y="704"/>
                </a:lnTo>
                <a:lnTo>
                  <a:pt x="342" y="704"/>
                </a:lnTo>
                <a:lnTo>
                  <a:pt x="384" y="726"/>
                </a:lnTo>
                <a:lnTo>
                  <a:pt x="555" y="811"/>
                </a:lnTo>
                <a:cubicBezTo>
                  <a:pt x="661" y="875"/>
                  <a:pt x="768" y="939"/>
                  <a:pt x="875" y="1003"/>
                </a:cubicBezTo>
                <a:lnTo>
                  <a:pt x="917" y="1046"/>
                </a:lnTo>
                <a:cubicBezTo>
                  <a:pt x="926" y="1050"/>
                  <a:pt x="930" y="1052"/>
                  <a:pt x="931" y="1052"/>
                </a:cubicBezTo>
                <a:cubicBezTo>
                  <a:pt x="937" y="1052"/>
                  <a:pt x="896" y="1024"/>
                  <a:pt x="896" y="1024"/>
                </a:cubicBezTo>
                <a:lnTo>
                  <a:pt x="896" y="1024"/>
                </a:lnTo>
                <a:lnTo>
                  <a:pt x="1003" y="1088"/>
                </a:lnTo>
                <a:cubicBezTo>
                  <a:pt x="1003" y="1088"/>
                  <a:pt x="976" y="1075"/>
                  <a:pt x="960" y="1067"/>
                </a:cubicBezTo>
                <a:lnTo>
                  <a:pt x="960" y="1067"/>
                </a:lnTo>
                <a:cubicBezTo>
                  <a:pt x="1003" y="1110"/>
                  <a:pt x="1067" y="1152"/>
                  <a:pt x="1109" y="1195"/>
                </a:cubicBezTo>
                <a:cubicBezTo>
                  <a:pt x="1191" y="1277"/>
                  <a:pt x="1273" y="1378"/>
                  <a:pt x="1354" y="1480"/>
                </a:cubicBezTo>
                <a:lnTo>
                  <a:pt x="1354" y="1480"/>
                </a:lnTo>
                <a:lnTo>
                  <a:pt x="1386" y="1536"/>
                </a:lnTo>
                <a:cubicBezTo>
                  <a:pt x="1450" y="1621"/>
                  <a:pt x="1536" y="1707"/>
                  <a:pt x="1642" y="1771"/>
                </a:cubicBezTo>
                <a:cubicBezTo>
                  <a:pt x="1713" y="1811"/>
                  <a:pt x="1798" y="1832"/>
                  <a:pt x="1881" y="1832"/>
                </a:cubicBezTo>
                <a:cubicBezTo>
                  <a:pt x="1974" y="1832"/>
                  <a:pt x="2065" y="1806"/>
                  <a:pt x="2133" y="1749"/>
                </a:cubicBezTo>
                <a:cubicBezTo>
                  <a:pt x="2282" y="1621"/>
                  <a:pt x="2346" y="1451"/>
                  <a:pt x="2303" y="1259"/>
                </a:cubicBezTo>
                <a:cubicBezTo>
                  <a:pt x="2218" y="1067"/>
                  <a:pt x="2090" y="875"/>
                  <a:pt x="1920" y="726"/>
                </a:cubicBezTo>
                <a:cubicBezTo>
                  <a:pt x="1770" y="598"/>
                  <a:pt x="1600" y="470"/>
                  <a:pt x="1450" y="363"/>
                </a:cubicBezTo>
                <a:cubicBezTo>
                  <a:pt x="1109" y="171"/>
                  <a:pt x="747" y="43"/>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07"/>
          <p:cNvSpPr/>
          <p:nvPr/>
        </p:nvSpPr>
        <p:spPr>
          <a:xfrm rot="-5400000">
            <a:off x="-117790" y="3598725"/>
            <a:ext cx="80403" cy="167815"/>
          </a:xfrm>
          <a:custGeom>
            <a:rect b="b" l="l" r="r" t="t"/>
            <a:pathLst>
              <a:path extrusionOk="0" h="2801" w="1342">
                <a:moveTo>
                  <a:pt x="1008" y="0"/>
                </a:moveTo>
                <a:cubicBezTo>
                  <a:pt x="956" y="0"/>
                  <a:pt x="903" y="16"/>
                  <a:pt x="854" y="50"/>
                </a:cubicBezTo>
                <a:lnTo>
                  <a:pt x="875" y="50"/>
                </a:lnTo>
                <a:cubicBezTo>
                  <a:pt x="811" y="114"/>
                  <a:pt x="747" y="178"/>
                  <a:pt x="683" y="242"/>
                </a:cubicBezTo>
                <a:lnTo>
                  <a:pt x="640" y="306"/>
                </a:lnTo>
                <a:cubicBezTo>
                  <a:pt x="653" y="299"/>
                  <a:pt x="660" y="297"/>
                  <a:pt x="663" y="297"/>
                </a:cubicBezTo>
                <a:lnTo>
                  <a:pt x="663" y="297"/>
                </a:lnTo>
                <a:cubicBezTo>
                  <a:pt x="669" y="297"/>
                  <a:pt x="649" y="312"/>
                  <a:pt x="619" y="327"/>
                </a:cubicBezTo>
                <a:cubicBezTo>
                  <a:pt x="598" y="327"/>
                  <a:pt x="577" y="348"/>
                  <a:pt x="577" y="370"/>
                </a:cubicBezTo>
                <a:cubicBezTo>
                  <a:pt x="534" y="434"/>
                  <a:pt x="513" y="476"/>
                  <a:pt x="470" y="519"/>
                </a:cubicBezTo>
                <a:cubicBezTo>
                  <a:pt x="363" y="711"/>
                  <a:pt x="278" y="903"/>
                  <a:pt x="193" y="1095"/>
                </a:cubicBezTo>
                <a:cubicBezTo>
                  <a:pt x="129" y="1265"/>
                  <a:pt x="86" y="1436"/>
                  <a:pt x="65" y="1628"/>
                </a:cubicBezTo>
                <a:cubicBezTo>
                  <a:pt x="65" y="1649"/>
                  <a:pt x="65" y="1671"/>
                  <a:pt x="65" y="1692"/>
                </a:cubicBezTo>
                <a:cubicBezTo>
                  <a:pt x="65" y="1722"/>
                  <a:pt x="54" y="1807"/>
                  <a:pt x="55" y="1807"/>
                </a:cubicBezTo>
                <a:cubicBezTo>
                  <a:pt x="56" y="1807"/>
                  <a:pt x="59" y="1793"/>
                  <a:pt x="65" y="1756"/>
                </a:cubicBezTo>
                <a:lnTo>
                  <a:pt x="65" y="1756"/>
                </a:lnTo>
                <a:cubicBezTo>
                  <a:pt x="65" y="1841"/>
                  <a:pt x="43" y="1926"/>
                  <a:pt x="22" y="2012"/>
                </a:cubicBezTo>
                <a:lnTo>
                  <a:pt x="22" y="2076"/>
                </a:lnTo>
                <a:lnTo>
                  <a:pt x="22" y="2097"/>
                </a:lnTo>
                <a:cubicBezTo>
                  <a:pt x="22" y="2121"/>
                  <a:pt x="22" y="2161"/>
                  <a:pt x="22" y="2161"/>
                </a:cubicBezTo>
                <a:cubicBezTo>
                  <a:pt x="1" y="2204"/>
                  <a:pt x="1" y="2246"/>
                  <a:pt x="22" y="2289"/>
                </a:cubicBezTo>
                <a:cubicBezTo>
                  <a:pt x="22" y="2545"/>
                  <a:pt x="214" y="2758"/>
                  <a:pt x="470" y="2801"/>
                </a:cubicBezTo>
                <a:cubicBezTo>
                  <a:pt x="726" y="2801"/>
                  <a:pt x="939" y="2566"/>
                  <a:pt x="960" y="2310"/>
                </a:cubicBezTo>
                <a:cubicBezTo>
                  <a:pt x="960" y="2243"/>
                  <a:pt x="960" y="2108"/>
                  <a:pt x="918" y="2034"/>
                </a:cubicBezTo>
                <a:lnTo>
                  <a:pt x="918" y="2034"/>
                </a:lnTo>
                <a:lnTo>
                  <a:pt x="918" y="2033"/>
                </a:lnTo>
                <a:lnTo>
                  <a:pt x="918" y="1777"/>
                </a:lnTo>
                <a:lnTo>
                  <a:pt x="918" y="1649"/>
                </a:lnTo>
                <a:lnTo>
                  <a:pt x="918" y="1585"/>
                </a:lnTo>
                <a:cubicBezTo>
                  <a:pt x="918" y="1500"/>
                  <a:pt x="939" y="1393"/>
                  <a:pt x="960" y="1308"/>
                </a:cubicBezTo>
                <a:cubicBezTo>
                  <a:pt x="1003" y="1137"/>
                  <a:pt x="1046" y="988"/>
                  <a:pt x="1088" y="817"/>
                </a:cubicBezTo>
                <a:cubicBezTo>
                  <a:pt x="1088" y="817"/>
                  <a:pt x="1133" y="743"/>
                  <a:pt x="1123" y="743"/>
                </a:cubicBezTo>
                <a:lnTo>
                  <a:pt x="1123" y="743"/>
                </a:lnTo>
                <a:cubicBezTo>
                  <a:pt x="1121" y="743"/>
                  <a:pt x="1117" y="746"/>
                  <a:pt x="1110" y="754"/>
                </a:cubicBezTo>
                <a:cubicBezTo>
                  <a:pt x="1152" y="711"/>
                  <a:pt x="1174" y="647"/>
                  <a:pt x="1174" y="583"/>
                </a:cubicBezTo>
                <a:cubicBezTo>
                  <a:pt x="1174" y="540"/>
                  <a:pt x="1216" y="455"/>
                  <a:pt x="1259" y="370"/>
                </a:cubicBezTo>
                <a:cubicBezTo>
                  <a:pt x="1341" y="172"/>
                  <a:pt x="1183"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07"/>
          <p:cNvSpPr/>
          <p:nvPr/>
        </p:nvSpPr>
        <p:spPr>
          <a:xfrm rot="-5400000">
            <a:off x="-243968" y="3739703"/>
            <a:ext cx="99874" cy="135043"/>
          </a:xfrm>
          <a:custGeom>
            <a:rect b="b" l="l" r="r" t="t"/>
            <a:pathLst>
              <a:path extrusionOk="0" h="2254" w="1667">
                <a:moveTo>
                  <a:pt x="321" y="0"/>
                </a:moveTo>
                <a:cubicBezTo>
                  <a:pt x="153" y="0"/>
                  <a:pt x="0" y="155"/>
                  <a:pt x="46" y="355"/>
                </a:cubicBezTo>
                <a:cubicBezTo>
                  <a:pt x="153" y="653"/>
                  <a:pt x="259" y="931"/>
                  <a:pt x="409" y="1187"/>
                </a:cubicBezTo>
                <a:cubicBezTo>
                  <a:pt x="520" y="1428"/>
                  <a:pt x="631" y="1637"/>
                  <a:pt x="729" y="1855"/>
                </a:cubicBezTo>
                <a:lnTo>
                  <a:pt x="729" y="1855"/>
                </a:lnTo>
                <a:cubicBezTo>
                  <a:pt x="729" y="1874"/>
                  <a:pt x="729" y="1893"/>
                  <a:pt x="729" y="1912"/>
                </a:cubicBezTo>
                <a:cubicBezTo>
                  <a:pt x="771" y="2082"/>
                  <a:pt x="899" y="2189"/>
                  <a:pt x="1048" y="2232"/>
                </a:cubicBezTo>
                <a:cubicBezTo>
                  <a:pt x="1094" y="2247"/>
                  <a:pt x="1139" y="2254"/>
                  <a:pt x="1183" y="2254"/>
                </a:cubicBezTo>
                <a:cubicBezTo>
                  <a:pt x="1264" y="2254"/>
                  <a:pt x="1342" y="2230"/>
                  <a:pt x="1411" y="2189"/>
                </a:cubicBezTo>
                <a:cubicBezTo>
                  <a:pt x="1518" y="2125"/>
                  <a:pt x="1603" y="2040"/>
                  <a:pt x="1624" y="1912"/>
                </a:cubicBezTo>
                <a:cubicBezTo>
                  <a:pt x="1667" y="1741"/>
                  <a:pt x="1624" y="1570"/>
                  <a:pt x="1518" y="1443"/>
                </a:cubicBezTo>
                <a:cubicBezTo>
                  <a:pt x="1502" y="1435"/>
                  <a:pt x="1492" y="1430"/>
                  <a:pt x="1488" y="1430"/>
                </a:cubicBezTo>
                <a:lnTo>
                  <a:pt x="1488" y="1430"/>
                </a:lnTo>
                <a:cubicBezTo>
                  <a:pt x="1481" y="1430"/>
                  <a:pt x="1491" y="1445"/>
                  <a:pt x="1518" y="1485"/>
                </a:cubicBezTo>
                <a:lnTo>
                  <a:pt x="1475" y="1443"/>
                </a:lnTo>
                <a:lnTo>
                  <a:pt x="1411" y="1357"/>
                </a:lnTo>
                <a:cubicBezTo>
                  <a:pt x="1368" y="1293"/>
                  <a:pt x="1326" y="1229"/>
                  <a:pt x="1283" y="1165"/>
                </a:cubicBezTo>
                <a:lnTo>
                  <a:pt x="1048" y="803"/>
                </a:lnTo>
                <a:cubicBezTo>
                  <a:pt x="899" y="568"/>
                  <a:pt x="707" y="312"/>
                  <a:pt x="515" y="78"/>
                </a:cubicBezTo>
                <a:cubicBezTo>
                  <a:pt x="455" y="24"/>
                  <a:pt x="387" y="0"/>
                  <a:pt x="32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07"/>
          <p:cNvSpPr/>
          <p:nvPr/>
        </p:nvSpPr>
        <p:spPr>
          <a:xfrm rot="-5400000">
            <a:off x="-217486" y="3949044"/>
            <a:ext cx="93344" cy="131388"/>
          </a:xfrm>
          <a:custGeom>
            <a:rect b="b" l="l" r="r" t="t"/>
            <a:pathLst>
              <a:path extrusionOk="0" h="2193" w="1558">
                <a:moveTo>
                  <a:pt x="378" y="1"/>
                </a:moveTo>
                <a:cubicBezTo>
                  <a:pt x="204" y="1"/>
                  <a:pt x="33" y="120"/>
                  <a:pt x="22" y="342"/>
                </a:cubicBezTo>
                <a:lnTo>
                  <a:pt x="0" y="363"/>
                </a:lnTo>
                <a:cubicBezTo>
                  <a:pt x="0" y="662"/>
                  <a:pt x="64" y="961"/>
                  <a:pt x="192" y="1238"/>
                </a:cubicBezTo>
                <a:cubicBezTo>
                  <a:pt x="235" y="1387"/>
                  <a:pt x="320" y="1515"/>
                  <a:pt x="405" y="1664"/>
                </a:cubicBezTo>
                <a:cubicBezTo>
                  <a:pt x="448" y="1728"/>
                  <a:pt x="469" y="1792"/>
                  <a:pt x="512" y="1835"/>
                </a:cubicBezTo>
                <a:cubicBezTo>
                  <a:pt x="533" y="1899"/>
                  <a:pt x="576" y="1942"/>
                  <a:pt x="640" y="2006"/>
                </a:cubicBezTo>
                <a:cubicBezTo>
                  <a:pt x="683" y="2048"/>
                  <a:pt x="747" y="2091"/>
                  <a:pt x="811" y="2133"/>
                </a:cubicBezTo>
                <a:lnTo>
                  <a:pt x="917" y="2176"/>
                </a:lnTo>
                <a:cubicBezTo>
                  <a:pt x="949" y="2187"/>
                  <a:pt x="981" y="2192"/>
                  <a:pt x="1013" y="2192"/>
                </a:cubicBezTo>
                <a:cubicBezTo>
                  <a:pt x="1045" y="2192"/>
                  <a:pt x="1077" y="2187"/>
                  <a:pt x="1109" y="2176"/>
                </a:cubicBezTo>
                <a:cubicBezTo>
                  <a:pt x="1216" y="2176"/>
                  <a:pt x="1323" y="2133"/>
                  <a:pt x="1408" y="2048"/>
                </a:cubicBezTo>
                <a:cubicBezTo>
                  <a:pt x="1450" y="1984"/>
                  <a:pt x="1493" y="1920"/>
                  <a:pt x="1536" y="1835"/>
                </a:cubicBezTo>
                <a:cubicBezTo>
                  <a:pt x="1557" y="1707"/>
                  <a:pt x="1536" y="1558"/>
                  <a:pt x="1472" y="1451"/>
                </a:cubicBezTo>
                <a:cubicBezTo>
                  <a:pt x="1429" y="1387"/>
                  <a:pt x="1386" y="1323"/>
                  <a:pt x="1323" y="1259"/>
                </a:cubicBezTo>
                <a:lnTo>
                  <a:pt x="1237" y="1174"/>
                </a:lnTo>
                <a:cubicBezTo>
                  <a:pt x="1183" y="1120"/>
                  <a:pt x="1130" y="1066"/>
                  <a:pt x="1076" y="1012"/>
                </a:cubicBezTo>
                <a:lnTo>
                  <a:pt x="1076" y="1012"/>
                </a:lnTo>
                <a:cubicBezTo>
                  <a:pt x="991" y="889"/>
                  <a:pt x="916" y="759"/>
                  <a:pt x="852" y="636"/>
                </a:cubicBezTo>
                <a:lnTo>
                  <a:pt x="852" y="636"/>
                </a:lnTo>
                <a:cubicBezTo>
                  <a:pt x="831" y="573"/>
                  <a:pt x="810" y="511"/>
                  <a:pt x="789" y="449"/>
                </a:cubicBezTo>
                <a:lnTo>
                  <a:pt x="789" y="406"/>
                </a:lnTo>
                <a:cubicBezTo>
                  <a:pt x="768" y="363"/>
                  <a:pt x="768" y="342"/>
                  <a:pt x="747" y="299"/>
                </a:cubicBezTo>
                <a:lnTo>
                  <a:pt x="747" y="299"/>
                </a:lnTo>
                <a:lnTo>
                  <a:pt x="768" y="363"/>
                </a:lnTo>
                <a:cubicBezTo>
                  <a:pt x="747" y="321"/>
                  <a:pt x="725" y="278"/>
                  <a:pt x="725" y="257"/>
                </a:cubicBezTo>
                <a:cubicBezTo>
                  <a:pt x="667" y="83"/>
                  <a:pt x="522"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07"/>
          <p:cNvSpPr/>
          <p:nvPr/>
        </p:nvSpPr>
        <p:spPr>
          <a:xfrm rot="-5400000">
            <a:off x="18905" y="4104552"/>
            <a:ext cx="116230" cy="160326"/>
          </a:xfrm>
          <a:custGeom>
            <a:rect b="b" l="l" r="r" t="t"/>
            <a:pathLst>
              <a:path extrusionOk="0" h="2676" w="1940">
                <a:moveTo>
                  <a:pt x="1535" y="1"/>
                </a:moveTo>
                <a:cubicBezTo>
                  <a:pt x="1462" y="1"/>
                  <a:pt x="1387" y="29"/>
                  <a:pt x="1322" y="94"/>
                </a:cubicBezTo>
                <a:lnTo>
                  <a:pt x="1289" y="144"/>
                </a:lnTo>
                <a:lnTo>
                  <a:pt x="1289" y="144"/>
                </a:lnTo>
                <a:cubicBezTo>
                  <a:pt x="1277" y="150"/>
                  <a:pt x="1231" y="185"/>
                  <a:pt x="1216" y="200"/>
                </a:cubicBezTo>
                <a:cubicBezTo>
                  <a:pt x="1216" y="200"/>
                  <a:pt x="1152" y="264"/>
                  <a:pt x="1130" y="307"/>
                </a:cubicBezTo>
                <a:lnTo>
                  <a:pt x="960" y="499"/>
                </a:lnTo>
                <a:cubicBezTo>
                  <a:pt x="832" y="670"/>
                  <a:pt x="725" y="840"/>
                  <a:pt x="618" y="1011"/>
                </a:cubicBezTo>
                <a:cubicBezTo>
                  <a:pt x="512" y="1160"/>
                  <a:pt x="427" y="1309"/>
                  <a:pt x="341" y="1480"/>
                </a:cubicBezTo>
                <a:cubicBezTo>
                  <a:pt x="235" y="1651"/>
                  <a:pt x="149" y="1864"/>
                  <a:pt x="85" y="2056"/>
                </a:cubicBezTo>
                <a:cubicBezTo>
                  <a:pt x="0" y="2312"/>
                  <a:pt x="149" y="2589"/>
                  <a:pt x="427" y="2653"/>
                </a:cubicBezTo>
                <a:cubicBezTo>
                  <a:pt x="464" y="2668"/>
                  <a:pt x="507" y="2675"/>
                  <a:pt x="552" y="2675"/>
                </a:cubicBezTo>
                <a:cubicBezTo>
                  <a:pt x="634" y="2675"/>
                  <a:pt x="720" y="2652"/>
                  <a:pt x="789" y="2610"/>
                </a:cubicBezTo>
                <a:cubicBezTo>
                  <a:pt x="896" y="2546"/>
                  <a:pt x="981" y="2440"/>
                  <a:pt x="1024" y="2312"/>
                </a:cubicBezTo>
                <a:cubicBezTo>
                  <a:pt x="1045" y="2290"/>
                  <a:pt x="1045" y="2248"/>
                  <a:pt x="1066" y="2205"/>
                </a:cubicBezTo>
                <a:cubicBezTo>
                  <a:pt x="1088" y="2162"/>
                  <a:pt x="1088" y="2098"/>
                  <a:pt x="1088" y="2035"/>
                </a:cubicBezTo>
                <a:cubicBezTo>
                  <a:pt x="1088" y="2045"/>
                  <a:pt x="1088" y="2059"/>
                  <a:pt x="1088" y="2077"/>
                </a:cubicBezTo>
                <a:cubicBezTo>
                  <a:pt x="1088" y="2077"/>
                  <a:pt x="1152" y="1843"/>
                  <a:pt x="1152" y="1821"/>
                </a:cubicBezTo>
                <a:cubicBezTo>
                  <a:pt x="1194" y="1736"/>
                  <a:pt x="1216" y="1651"/>
                  <a:pt x="1237" y="1587"/>
                </a:cubicBezTo>
                <a:cubicBezTo>
                  <a:pt x="1237" y="1571"/>
                  <a:pt x="1272" y="1485"/>
                  <a:pt x="1273" y="1485"/>
                </a:cubicBezTo>
                <a:lnTo>
                  <a:pt x="1273" y="1485"/>
                </a:lnTo>
                <a:cubicBezTo>
                  <a:pt x="1273" y="1485"/>
                  <a:pt x="1269" y="1495"/>
                  <a:pt x="1258" y="1523"/>
                </a:cubicBezTo>
                <a:cubicBezTo>
                  <a:pt x="1280" y="1480"/>
                  <a:pt x="1301" y="1437"/>
                  <a:pt x="1322" y="1416"/>
                </a:cubicBezTo>
                <a:cubicBezTo>
                  <a:pt x="1386" y="1245"/>
                  <a:pt x="1472" y="1096"/>
                  <a:pt x="1557" y="947"/>
                </a:cubicBezTo>
                <a:cubicBezTo>
                  <a:pt x="1599" y="862"/>
                  <a:pt x="1642" y="776"/>
                  <a:pt x="1685" y="712"/>
                </a:cubicBezTo>
                <a:cubicBezTo>
                  <a:pt x="1727" y="627"/>
                  <a:pt x="1727" y="627"/>
                  <a:pt x="1749" y="606"/>
                </a:cubicBezTo>
                <a:lnTo>
                  <a:pt x="1770" y="542"/>
                </a:lnTo>
                <a:lnTo>
                  <a:pt x="1813" y="478"/>
                </a:lnTo>
                <a:cubicBezTo>
                  <a:pt x="1940" y="239"/>
                  <a:pt x="1747" y="1"/>
                  <a:pt x="15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07"/>
          <p:cNvSpPr/>
          <p:nvPr/>
        </p:nvSpPr>
        <p:spPr>
          <a:xfrm rot="-5400000">
            <a:off x="-233751" y="4182680"/>
            <a:ext cx="159787" cy="98556"/>
          </a:xfrm>
          <a:custGeom>
            <a:rect b="b" l="l" r="r" t="t"/>
            <a:pathLst>
              <a:path extrusionOk="0" h="1645" w="2667">
                <a:moveTo>
                  <a:pt x="534" y="1"/>
                </a:moveTo>
                <a:cubicBezTo>
                  <a:pt x="367" y="1"/>
                  <a:pt x="214" y="96"/>
                  <a:pt x="128" y="233"/>
                </a:cubicBezTo>
                <a:cubicBezTo>
                  <a:pt x="0" y="425"/>
                  <a:pt x="43" y="681"/>
                  <a:pt x="192" y="830"/>
                </a:cubicBezTo>
                <a:cubicBezTo>
                  <a:pt x="256" y="873"/>
                  <a:pt x="320" y="937"/>
                  <a:pt x="384" y="958"/>
                </a:cubicBezTo>
                <a:cubicBezTo>
                  <a:pt x="448" y="1001"/>
                  <a:pt x="512" y="1022"/>
                  <a:pt x="598" y="1043"/>
                </a:cubicBezTo>
                <a:lnTo>
                  <a:pt x="832" y="1150"/>
                </a:lnTo>
                <a:cubicBezTo>
                  <a:pt x="981" y="1214"/>
                  <a:pt x="1152" y="1278"/>
                  <a:pt x="1301" y="1342"/>
                </a:cubicBezTo>
                <a:lnTo>
                  <a:pt x="1770" y="1491"/>
                </a:lnTo>
                <a:cubicBezTo>
                  <a:pt x="1920" y="1555"/>
                  <a:pt x="2112" y="1576"/>
                  <a:pt x="2282" y="1640"/>
                </a:cubicBezTo>
                <a:cubicBezTo>
                  <a:pt x="2299" y="1643"/>
                  <a:pt x="2315" y="1644"/>
                  <a:pt x="2332" y="1644"/>
                </a:cubicBezTo>
                <a:cubicBezTo>
                  <a:pt x="2446" y="1644"/>
                  <a:pt x="2565" y="1582"/>
                  <a:pt x="2602" y="1470"/>
                </a:cubicBezTo>
                <a:cubicBezTo>
                  <a:pt x="2666" y="1342"/>
                  <a:pt x="2602" y="1193"/>
                  <a:pt x="2496" y="1107"/>
                </a:cubicBezTo>
                <a:cubicBezTo>
                  <a:pt x="2432" y="1065"/>
                  <a:pt x="2368" y="1022"/>
                  <a:pt x="2282" y="958"/>
                </a:cubicBezTo>
                <a:lnTo>
                  <a:pt x="2218" y="915"/>
                </a:lnTo>
                <a:lnTo>
                  <a:pt x="2090" y="809"/>
                </a:lnTo>
                <a:cubicBezTo>
                  <a:pt x="1941" y="723"/>
                  <a:pt x="1792" y="638"/>
                  <a:pt x="1643" y="553"/>
                </a:cubicBezTo>
                <a:cubicBezTo>
                  <a:pt x="1493" y="468"/>
                  <a:pt x="1344" y="382"/>
                  <a:pt x="1195" y="276"/>
                </a:cubicBezTo>
                <a:cubicBezTo>
                  <a:pt x="1045" y="169"/>
                  <a:pt x="853" y="84"/>
                  <a:pt x="662" y="20"/>
                </a:cubicBezTo>
                <a:cubicBezTo>
                  <a:pt x="619" y="7"/>
                  <a:pt x="576" y="1"/>
                  <a:pt x="5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07"/>
          <p:cNvSpPr/>
          <p:nvPr/>
        </p:nvSpPr>
        <p:spPr>
          <a:xfrm rot="-5400000">
            <a:off x="-54039" y="4319135"/>
            <a:ext cx="152537" cy="108861"/>
          </a:xfrm>
          <a:custGeom>
            <a:rect b="b" l="l" r="r" t="t"/>
            <a:pathLst>
              <a:path extrusionOk="0" h="1817" w="2546">
                <a:moveTo>
                  <a:pt x="1877" y="633"/>
                </a:moveTo>
                <a:cubicBezTo>
                  <a:pt x="1875" y="633"/>
                  <a:pt x="1863" y="636"/>
                  <a:pt x="1834" y="643"/>
                </a:cubicBezTo>
                <a:cubicBezTo>
                  <a:pt x="1848" y="643"/>
                  <a:pt x="1882" y="633"/>
                  <a:pt x="1877" y="633"/>
                </a:cubicBezTo>
                <a:close/>
                <a:moveTo>
                  <a:pt x="2171" y="1"/>
                </a:moveTo>
                <a:cubicBezTo>
                  <a:pt x="2159" y="1"/>
                  <a:pt x="2146" y="1"/>
                  <a:pt x="2133" y="3"/>
                </a:cubicBezTo>
                <a:lnTo>
                  <a:pt x="2154" y="24"/>
                </a:lnTo>
                <a:cubicBezTo>
                  <a:pt x="2120" y="23"/>
                  <a:pt x="2085" y="22"/>
                  <a:pt x="2051" y="22"/>
                </a:cubicBezTo>
                <a:cubicBezTo>
                  <a:pt x="1680" y="22"/>
                  <a:pt x="1315" y="124"/>
                  <a:pt x="1003" y="280"/>
                </a:cubicBezTo>
                <a:cubicBezTo>
                  <a:pt x="917" y="323"/>
                  <a:pt x="853" y="366"/>
                  <a:pt x="768" y="408"/>
                </a:cubicBezTo>
                <a:cubicBezTo>
                  <a:pt x="725" y="451"/>
                  <a:pt x="704" y="472"/>
                  <a:pt x="661" y="494"/>
                </a:cubicBezTo>
                <a:cubicBezTo>
                  <a:pt x="597" y="536"/>
                  <a:pt x="555" y="579"/>
                  <a:pt x="491" y="621"/>
                </a:cubicBezTo>
                <a:cubicBezTo>
                  <a:pt x="528" y="597"/>
                  <a:pt x="544" y="586"/>
                  <a:pt x="546" y="586"/>
                </a:cubicBezTo>
                <a:lnTo>
                  <a:pt x="546" y="586"/>
                </a:lnTo>
                <a:cubicBezTo>
                  <a:pt x="547" y="586"/>
                  <a:pt x="542" y="591"/>
                  <a:pt x="533" y="600"/>
                </a:cubicBezTo>
                <a:lnTo>
                  <a:pt x="512" y="621"/>
                </a:lnTo>
                <a:cubicBezTo>
                  <a:pt x="469" y="643"/>
                  <a:pt x="427" y="685"/>
                  <a:pt x="384" y="707"/>
                </a:cubicBezTo>
                <a:cubicBezTo>
                  <a:pt x="341" y="749"/>
                  <a:pt x="320" y="771"/>
                  <a:pt x="299" y="813"/>
                </a:cubicBezTo>
                <a:cubicBezTo>
                  <a:pt x="235" y="856"/>
                  <a:pt x="192" y="920"/>
                  <a:pt x="149" y="984"/>
                </a:cubicBezTo>
                <a:cubicBezTo>
                  <a:pt x="124" y="1035"/>
                  <a:pt x="108" y="1070"/>
                  <a:pt x="101" y="1087"/>
                </a:cubicBezTo>
                <a:lnTo>
                  <a:pt x="101" y="1087"/>
                </a:lnTo>
                <a:cubicBezTo>
                  <a:pt x="104" y="1076"/>
                  <a:pt x="107" y="1063"/>
                  <a:pt x="107" y="1048"/>
                </a:cubicBezTo>
                <a:lnTo>
                  <a:pt x="107" y="1048"/>
                </a:lnTo>
                <a:cubicBezTo>
                  <a:pt x="98" y="1082"/>
                  <a:pt x="93" y="1099"/>
                  <a:pt x="94" y="1099"/>
                </a:cubicBezTo>
                <a:cubicBezTo>
                  <a:pt x="95" y="1099"/>
                  <a:pt x="97" y="1095"/>
                  <a:pt x="101" y="1087"/>
                </a:cubicBezTo>
                <a:lnTo>
                  <a:pt x="101" y="1087"/>
                </a:lnTo>
                <a:cubicBezTo>
                  <a:pt x="94" y="1106"/>
                  <a:pt x="85" y="1120"/>
                  <a:pt x="85" y="1133"/>
                </a:cubicBezTo>
                <a:cubicBezTo>
                  <a:pt x="22" y="1240"/>
                  <a:pt x="0" y="1368"/>
                  <a:pt x="43" y="1475"/>
                </a:cubicBezTo>
                <a:cubicBezTo>
                  <a:pt x="64" y="1602"/>
                  <a:pt x="149" y="1688"/>
                  <a:pt x="256" y="1752"/>
                </a:cubicBezTo>
                <a:cubicBezTo>
                  <a:pt x="325" y="1793"/>
                  <a:pt x="403" y="1817"/>
                  <a:pt x="478" y="1817"/>
                </a:cubicBezTo>
                <a:cubicBezTo>
                  <a:pt x="519" y="1817"/>
                  <a:pt x="560" y="1810"/>
                  <a:pt x="597" y="1794"/>
                </a:cubicBezTo>
                <a:cubicBezTo>
                  <a:pt x="725" y="1752"/>
                  <a:pt x="811" y="1688"/>
                  <a:pt x="875" y="1581"/>
                </a:cubicBezTo>
                <a:lnTo>
                  <a:pt x="875" y="1581"/>
                </a:lnTo>
                <a:cubicBezTo>
                  <a:pt x="888" y="1568"/>
                  <a:pt x="880" y="1576"/>
                  <a:pt x="896" y="1560"/>
                </a:cubicBezTo>
                <a:cubicBezTo>
                  <a:pt x="939" y="1517"/>
                  <a:pt x="981" y="1453"/>
                  <a:pt x="1024" y="1389"/>
                </a:cubicBezTo>
                <a:cubicBezTo>
                  <a:pt x="1045" y="1347"/>
                  <a:pt x="1066" y="1304"/>
                  <a:pt x="1088" y="1283"/>
                </a:cubicBezTo>
                <a:cubicBezTo>
                  <a:pt x="1102" y="1253"/>
                  <a:pt x="1137" y="1194"/>
                  <a:pt x="1130" y="1194"/>
                </a:cubicBezTo>
                <a:lnTo>
                  <a:pt x="1130" y="1194"/>
                </a:lnTo>
                <a:cubicBezTo>
                  <a:pt x="1127" y="1194"/>
                  <a:pt x="1115" y="1206"/>
                  <a:pt x="1088" y="1240"/>
                </a:cubicBezTo>
                <a:cubicBezTo>
                  <a:pt x="1130" y="1176"/>
                  <a:pt x="1194" y="1112"/>
                  <a:pt x="1237" y="1069"/>
                </a:cubicBezTo>
                <a:cubicBezTo>
                  <a:pt x="1301" y="1005"/>
                  <a:pt x="1301" y="1005"/>
                  <a:pt x="1322" y="984"/>
                </a:cubicBezTo>
                <a:lnTo>
                  <a:pt x="1386" y="941"/>
                </a:lnTo>
                <a:cubicBezTo>
                  <a:pt x="1514" y="835"/>
                  <a:pt x="1642" y="749"/>
                  <a:pt x="1792" y="664"/>
                </a:cubicBezTo>
                <a:lnTo>
                  <a:pt x="1834" y="643"/>
                </a:lnTo>
                <a:lnTo>
                  <a:pt x="1962" y="600"/>
                </a:lnTo>
                <a:cubicBezTo>
                  <a:pt x="2047" y="579"/>
                  <a:pt x="2111" y="558"/>
                  <a:pt x="2197" y="536"/>
                </a:cubicBezTo>
                <a:cubicBezTo>
                  <a:pt x="2545" y="495"/>
                  <a:pt x="2480" y="1"/>
                  <a:pt x="21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07"/>
          <p:cNvSpPr/>
          <p:nvPr/>
        </p:nvSpPr>
        <p:spPr>
          <a:xfrm rot="-5400000">
            <a:off x="-161497" y="4417603"/>
            <a:ext cx="74831" cy="132826"/>
          </a:xfrm>
          <a:custGeom>
            <a:rect b="b" l="l" r="r" t="t"/>
            <a:pathLst>
              <a:path extrusionOk="0" h="2217" w="1249">
                <a:moveTo>
                  <a:pt x="1089" y="1813"/>
                </a:moveTo>
                <a:lnTo>
                  <a:pt x="1089" y="1821"/>
                </a:lnTo>
                <a:lnTo>
                  <a:pt x="1089" y="1821"/>
                </a:lnTo>
                <a:cubicBezTo>
                  <a:pt x="1089" y="1818"/>
                  <a:pt x="1089" y="1816"/>
                  <a:pt x="1089" y="1813"/>
                </a:cubicBezTo>
                <a:close/>
                <a:moveTo>
                  <a:pt x="470" y="1"/>
                </a:moveTo>
                <a:cubicBezTo>
                  <a:pt x="278" y="1"/>
                  <a:pt x="108" y="129"/>
                  <a:pt x="44" y="320"/>
                </a:cubicBezTo>
                <a:cubicBezTo>
                  <a:pt x="1" y="448"/>
                  <a:pt x="1" y="576"/>
                  <a:pt x="22" y="726"/>
                </a:cubicBezTo>
                <a:cubicBezTo>
                  <a:pt x="22" y="790"/>
                  <a:pt x="44" y="854"/>
                  <a:pt x="65" y="918"/>
                </a:cubicBezTo>
                <a:cubicBezTo>
                  <a:pt x="108" y="1088"/>
                  <a:pt x="172" y="1259"/>
                  <a:pt x="236" y="1408"/>
                </a:cubicBezTo>
                <a:cubicBezTo>
                  <a:pt x="299" y="1536"/>
                  <a:pt x="363" y="1664"/>
                  <a:pt x="449" y="1771"/>
                </a:cubicBezTo>
                <a:cubicBezTo>
                  <a:pt x="491" y="1856"/>
                  <a:pt x="555" y="1920"/>
                  <a:pt x="598" y="1984"/>
                </a:cubicBezTo>
                <a:cubicBezTo>
                  <a:pt x="650" y="2053"/>
                  <a:pt x="715" y="2108"/>
                  <a:pt x="794" y="2137"/>
                </a:cubicBezTo>
                <a:lnTo>
                  <a:pt x="794" y="2137"/>
                </a:lnTo>
                <a:lnTo>
                  <a:pt x="811" y="2155"/>
                </a:lnTo>
                <a:cubicBezTo>
                  <a:pt x="854" y="2198"/>
                  <a:pt x="906" y="2216"/>
                  <a:pt x="956" y="2216"/>
                </a:cubicBezTo>
                <a:cubicBezTo>
                  <a:pt x="1105" y="2216"/>
                  <a:pt x="1248" y="2053"/>
                  <a:pt x="1153" y="1877"/>
                </a:cubicBezTo>
                <a:lnTo>
                  <a:pt x="1124" y="1877"/>
                </a:lnTo>
                <a:cubicBezTo>
                  <a:pt x="1122" y="1856"/>
                  <a:pt x="1117" y="1835"/>
                  <a:pt x="1110" y="1813"/>
                </a:cubicBezTo>
                <a:lnTo>
                  <a:pt x="1110" y="1792"/>
                </a:lnTo>
                <a:cubicBezTo>
                  <a:pt x="1110" y="1792"/>
                  <a:pt x="1089" y="1771"/>
                  <a:pt x="1089" y="1749"/>
                </a:cubicBezTo>
                <a:cubicBezTo>
                  <a:pt x="1067" y="1707"/>
                  <a:pt x="1046" y="1664"/>
                  <a:pt x="1046" y="1600"/>
                </a:cubicBezTo>
                <a:cubicBezTo>
                  <a:pt x="1003" y="1493"/>
                  <a:pt x="961" y="1387"/>
                  <a:pt x="939" y="1280"/>
                </a:cubicBezTo>
                <a:cubicBezTo>
                  <a:pt x="939" y="1238"/>
                  <a:pt x="918" y="1174"/>
                  <a:pt x="918" y="1131"/>
                </a:cubicBezTo>
                <a:lnTo>
                  <a:pt x="918" y="1110"/>
                </a:lnTo>
                <a:lnTo>
                  <a:pt x="918" y="1024"/>
                </a:lnTo>
                <a:cubicBezTo>
                  <a:pt x="900" y="937"/>
                  <a:pt x="897" y="849"/>
                  <a:pt x="909" y="750"/>
                </a:cubicBezTo>
                <a:lnTo>
                  <a:pt x="909" y="750"/>
                </a:lnTo>
                <a:cubicBezTo>
                  <a:pt x="910" y="741"/>
                  <a:pt x="911" y="731"/>
                  <a:pt x="912" y="722"/>
                </a:cubicBezTo>
                <a:lnTo>
                  <a:pt x="912" y="722"/>
                </a:lnTo>
                <a:cubicBezTo>
                  <a:pt x="914" y="709"/>
                  <a:pt x="916" y="696"/>
                  <a:pt x="918" y="683"/>
                </a:cubicBezTo>
                <a:lnTo>
                  <a:pt x="918" y="683"/>
                </a:lnTo>
                <a:lnTo>
                  <a:pt x="913" y="713"/>
                </a:lnTo>
                <a:lnTo>
                  <a:pt x="913" y="713"/>
                </a:lnTo>
                <a:cubicBezTo>
                  <a:pt x="918" y="661"/>
                  <a:pt x="918" y="608"/>
                  <a:pt x="918" y="555"/>
                </a:cubicBezTo>
                <a:cubicBezTo>
                  <a:pt x="918" y="470"/>
                  <a:pt x="897" y="384"/>
                  <a:pt x="897" y="320"/>
                </a:cubicBezTo>
                <a:cubicBezTo>
                  <a:pt x="875" y="214"/>
                  <a:pt x="811" y="150"/>
                  <a:pt x="726" y="86"/>
                </a:cubicBezTo>
                <a:cubicBezTo>
                  <a:pt x="662" y="22"/>
                  <a:pt x="555" y="1"/>
                  <a:pt x="47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07"/>
          <p:cNvSpPr/>
          <p:nvPr/>
        </p:nvSpPr>
        <p:spPr>
          <a:xfrm rot="-5400000">
            <a:off x="232260" y="4290466"/>
            <a:ext cx="86574" cy="175963"/>
          </a:xfrm>
          <a:custGeom>
            <a:rect b="b" l="l" r="r" t="t"/>
            <a:pathLst>
              <a:path extrusionOk="0" h="2937" w="1445">
                <a:moveTo>
                  <a:pt x="528" y="0"/>
                </a:moveTo>
                <a:cubicBezTo>
                  <a:pt x="356" y="0"/>
                  <a:pt x="210" y="103"/>
                  <a:pt x="171" y="259"/>
                </a:cubicBezTo>
                <a:cubicBezTo>
                  <a:pt x="22" y="643"/>
                  <a:pt x="0" y="1069"/>
                  <a:pt x="43" y="1475"/>
                </a:cubicBezTo>
                <a:cubicBezTo>
                  <a:pt x="86" y="1880"/>
                  <a:pt x="192" y="2285"/>
                  <a:pt x="342" y="2690"/>
                </a:cubicBezTo>
                <a:cubicBezTo>
                  <a:pt x="391" y="2865"/>
                  <a:pt x="536" y="2937"/>
                  <a:pt x="699" y="2937"/>
                </a:cubicBezTo>
                <a:cubicBezTo>
                  <a:pt x="1034" y="2937"/>
                  <a:pt x="1445" y="2636"/>
                  <a:pt x="1259" y="2306"/>
                </a:cubicBezTo>
                <a:cubicBezTo>
                  <a:pt x="1195" y="2221"/>
                  <a:pt x="1152" y="2136"/>
                  <a:pt x="1109" y="2072"/>
                </a:cubicBezTo>
                <a:cubicBezTo>
                  <a:pt x="1089" y="2032"/>
                  <a:pt x="1083" y="2015"/>
                  <a:pt x="1085" y="2015"/>
                </a:cubicBezTo>
                <a:lnTo>
                  <a:pt x="1085" y="2015"/>
                </a:lnTo>
                <a:cubicBezTo>
                  <a:pt x="1086" y="2015"/>
                  <a:pt x="1098" y="2038"/>
                  <a:pt x="1109" y="2072"/>
                </a:cubicBezTo>
                <a:lnTo>
                  <a:pt x="1088" y="1986"/>
                </a:lnTo>
                <a:cubicBezTo>
                  <a:pt x="1067" y="1944"/>
                  <a:pt x="1067" y="1922"/>
                  <a:pt x="1045" y="1880"/>
                </a:cubicBezTo>
                <a:cubicBezTo>
                  <a:pt x="1003" y="1709"/>
                  <a:pt x="939" y="1517"/>
                  <a:pt x="917" y="1347"/>
                </a:cubicBezTo>
                <a:cubicBezTo>
                  <a:pt x="917" y="1304"/>
                  <a:pt x="896" y="1261"/>
                  <a:pt x="896" y="1240"/>
                </a:cubicBezTo>
                <a:cubicBezTo>
                  <a:pt x="896" y="1197"/>
                  <a:pt x="896" y="1176"/>
                  <a:pt x="896" y="1155"/>
                </a:cubicBezTo>
                <a:cubicBezTo>
                  <a:pt x="896" y="1069"/>
                  <a:pt x="896" y="963"/>
                  <a:pt x="875" y="877"/>
                </a:cubicBezTo>
                <a:lnTo>
                  <a:pt x="875" y="344"/>
                </a:lnTo>
                <a:cubicBezTo>
                  <a:pt x="875" y="174"/>
                  <a:pt x="747" y="24"/>
                  <a:pt x="576" y="3"/>
                </a:cubicBezTo>
                <a:cubicBezTo>
                  <a:pt x="560" y="1"/>
                  <a:pt x="544" y="0"/>
                  <a:pt x="5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07"/>
          <p:cNvSpPr/>
          <p:nvPr/>
        </p:nvSpPr>
        <p:spPr>
          <a:xfrm rot="-5400000">
            <a:off x="246849" y="4011115"/>
            <a:ext cx="79983" cy="158648"/>
          </a:xfrm>
          <a:custGeom>
            <a:rect b="b" l="l" r="r" t="t"/>
            <a:pathLst>
              <a:path extrusionOk="0" h="2648" w="1335">
                <a:moveTo>
                  <a:pt x="972" y="1"/>
                </a:moveTo>
                <a:cubicBezTo>
                  <a:pt x="824" y="1"/>
                  <a:pt x="702" y="83"/>
                  <a:pt x="664" y="236"/>
                </a:cubicBezTo>
                <a:lnTo>
                  <a:pt x="664" y="236"/>
                </a:lnTo>
                <a:cubicBezTo>
                  <a:pt x="648" y="252"/>
                  <a:pt x="633" y="270"/>
                  <a:pt x="619" y="289"/>
                </a:cubicBezTo>
                <a:cubicBezTo>
                  <a:pt x="598" y="353"/>
                  <a:pt x="576" y="395"/>
                  <a:pt x="555" y="459"/>
                </a:cubicBezTo>
                <a:cubicBezTo>
                  <a:pt x="513" y="523"/>
                  <a:pt x="491" y="608"/>
                  <a:pt x="449" y="694"/>
                </a:cubicBezTo>
                <a:cubicBezTo>
                  <a:pt x="406" y="864"/>
                  <a:pt x="363" y="1014"/>
                  <a:pt x="299" y="1163"/>
                </a:cubicBezTo>
                <a:cubicBezTo>
                  <a:pt x="257" y="1334"/>
                  <a:pt x="193" y="1483"/>
                  <a:pt x="150" y="1653"/>
                </a:cubicBezTo>
                <a:cubicBezTo>
                  <a:pt x="65" y="1824"/>
                  <a:pt x="22" y="2037"/>
                  <a:pt x="1" y="2229"/>
                </a:cubicBezTo>
                <a:cubicBezTo>
                  <a:pt x="1" y="2421"/>
                  <a:pt x="129" y="2570"/>
                  <a:pt x="299" y="2634"/>
                </a:cubicBezTo>
                <a:cubicBezTo>
                  <a:pt x="338" y="2643"/>
                  <a:pt x="376" y="2647"/>
                  <a:pt x="414" y="2647"/>
                </a:cubicBezTo>
                <a:cubicBezTo>
                  <a:pt x="565" y="2647"/>
                  <a:pt x="704" y="2579"/>
                  <a:pt x="790" y="2443"/>
                </a:cubicBezTo>
                <a:cubicBezTo>
                  <a:pt x="875" y="2251"/>
                  <a:pt x="939" y="2080"/>
                  <a:pt x="982" y="1888"/>
                </a:cubicBezTo>
                <a:lnTo>
                  <a:pt x="1110" y="1398"/>
                </a:lnTo>
                <a:cubicBezTo>
                  <a:pt x="1152" y="1227"/>
                  <a:pt x="1195" y="1078"/>
                  <a:pt x="1238" y="907"/>
                </a:cubicBezTo>
                <a:cubicBezTo>
                  <a:pt x="1259" y="822"/>
                  <a:pt x="1259" y="736"/>
                  <a:pt x="1280" y="651"/>
                </a:cubicBezTo>
                <a:cubicBezTo>
                  <a:pt x="1302" y="587"/>
                  <a:pt x="1302" y="523"/>
                  <a:pt x="1323" y="459"/>
                </a:cubicBezTo>
                <a:cubicBezTo>
                  <a:pt x="1318" y="436"/>
                  <a:pt x="1313" y="415"/>
                  <a:pt x="1306" y="394"/>
                </a:cubicBezTo>
                <a:lnTo>
                  <a:pt x="1306" y="394"/>
                </a:lnTo>
                <a:cubicBezTo>
                  <a:pt x="1335" y="229"/>
                  <a:pt x="1230" y="52"/>
                  <a:pt x="1067" y="11"/>
                </a:cubicBezTo>
                <a:cubicBezTo>
                  <a:pt x="1035" y="4"/>
                  <a:pt x="1003" y="1"/>
                  <a:pt x="97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07"/>
          <p:cNvSpPr/>
          <p:nvPr/>
        </p:nvSpPr>
        <p:spPr>
          <a:xfrm rot="-5400000">
            <a:off x="389864" y="3607532"/>
            <a:ext cx="56258" cy="153855"/>
          </a:xfrm>
          <a:custGeom>
            <a:rect b="b" l="l" r="r" t="t"/>
            <a:pathLst>
              <a:path extrusionOk="0" h="2568" w="939">
                <a:moveTo>
                  <a:pt x="683" y="0"/>
                </a:moveTo>
                <a:cubicBezTo>
                  <a:pt x="533" y="0"/>
                  <a:pt x="384" y="86"/>
                  <a:pt x="342" y="235"/>
                </a:cubicBezTo>
                <a:cubicBezTo>
                  <a:pt x="235" y="533"/>
                  <a:pt x="150" y="853"/>
                  <a:pt x="107" y="1173"/>
                </a:cubicBezTo>
                <a:cubicBezTo>
                  <a:pt x="64" y="1344"/>
                  <a:pt x="43" y="1536"/>
                  <a:pt x="43" y="1706"/>
                </a:cubicBezTo>
                <a:cubicBezTo>
                  <a:pt x="43" y="1792"/>
                  <a:pt x="22" y="1877"/>
                  <a:pt x="22" y="1941"/>
                </a:cubicBezTo>
                <a:cubicBezTo>
                  <a:pt x="0" y="2048"/>
                  <a:pt x="22" y="2176"/>
                  <a:pt x="64" y="2282"/>
                </a:cubicBezTo>
                <a:cubicBezTo>
                  <a:pt x="101" y="2449"/>
                  <a:pt x="251" y="2568"/>
                  <a:pt x="430" y="2568"/>
                </a:cubicBezTo>
                <a:cubicBezTo>
                  <a:pt x="457" y="2568"/>
                  <a:pt x="484" y="2565"/>
                  <a:pt x="512" y="2559"/>
                </a:cubicBezTo>
                <a:cubicBezTo>
                  <a:pt x="704" y="2538"/>
                  <a:pt x="853" y="2367"/>
                  <a:pt x="853" y="2154"/>
                </a:cubicBezTo>
                <a:cubicBezTo>
                  <a:pt x="853" y="2133"/>
                  <a:pt x="853" y="2090"/>
                  <a:pt x="875" y="2069"/>
                </a:cubicBezTo>
                <a:cubicBezTo>
                  <a:pt x="875" y="1984"/>
                  <a:pt x="875" y="1898"/>
                  <a:pt x="853" y="1834"/>
                </a:cubicBezTo>
                <a:cubicBezTo>
                  <a:pt x="853" y="1834"/>
                  <a:pt x="853" y="1833"/>
                  <a:pt x="853" y="1832"/>
                </a:cubicBezTo>
                <a:lnTo>
                  <a:pt x="853" y="1832"/>
                </a:lnTo>
                <a:cubicBezTo>
                  <a:pt x="853" y="1827"/>
                  <a:pt x="853" y="1821"/>
                  <a:pt x="853" y="1813"/>
                </a:cubicBezTo>
                <a:lnTo>
                  <a:pt x="853" y="1685"/>
                </a:lnTo>
                <a:lnTo>
                  <a:pt x="853" y="1216"/>
                </a:lnTo>
                <a:cubicBezTo>
                  <a:pt x="853" y="1067"/>
                  <a:pt x="875" y="917"/>
                  <a:pt x="896" y="768"/>
                </a:cubicBezTo>
                <a:lnTo>
                  <a:pt x="917" y="640"/>
                </a:lnTo>
                <a:lnTo>
                  <a:pt x="917" y="597"/>
                </a:lnTo>
                <a:cubicBezTo>
                  <a:pt x="917" y="491"/>
                  <a:pt x="939" y="405"/>
                  <a:pt x="939" y="299"/>
                </a:cubicBezTo>
                <a:cubicBezTo>
                  <a:pt x="939" y="150"/>
                  <a:pt x="832" y="22"/>
                  <a:pt x="68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07"/>
          <p:cNvSpPr/>
          <p:nvPr/>
        </p:nvSpPr>
        <p:spPr>
          <a:xfrm rot="-5400000">
            <a:off x="286185" y="3438964"/>
            <a:ext cx="171050" cy="76748"/>
          </a:xfrm>
          <a:custGeom>
            <a:rect b="b" l="l" r="r" t="t"/>
            <a:pathLst>
              <a:path extrusionOk="0" h="1281" w="2855">
                <a:moveTo>
                  <a:pt x="430" y="1"/>
                </a:moveTo>
                <a:cubicBezTo>
                  <a:pt x="161" y="1"/>
                  <a:pt x="0" y="415"/>
                  <a:pt x="316" y="556"/>
                </a:cubicBezTo>
                <a:cubicBezTo>
                  <a:pt x="615" y="748"/>
                  <a:pt x="935" y="918"/>
                  <a:pt x="1276" y="1046"/>
                </a:cubicBezTo>
                <a:cubicBezTo>
                  <a:pt x="1425" y="1089"/>
                  <a:pt x="1596" y="1153"/>
                  <a:pt x="1745" y="1196"/>
                </a:cubicBezTo>
                <a:cubicBezTo>
                  <a:pt x="1937" y="1260"/>
                  <a:pt x="2129" y="1281"/>
                  <a:pt x="2342" y="1281"/>
                </a:cubicBezTo>
                <a:cubicBezTo>
                  <a:pt x="2769" y="1260"/>
                  <a:pt x="2854" y="641"/>
                  <a:pt x="2428" y="513"/>
                </a:cubicBezTo>
                <a:cubicBezTo>
                  <a:pt x="2364" y="492"/>
                  <a:pt x="2278" y="470"/>
                  <a:pt x="2193" y="470"/>
                </a:cubicBezTo>
                <a:lnTo>
                  <a:pt x="2001" y="449"/>
                </a:lnTo>
                <a:cubicBezTo>
                  <a:pt x="1987" y="449"/>
                  <a:pt x="1925" y="440"/>
                  <a:pt x="1911" y="440"/>
                </a:cubicBezTo>
                <a:cubicBezTo>
                  <a:pt x="1904" y="440"/>
                  <a:pt x="1909" y="442"/>
                  <a:pt x="1937" y="449"/>
                </a:cubicBezTo>
                <a:cubicBezTo>
                  <a:pt x="1788" y="428"/>
                  <a:pt x="1639" y="385"/>
                  <a:pt x="1489" y="364"/>
                </a:cubicBezTo>
                <a:cubicBezTo>
                  <a:pt x="1319" y="321"/>
                  <a:pt x="1169" y="279"/>
                  <a:pt x="1041" y="215"/>
                </a:cubicBezTo>
                <a:cubicBezTo>
                  <a:pt x="892" y="172"/>
                  <a:pt x="743" y="129"/>
                  <a:pt x="615" y="65"/>
                </a:cubicBezTo>
                <a:cubicBezTo>
                  <a:pt x="551" y="20"/>
                  <a:pt x="488" y="1"/>
                  <a:pt x="43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07"/>
          <p:cNvSpPr/>
          <p:nvPr/>
        </p:nvSpPr>
        <p:spPr>
          <a:xfrm rot="-5400000">
            <a:off x="131395" y="3361285"/>
            <a:ext cx="108502" cy="143550"/>
          </a:xfrm>
          <a:custGeom>
            <a:rect b="b" l="l" r="r" t="t"/>
            <a:pathLst>
              <a:path extrusionOk="0" h="2396" w="1811">
                <a:moveTo>
                  <a:pt x="975" y="2214"/>
                </a:moveTo>
                <a:cubicBezTo>
                  <a:pt x="972" y="2221"/>
                  <a:pt x="970" y="2228"/>
                  <a:pt x="967" y="2235"/>
                </a:cubicBezTo>
                <a:lnTo>
                  <a:pt x="967" y="2235"/>
                </a:lnTo>
                <a:cubicBezTo>
                  <a:pt x="971" y="2228"/>
                  <a:pt x="975" y="2220"/>
                  <a:pt x="975" y="2214"/>
                </a:cubicBezTo>
                <a:close/>
                <a:moveTo>
                  <a:pt x="1540" y="0"/>
                </a:moveTo>
                <a:cubicBezTo>
                  <a:pt x="1454" y="0"/>
                  <a:pt x="1371" y="45"/>
                  <a:pt x="1337" y="145"/>
                </a:cubicBezTo>
                <a:lnTo>
                  <a:pt x="1337" y="167"/>
                </a:lnTo>
                <a:cubicBezTo>
                  <a:pt x="1231" y="487"/>
                  <a:pt x="1081" y="785"/>
                  <a:pt x="911" y="1041"/>
                </a:cubicBezTo>
                <a:cubicBezTo>
                  <a:pt x="868" y="1126"/>
                  <a:pt x="804" y="1190"/>
                  <a:pt x="761" y="1254"/>
                </a:cubicBezTo>
                <a:lnTo>
                  <a:pt x="697" y="1361"/>
                </a:lnTo>
                <a:cubicBezTo>
                  <a:pt x="697" y="1361"/>
                  <a:pt x="638" y="1435"/>
                  <a:pt x="643" y="1435"/>
                </a:cubicBezTo>
                <a:cubicBezTo>
                  <a:pt x="644" y="1435"/>
                  <a:pt x="648" y="1432"/>
                  <a:pt x="655" y="1425"/>
                </a:cubicBezTo>
                <a:lnTo>
                  <a:pt x="655" y="1425"/>
                </a:lnTo>
                <a:cubicBezTo>
                  <a:pt x="591" y="1489"/>
                  <a:pt x="548" y="1553"/>
                  <a:pt x="484" y="1617"/>
                </a:cubicBezTo>
                <a:cubicBezTo>
                  <a:pt x="420" y="1681"/>
                  <a:pt x="420" y="1681"/>
                  <a:pt x="399" y="1702"/>
                </a:cubicBezTo>
                <a:cubicBezTo>
                  <a:pt x="399" y="1702"/>
                  <a:pt x="399" y="1702"/>
                  <a:pt x="399" y="1702"/>
                </a:cubicBezTo>
                <a:lnTo>
                  <a:pt x="399" y="1702"/>
                </a:lnTo>
                <a:cubicBezTo>
                  <a:pt x="388" y="1708"/>
                  <a:pt x="382" y="1713"/>
                  <a:pt x="378" y="1717"/>
                </a:cubicBezTo>
                <a:lnTo>
                  <a:pt x="378" y="1717"/>
                </a:lnTo>
                <a:cubicBezTo>
                  <a:pt x="385" y="1714"/>
                  <a:pt x="392" y="1709"/>
                  <a:pt x="399" y="1702"/>
                </a:cubicBezTo>
                <a:lnTo>
                  <a:pt x="399" y="1702"/>
                </a:lnTo>
                <a:cubicBezTo>
                  <a:pt x="390" y="1720"/>
                  <a:pt x="381" y="1727"/>
                  <a:pt x="377" y="1727"/>
                </a:cubicBezTo>
                <a:cubicBezTo>
                  <a:pt x="373" y="1727"/>
                  <a:pt x="373" y="1723"/>
                  <a:pt x="378" y="1717"/>
                </a:cubicBezTo>
                <a:lnTo>
                  <a:pt x="378" y="1717"/>
                </a:lnTo>
                <a:cubicBezTo>
                  <a:pt x="364" y="1724"/>
                  <a:pt x="349" y="1724"/>
                  <a:pt x="335" y="1724"/>
                </a:cubicBezTo>
                <a:cubicBezTo>
                  <a:pt x="0" y="1947"/>
                  <a:pt x="427" y="2395"/>
                  <a:pt x="736" y="2395"/>
                </a:cubicBezTo>
                <a:cubicBezTo>
                  <a:pt x="835" y="2395"/>
                  <a:pt x="921" y="2349"/>
                  <a:pt x="967" y="2235"/>
                </a:cubicBezTo>
                <a:lnTo>
                  <a:pt x="967" y="2235"/>
                </a:lnTo>
                <a:cubicBezTo>
                  <a:pt x="963" y="2242"/>
                  <a:pt x="958" y="2248"/>
                  <a:pt x="956" y="2248"/>
                </a:cubicBezTo>
                <a:cubicBezTo>
                  <a:pt x="954" y="2248"/>
                  <a:pt x="958" y="2239"/>
                  <a:pt x="975" y="2214"/>
                </a:cubicBezTo>
                <a:lnTo>
                  <a:pt x="975" y="2214"/>
                </a:lnTo>
                <a:cubicBezTo>
                  <a:pt x="975" y="2214"/>
                  <a:pt x="975" y="2214"/>
                  <a:pt x="975" y="2214"/>
                </a:cubicBezTo>
                <a:lnTo>
                  <a:pt x="996" y="2150"/>
                </a:lnTo>
                <a:cubicBezTo>
                  <a:pt x="1017" y="2107"/>
                  <a:pt x="1039" y="2086"/>
                  <a:pt x="1081" y="2044"/>
                </a:cubicBezTo>
                <a:cubicBezTo>
                  <a:pt x="1103" y="2001"/>
                  <a:pt x="1167" y="1894"/>
                  <a:pt x="1188" y="1809"/>
                </a:cubicBezTo>
                <a:cubicBezTo>
                  <a:pt x="1295" y="1638"/>
                  <a:pt x="1380" y="1468"/>
                  <a:pt x="1465" y="1276"/>
                </a:cubicBezTo>
                <a:cubicBezTo>
                  <a:pt x="1593" y="956"/>
                  <a:pt x="1700" y="615"/>
                  <a:pt x="1785" y="273"/>
                </a:cubicBezTo>
                <a:cubicBezTo>
                  <a:pt x="1811" y="105"/>
                  <a:pt x="1672" y="0"/>
                  <a:pt x="15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07"/>
          <p:cNvSpPr/>
          <p:nvPr/>
        </p:nvSpPr>
        <p:spPr>
          <a:xfrm rot="-5400000">
            <a:off x="-14556" y="3474462"/>
            <a:ext cx="99694" cy="87772"/>
          </a:xfrm>
          <a:custGeom>
            <a:rect b="b" l="l" r="r" t="t"/>
            <a:pathLst>
              <a:path extrusionOk="0" h="1465" w="1664">
                <a:moveTo>
                  <a:pt x="272" y="0"/>
                </a:moveTo>
                <a:cubicBezTo>
                  <a:pt x="245" y="0"/>
                  <a:pt x="219" y="5"/>
                  <a:pt x="192" y="14"/>
                </a:cubicBezTo>
                <a:cubicBezTo>
                  <a:pt x="149" y="36"/>
                  <a:pt x="107" y="57"/>
                  <a:pt x="85" y="100"/>
                </a:cubicBezTo>
                <a:cubicBezTo>
                  <a:pt x="0" y="185"/>
                  <a:pt x="21" y="313"/>
                  <a:pt x="85" y="398"/>
                </a:cubicBezTo>
                <a:lnTo>
                  <a:pt x="512" y="825"/>
                </a:lnTo>
                <a:cubicBezTo>
                  <a:pt x="576" y="910"/>
                  <a:pt x="640" y="974"/>
                  <a:pt x="704" y="1038"/>
                </a:cubicBezTo>
                <a:cubicBezTo>
                  <a:pt x="759" y="1111"/>
                  <a:pt x="830" y="1169"/>
                  <a:pt x="889" y="1238"/>
                </a:cubicBezTo>
                <a:lnTo>
                  <a:pt x="889" y="1238"/>
                </a:lnTo>
                <a:lnTo>
                  <a:pt x="917" y="1294"/>
                </a:lnTo>
                <a:cubicBezTo>
                  <a:pt x="1002" y="1400"/>
                  <a:pt x="1109" y="1464"/>
                  <a:pt x="1237" y="1464"/>
                </a:cubicBezTo>
                <a:cubicBezTo>
                  <a:pt x="1344" y="1464"/>
                  <a:pt x="1429" y="1422"/>
                  <a:pt x="1493" y="1358"/>
                </a:cubicBezTo>
                <a:cubicBezTo>
                  <a:pt x="1664" y="1187"/>
                  <a:pt x="1642" y="910"/>
                  <a:pt x="1429" y="782"/>
                </a:cubicBezTo>
                <a:cubicBezTo>
                  <a:pt x="1344" y="739"/>
                  <a:pt x="1258" y="675"/>
                  <a:pt x="1173" y="611"/>
                </a:cubicBezTo>
                <a:cubicBezTo>
                  <a:pt x="1066" y="547"/>
                  <a:pt x="981" y="505"/>
                  <a:pt x="896" y="419"/>
                </a:cubicBezTo>
                <a:lnTo>
                  <a:pt x="384" y="36"/>
                </a:lnTo>
                <a:cubicBezTo>
                  <a:pt x="347" y="11"/>
                  <a:pt x="309" y="0"/>
                  <a:pt x="27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07"/>
          <p:cNvSpPr/>
          <p:nvPr/>
        </p:nvSpPr>
        <p:spPr>
          <a:xfrm rot="-5400000">
            <a:off x="-113086" y="3300142"/>
            <a:ext cx="88970" cy="157989"/>
          </a:xfrm>
          <a:custGeom>
            <a:rect b="b" l="l" r="r" t="t"/>
            <a:pathLst>
              <a:path extrusionOk="0" h="2637" w="1485">
                <a:moveTo>
                  <a:pt x="1189" y="1"/>
                </a:moveTo>
                <a:cubicBezTo>
                  <a:pt x="1118" y="1"/>
                  <a:pt x="1047" y="35"/>
                  <a:pt x="999" y="116"/>
                </a:cubicBezTo>
                <a:cubicBezTo>
                  <a:pt x="829" y="436"/>
                  <a:pt x="679" y="756"/>
                  <a:pt x="530" y="1076"/>
                </a:cubicBezTo>
                <a:cubicBezTo>
                  <a:pt x="445" y="1268"/>
                  <a:pt x="381" y="1439"/>
                  <a:pt x="317" y="1609"/>
                </a:cubicBezTo>
                <a:cubicBezTo>
                  <a:pt x="296" y="1673"/>
                  <a:pt x="253" y="1780"/>
                  <a:pt x="210" y="1865"/>
                </a:cubicBezTo>
                <a:cubicBezTo>
                  <a:pt x="168" y="1950"/>
                  <a:pt x="125" y="2036"/>
                  <a:pt x="104" y="2121"/>
                </a:cubicBezTo>
                <a:cubicBezTo>
                  <a:pt x="1" y="2429"/>
                  <a:pt x="246" y="2637"/>
                  <a:pt x="486" y="2637"/>
                </a:cubicBezTo>
                <a:cubicBezTo>
                  <a:pt x="644" y="2637"/>
                  <a:pt x="799" y="2546"/>
                  <a:pt x="850" y="2334"/>
                </a:cubicBezTo>
                <a:cubicBezTo>
                  <a:pt x="850" y="2228"/>
                  <a:pt x="850" y="2121"/>
                  <a:pt x="871" y="2014"/>
                </a:cubicBezTo>
                <a:lnTo>
                  <a:pt x="871" y="1993"/>
                </a:lnTo>
                <a:lnTo>
                  <a:pt x="871" y="1929"/>
                </a:lnTo>
                <a:cubicBezTo>
                  <a:pt x="871" y="1886"/>
                  <a:pt x="871" y="1844"/>
                  <a:pt x="893" y="1822"/>
                </a:cubicBezTo>
                <a:cubicBezTo>
                  <a:pt x="914" y="1630"/>
                  <a:pt x="978" y="1460"/>
                  <a:pt x="1021" y="1289"/>
                </a:cubicBezTo>
                <a:cubicBezTo>
                  <a:pt x="1127" y="969"/>
                  <a:pt x="1234" y="649"/>
                  <a:pt x="1383" y="330"/>
                </a:cubicBezTo>
                <a:cubicBezTo>
                  <a:pt x="1485" y="155"/>
                  <a:pt x="1339" y="1"/>
                  <a:pt x="118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07"/>
          <p:cNvSpPr/>
          <p:nvPr/>
        </p:nvSpPr>
        <p:spPr>
          <a:xfrm rot="-5400000">
            <a:off x="-256908" y="3454391"/>
            <a:ext cx="153256" cy="80942"/>
          </a:xfrm>
          <a:custGeom>
            <a:rect b="b" l="l" r="r" t="t"/>
            <a:pathLst>
              <a:path extrusionOk="0" h="1351" w="2558">
                <a:moveTo>
                  <a:pt x="425" y="0"/>
                </a:moveTo>
                <a:cubicBezTo>
                  <a:pt x="130" y="0"/>
                  <a:pt x="1" y="415"/>
                  <a:pt x="290" y="570"/>
                </a:cubicBezTo>
                <a:lnTo>
                  <a:pt x="1015" y="932"/>
                </a:lnTo>
                <a:cubicBezTo>
                  <a:pt x="1271" y="1039"/>
                  <a:pt x="1527" y="1167"/>
                  <a:pt x="1761" y="1295"/>
                </a:cubicBezTo>
                <a:cubicBezTo>
                  <a:pt x="1833" y="1334"/>
                  <a:pt x="1902" y="1351"/>
                  <a:pt x="1966" y="1351"/>
                </a:cubicBezTo>
                <a:cubicBezTo>
                  <a:pt x="2357" y="1351"/>
                  <a:pt x="2558" y="713"/>
                  <a:pt x="2081" y="548"/>
                </a:cubicBezTo>
                <a:cubicBezTo>
                  <a:pt x="1804" y="484"/>
                  <a:pt x="1548" y="378"/>
                  <a:pt x="1292" y="292"/>
                </a:cubicBezTo>
                <a:lnTo>
                  <a:pt x="524" y="15"/>
                </a:lnTo>
                <a:cubicBezTo>
                  <a:pt x="489" y="5"/>
                  <a:pt x="456" y="0"/>
                  <a:pt x="42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07"/>
          <p:cNvSpPr/>
          <p:nvPr/>
        </p:nvSpPr>
        <p:spPr>
          <a:xfrm rot="-5400000">
            <a:off x="345889" y="4528534"/>
            <a:ext cx="121443" cy="76448"/>
          </a:xfrm>
          <a:custGeom>
            <a:rect b="b" l="l" r="r" t="t"/>
            <a:pathLst>
              <a:path extrusionOk="0" h="1276" w="2027">
                <a:moveTo>
                  <a:pt x="388" y="0"/>
                </a:moveTo>
                <a:cubicBezTo>
                  <a:pt x="255" y="0"/>
                  <a:pt x="133" y="65"/>
                  <a:pt x="65" y="184"/>
                </a:cubicBezTo>
                <a:cubicBezTo>
                  <a:pt x="44" y="248"/>
                  <a:pt x="22" y="312"/>
                  <a:pt x="1" y="376"/>
                </a:cubicBezTo>
                <a:cubicBezTo>
                  <a:pt x="22" y="483"/>
                  <a:pt x="44" y="568"/>
                  <a:pt x="129" y="653"/>
                </a:cubicBezTo>
                <a:cubicBezTo>
                  <a:pt x="171" y="696"/>
                  <a:pt x="214" y="717"/>
                  <a:pt x="257" y="760"/>
                </a:cubicBezTo>
                <a:cubicBezTo>
                  <a:pt x="321" y="781"/>
                  <a:pt x="363" y="802"/>
                  <a:pt x="427" y="824"/>
                </a:cubicBezTo>
                <a:lnTo>
                  <a:pt x="598" y="888"/>
                </a:lnTo>
                <a:cubicBezTo>
                  <a:pt x="726" y="930"/>
                  <a:pt x="833" y="994"/>
                  <a:pt x="961" y="1016"/>
                </a:cubicBezTo>
                <a:cubicBezTo>
                  <a:pt x="1067" y="1058"/>
                  <a:pt x="1195" y="1101"/>
                  <a:pt x="1302" y="1144"/>
                </a:cubicBezTo>
                <a:cubicBezTo>
                  <a:pt x="1430" y="1186"/>
                  <a:pt x="1558" y="1229"/>
                  <a:pt x="1686" y="1272"/>
                </a:cubicBezTo>
                <a:cubicBezTo>
                  <a:pt x="1702" y="1274"/>
                  <a:pt x="1719" y="1276"/>
                  <a:pt x="1735" y="1276"/>
                </a:cubicBezTo>
                <a:cubicBezTo>
                  <a:pt x="1845" y="1276"/>
                  <a:pt x="1947" y="1215"/>
                  <a:pt x="1984" y="1122"/>
                </a:cubicBezTo>
                <a:cubicBezTo>
                  <a:pt x="2027" y="1016"/>
                  <a:pt x="1984" y="866"/>
                  <a:pt x="1878" y="802"/>
                </a:cubicBezTo>
                <a:cubicBezTo>
                  <a:pt x="1771" y="739"/>
                  <a:pt x="1664" y="675"/>
                  <a:pt x="1558" y="611"/>
                </a:cubicBezTo>
                <a:cubicBezTo>
                  <a:pt x="1451" y="525"/>
                  <a:pt x="1344" y="461"/>
                  <a:pt x="1238" y="397"/>
                </a:cubicBezTo>
                <a:cubicBezTo>
                  <a:pt x="1131" y="333"/>
                  <a:pt x="1025" y="269"/>
                  <a:pt x="918" y="205"/>
                </a:cubicBezTo>
                <a:cubicBezTo>
                  <a:pt x="790" y="120"/>
                  <a:pt x="641" y="56"/>
                  <a:pt x="491" y="13"/>
                </a:cubicBezTo>
                <a:cubicBezTo>
                  <a:pt x="457" y="5"/>
                  <a:pt x="422" y="0"/>
                  <a:pt x="38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07"/>
          <p:cNvSpPr/>
          <p:nvPr/>
        </p:nvSpPr>
        <p:spPr>
          <a:xfrm rot="-5400000">
            <a:off x="157007" y="4461880"/>
            <a:ext cx="57576" cy="163741"/>
          </a:xfrm>
          <a:custGeom>
            <a:rect b="b" l="l" r="r" t="t"/>
            <a:pathLst>
              <a:path extrusionOk="0" h="2733" w="961">
                <a:moveTo>
                  <a:pt x="524" y="0"/>
                </a:moveTo>
                <a:cubicBezTo>
                  <a:pt x="389" y="0"/>
                  <a:pt x="254" y="64"/>
                  <a:pt x="172" y="205"/>
                </a:cubicBezTo>
                <a:cubicBezTo>
                  <a:pt x="108" y="333"/>
                  <a:pt x="65" y="461"/>
                  <a:pt x="44" y="589"/>
                </a:cubicBezTo>
                <a:cubicBezTo>
                  <a:pt x="44" y="674"/>
                  <a:pt x="22" y="759"/>
                  <a:pt x="22" y="866"/>
                </a:cubicBezTo>
                <a:cubicBezTo>
                  <a:pt x="22" y="1037"/>
                  <a:pt x="1" y="1229"/>
                  <a:pt x="1" y="1399"/>
                </a:cubicBezTo>
                <a:cubicBezTo>
                  <a:pt x="1" y="1762"/>
                  <a:pt x="44" y="2146"/>
                  <a:pt x="150" y="2508"/>
                </a:cubicBezTo>
                <a:cubicBezTo>
                  <a:pt x="169" y="2661"/>
                  <a:pt x="287" y="2732"/>
                  <a:pt x="406" y="2732"/>
                </a:cubicBezTo>
                <a:cubicBezTo>
                  <a:pt x="555" y="2732"/>
                  <a:pt x="707" y="2623"/>
                  <a:pt x="683" y="2423"/>
                </a:cubicBezTo>
                <a:cubicBezTo>
                  <a:pt x="683" y="2082"/>
                  <a:pt x="705" y="1762"/>
                  <a:pt x="747" y="1420"/>
                </a:cubicBezTo>
                <a:cubicBezTo>
                  <a:pt x="747" y="1402"/>
                  <a:pt x="747" y="1390"/>
                  <a:pt x="746" y="1383"/>
                </a:cubicBezTo>
                <a:lnTo>
                  <a:pt x="746" y="1383"/>
                </a:lnTo>
                <a:cubicBezTo>
                  <a:pt x="747" y="1382"/>
                  <a:pt x="747" y="1380"/>
                  <a:pt x="747" y="1378"/>
                </a:cubicBezTo>
                <a:cubicBezTo>
                  <a:pt x="747" y="1314"/>
                  <a:pt x="747" y="1271"/>
                  <a:pt x="769" y="1229"/>
                </a:cubicBezTo>
                <a:cubicBezTo>
                  <a:pt x="769" y="1165"/>
                  <a:pt x="790" y="1079"/>
                  <a:pt x="811" y="994"/>
                </a:cubicBezTo>
                <a:cubicBezTo>
                  <a:pt x="833" y="909"/>
                  <a:pt x="875" y="823"/>
                  <a:pt x="897" y="759"/>
                </a:cubicBezTo>
                <a:cubicBezTo>
                  <a:pt x="939" y="631"/>
                  <a:pt x="961" y="525"/>
                  <a:pt x="961" y="418"/>
                </a:cubicBezTo>
                <a:cubicBezTo>
                  <a:pt x="948" y="157"/>
                  <a:pt x="735" y="0"/>
                  <a:pt x="5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07"/>
          <p:cNvSpPr/>
          <p:nvPr/>
        </p:nvSpPr>
        <p:spPr>
          <a:xfrm rot="-5400000">
            <a:off x="-129501" y="4580630"/>
            <a:ext cx="127074" cy="104427"/>
          </a:xfrm>
          <a:custGeom>
            <a:rect b="b" l="l" r="r" t="t"/>
            <a:pathLst>
              <a:path extrusionOk="0" h="1743" w="2121">
                <a:moveTo>
                  <a:pt x="529" y="0"/>
                </a:moveTo>
                <a:cubicBezTo>
                  <a:pt x="249" y="0"/>
                  <a:pt x="0" y="299"/>
                  <a:pt x="191" y="585"/>
                </a:cubicBezTo>
                <a:cubicBezTo>
                  <a:pt x="298" y="734"/>
                  <a:pt x="426" y="862"/>
                  <a:pt x="575" y="990"/>
                </a:cubicBezTo>
                <a:cubicBezTo>
                  <a:pt x="703" y="1097"/>
                  <a:pt x="831" y="1225"/>
                  <a:pt x="980" y="1310"/>
                </a:cubicBezTo>
                <a:cubicBezTo>
                  <a:pt x="1108" y="1417"/>
                  <a:pt x="1236" y="1481"/>
                  <a:pt x="1364" y="1566"/>
                </a:cubicBezTo>
                <a:cubicBezTo>
                  <a:pt x="1428" y="1587"/>
                  <a:pt x="1513" y="1630"/>
                  <a:pt x="1577" y="1651"/>
                </a:cubicBezTo>
                <a:cubicBezTo>
                  <a:pt x="1663" y="1694"/>
                  <a:pt x="1748" y="1715"/>
                  <a:pt x="1833" y="1737"/>
                </a:cubicBezTo>
                <a:cubicBezTo>
                  <a:pt x="1848" y="1740"/>
                  <a:pt x="1863" y="1742"/>
                  <a:pt x="1877" y="1742"/>
                </a:cubicBezTo>
                <a:cubicBezTo>
                  <a:pt x="2025" y="1742"/>
                  <a:pt x="2121" y="1555"/>
                  <a:pt x="2004" y="1438"/>
                </a:cubicBezTo>
                <a:lnTo>
                  <a:pt x="2025" y="1438"/>
                </a:lnTo>
                <a:cubicBezTo>
                  <a:pt x="1940" y="1374"/>
                  <a:pt x="1940" y="1353"/>
                  <a:pt x="1876" y="1289"/>
                </a:cubicBezTo>
                <a:lnTo>
                  <a:pt x="1705" y="1139"/>
                </a:lnTo>
                <a:cubicBezTo>
                  <a:pt x="1599" y="1033"/>
                  <a:pt x="1492" y="926"/>
                  <a:pt x="1385" y="820"/>
                </a:cubicBezTo>
                <a:cubicBezTo>
                  <a:pt x="1279" y="713"/>
                  <a:pt x="1194" y="606"/>
                  <a:pt x="1087" y="500"/>
                </a:cubicBezTo>
                <a:lnTo>
                  <a:pt x="1023" y="414"/>
                </a:lnTo>
                <a:cubicBezTo>
                  <a:pt x="1002" y="372"/>
                  <a:pt x="980" y="350"/>
                  <a:pt x="959" y="308"/>
                </a:cubicBezTo>
                <a:lnTo>
                  <a:pt x="959" y="308"/>
                </a:lnTo>
                <a:cubicBezTo>
                  <a:pt x="976" y="333"/>
                  <a:pt x="983" y="342"/>
                  <a:pt x="983" y="342"/>
                </a:cubicBezTo>
                <a:cubicBezTo>
                  <a:pt x="985" y="342"/>
                  <a:pt x="972" y="321"/>
                  <a:pt x="959" y="308"/>
                </a:cubicBezTo>
                <a:lnTo>
                  <a:pt x="959" y="308"/>
                </a:lnTo>
                <a:cubicBezTo>
                  <a:pt x="959" y="308"/>
                  <a:pt x="959" y="308"/>
                  <a:pt x="959" y="308"/>
                </a:cubicBezTo>
                <a:lnTo>
                  <a:pt x="916" y="265"/>
                </a:lnTo>
                <a:cubicBezTo>
                  <a:pt x="895" y="222"/>
                  <a:pt x="852" y="158"/>
                  <a:pt x="810" y="116"/>
                </a:cubicBezTo>
                <a:cubicBezTo>
                  <a:pt x="723" y="35"/>
                  <a:pt x="624" y="0"/>
                  <a:pt x="52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07"/>
          <p:cNvSpPr/>
          <p:nvPr/>
        </p:nvSpPr>
        <p:spPr>
          <a:xfrm rot="-5400000">
            <a:off x="42813" y="4683084"/>
            <a:ext cx="147984" cy="85795"/>
          </a:xfrm>
          <a:custGeom>
            <a:rect b="b" l="l" r="r" t="t"/>
            <a:pathLst>
              <a:path extrusionOk="0" h="1432" w="2470">
                <a:moveTo>
                  <a:pt x="2281" y="1"/>
                </a:moveTo>
                <a:cubicBezTo>
                  <a:pt x="2275" y="1"/>
                  <a:pt x="2268" y="1"/>
                  <a:pt x="2261" y="2"/>
                </a:cubicBezTo>
                <a:lnTo>
                  <a:pt x="2261" y="45"/>
                </a:lnTo>
                <a:lnTo>
                  <a:pt x="2195" y="45"/>
                </a:lnTo>
                <a:cubicBezTo>
                  <a:pt x="2154" y="35"/>
                  <a:pt x="2114" y="31"/>
                  <a:pt x="2074" y="31"/>
                </a:cubicBezTo>
                <a:cubicBezTo>
                  <a:pt x="2030" y="31"/>
                  <a:pt x="1986" y="36"/>
                  <a:pt x="1942" y="45"/>
                </a:cubicBezTo>
                <a:cubicBezTo>
                  <a:pt x="1856" y="45"/>
                  <a:pt x="1771" y="66"/>
                  <a:pt x="1707" y="87"/>
                </a:cubicBezTo>
                <a:cubicBezTo>
                  <a:pt x="1515" y="130"/>
                  <a:pt x="1344" y="194"/>
                  <a:pt x="1195" y="258"/>
                </a:cubicBezTo>
                <a:cubicBezTo>
                  <a:pt x="811" y="386"/>
                  <a:pt x="470" y="557"/>
                  <a:pt x="150" y="791"/>
                </a:cubicBezTo>
                <a:cubicBezTo>
                  <a:pt x="22" y="919"/>
                  <a:pt x="1" y="1132"/>
                  <a:pt x="129" y="1282"/>
                </a:cubicBezTo>
                <a:cubicBezTo>
                  <a:pt x="199" y="1380"/>
                  <a:pt x="315" y="1432"/>
                  <a:pt x="435" y="1432"/>
                </a:cubicBezTo>
                <a:cubicBezTo>
                  <a:pt x="497" y="1432"/>
                  <a:pt x="561" y="1418"/>
                  <a:pt x="619" y="1388"/>
                </a:cubicBezTo>
                <a:cubicBezTo>
                  <a:pt x="769" y="1303"/>
                  <a:pt x="897" y="1175"/>
                  <a:pt x="1046" y="1090"/>
                </a:cubicBezTo>
                <a:cubicBezTo>
                  <a:pt x="1174" y="983"/>
                  <a:pt x="1302" y="919"/>
                  <a:pt x="1451" y="812"/>
                </a:cubicBezTo>
                <a:lnTo>
                  <a:pt x="1878" y="578"/>
                </a:lnTo>
                <a:cubicBezTo>
                  <a:pt x="1942" y="535"/>
                  <a:pt x="2027" y="514"/>
                  <a:pt x="2091" y="471"/>
                </a:cubicBezTo>
                <a:cubicBezTo>
                  <a:pt x="2197" y="429"/>
                  <a:pt x="2261" y="365"/>
                  <a:pt x="2324" y="302"/>
                </a:cubicBezTo>
                <a:lnTo>
                  <a:pt x="2324" y="302"/>
                </a:lnTo>
                <a:lnTo>
                  <a:pt x="2261" y="365"/>
                </a:lnTo>
                <a:lnTo>
                  <a:pt x="2347" y="322"/>
                </a:lnTo>
                <a:cubicBezTo>
                  <a:pt x="2470" y="240"/>
                  <a:pt x="2435" y="1"/>
                  <a:pt x="228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07"/>
          <p:cNvSpPr/>
          <p:nvPr/>
        </p:nvSpPr>
        <p:spPr>
          <a:xfrm rot="-5400000">
            <a:off x="-159459" y="4758396"/>
            <a:ext cx="123480" cy="143371"/>
          </a:xfrm>
          <a:custGeom>
            <a:rect b="b" l="l" r="r" t="t"/>
            <a:pathLst>
              <a:path extrusionOk="0" h="2393" w="2061">
                <a:moveTo>
                  <a:pt x="1001" y="651"/>
                </a:moveTo>
                <a:lnTo>
                  <a:pt x="1001" y="651"/>
                </a:lnTo>
                <a:cubicBezTo>
                  <a:pt x="1010" y="680"/>
                  <a:pt x="1016" y="691"/>
                  <a:pt x="1017" y="691"/>
                </a:cubicBezTo>
                <a:cubicBezTo>
                  <a:pt x="1018" y="691"/>
                  <a:pt x="1012" y="674"/>
                  <a:pt x="1001" y="651"/>
                </a:cubicBezTo>
                <a:close/>
                <a:moveTo>
                  <a:pt x="470" y="0"/>
                </a:moveTo>
                <a:cubicBezTo>
                  <a:pt x="233" y="0"/>
                  <a:pt x="1" y="210"/>
                  <a:pt x="84" y="502"/>
                </a:cubicBezTo>
                <a:cubicBezTo>
                  <a:pt x="212" y="928"/>
                  <a:pt x="425" y="1291"/>
                  <a:pt x="702" y="1632"/>
                </a:cubicBezTo>
                <a:cubicBezTo>
                  <a:pt x="809" y="1760"/>
                  <a:pt x="937" y="1909"/>
                  <a:pt x="1086" y="2016"/>
                </a:cubicBezTo>
                <a:cubicBezTo>
                  <a:pt x="1129" y="2080"/>
                  <a:pt x="1193" y="2122"/>
                  <a:pt x="1257" y="2144"/>
                </a:cubicBezTo>
                <a:cubicBezTo>
                  <a:pt x="1278" y="2155"/>
                  <a:pt x="1289" y="2159"/>
                  <a:pt x="1293" y="2159"/>
                </a:cubicBezTo>
                <a:lnTo>
                  <a:pt x="1293" y="2159"/>
                </a:lnTo>
                <a:cubicBezTo>
                  <a:pt x="1295" y="2161"/>
                  <a:pt x="1297" y="2163"/>
                  <a:pt x="1299" y="2165"/>
                </a:cubicBezTo>
                <a:cubicBezTo>
                  <a:pt x="1342" y="2208"/>
                  <a:pt x="1342" y="2186"/>
                  <a:pt x="1363" y="2208"/>
                </a:cubicBezTo>
                <a:lnTo>
                  <a:pt x="1427" y="2250"/>
                </a:lnTo>
                <a:lnTo>
                  <a:pt x="1470" y="2272"/>
                </a:lnTo>
                <a:lnTo>
                  <a:pt x="1619" y="2336"/>
                </a:lnTo>
                <a:cubicBezTo>
                  <a:pt x="1664" y="2376"/>
                  <a:pt x="1711" y="2393"/>
                  <a:pt x="1756" y="2393"/>
                </a:cubicBezTo>
                <a:cubicBezTo>
                  <a:pt x="1926" y="2393"/>
                  <a:pt x="2061" y="2151"/>
                  <a:pt x="1875" y="2016"/>
                </a:cubicBezTo>
                <a:cubicBezTo>
                  <a:pt x="1811" y="1952"/>
                  <a:pt x="1768" y="1867"/>
                  <a:pt x="1726" y="1824"/>
                </a:cubicBezTo>
                <a:cubicBezTo>
                  <a:pt x="1683" y="1781"/>
                  <a:pt x="1640" y="1696"/>
                  <a:pt x="1577" y="1632"/>
                </a:cubicBezTo>
                <a:cubicBezTo>
                  <a:pt x="1470" y="1483"/>
                  <a:pt x="1385" y="1333"/>
                  <a:pt x="1278" y="1184"/>
                </a:cubicBezTo>
                <a:cubicBezTo>
                  <a:pt x="1193" y="1035"/>
                  <a:pt x="1107" y="886"/>
                  <a:pt x="1022" y="715"/>
                </a:cubicBezTo>
                <a:cubicBezTo>
                  <a:pt x="1022" y="694"/>
                  <a:pt x="1001" y="672"/>
                  <a:pt x="1001" y="651"/>
                </a:cubicBezTo>
                <a:cubicBezTo>
                  <a:pt x="979" y="608"/>
                  <a:pt x="979" y="566"/>
                  <a:pt x="958" y="523"/>
                </a:cubicBezTo>
                <a:cubicBezTo>
                  <a:pt x="915" y="416"/>
                  <a:pt x="873" y="310"/>
                  <a:pt x="809" y="203"/>
                </a:cubicBezTo>
                <a:cubicBezTo>
                  <a:pt x="727" y="61"/>
                  <a:pt x="598" y="0"/>
                  <a:pt x="47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07"/>
          <p:cNvSpPr/>
          <p:nvPr/>
        </p:nvSpPr>
        <p:spPr>
          <a:xfrm rot="-5400000">
            <a:off x="283396" y="4628053"/>
            <a:ext cx="110299" cy="197711"/>
          </a:xfrm>
          <a:custGeom>
            <a:rect b="b" l="l" r="r" t="t"/>
            <a:pathLst>
              <a:path extrusionOk="0" h="3300" w="1841">
                <a:moveTo>
                  <a:pt x="1461" y="0"/>
                </a:moveTo>
                <a:cubicBezTo>
                  <a:pt x="1361" y="0"/>
                  <a:pt x="1260" y="47"/>
                  <a:pt x="1195" y="157"/>
                </a:cubicBezTo>
                <a:lnTo>
                  <a:pt x="1195" y="178"/>
                </a:lnTo>
                <a:cubicBezTo>
                  <a:pt x="1088" y="370"/>
                  <a:pt x="981" y="583"/>
                  <a:pt x="896" y="797"/>
                </a:cubicBezTo>
                <a:cubicBezTo>
                  <a:pt x="811" y="1010"/>
                  <a:pt x="726" y="1223"/>
                  <a:pt x="640" y="1415"/>
                </a:cubicBezTo>
                <a:cubicBezTo>
                  <a:pt x="448" y="1863"/>
                  <a:pt x="235" y="2289"/>
                  <a:pt x="64" y="2759"/>
                </a:cubicBezTo>
                <a:cubicBezTo>
                  <a:pt x="0" y="2993"/>
                  <a:pt x="150" y="3228"/>
                  <a:pt x="384" y="3292"/>
                </a:cubicBezTo>
                <a:cubicBezTo>
                  <a:pt x="412" y="3297"/>
                  <a:pt x="439" y="3300"/>
                  <a:pt x="467" y="3300"/>
                </a:cubicBezTo>
                <a:cubicBezTo>
                  <a:pt x="655" y="3300"/>
                  <a:pt x="843" y="3176"/>
                  <a:pt x="917" y="2972"/>
                </a:cubicBezTo>
                <a:cubicBezTo>
                  <a:pt x="1067" y="2567"/>
                  <a:pt x="1195" y="2119"/>
                  <a:pt x="1365" y="1692"/>
                </a:cubicBezTo>
                <a:cubicBezTo>
                  <a:pt x="1429" y="1500"/>
                  <a:pt x="1493" y="1287"/>
                  <a:pt x="1579" y="1074"/>
                </a:cubicBezTo>
                <a:cubicBezTo>
                  <a:pt x="1643" y="861"/>
                  <a:pt x="1728" y="626"/>
                  <a:pt x="1770" y="413"/>
                </a:cubicBezTo>
                <a:cubicBezTo>
                  <a:pt x="1841" y="174"/>
                  <a:pt x="1652" y="0"/>
                  <a:pt x="146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07"/>
          <p:cNvSpPr/>
          <p:nvPr/>
        </p:nvSpPr>
        <p:spPr>
          <a:xfrm rot="-5400000">
            <a:off x="264373" y="4782361"/>
            <a:ext cx="49907" cy="148883"/>
          </a:xfrm>
          <a:custGeom>
            <a:rect b="b" l="l" r="r" t="t"/>
            <a:pathLst>
              <a:path extrusionOk="0" h="2485" w="833">
                <a:moveTo>
                  <a:pt x="428" y="0"/>
                </a:moveTo>
                <a:cubicBezTo>
                  <a:pt x="225" y="0"/>
                  <a:pt x="22" y="134"/>
                  <a:pt x="22" y="400"/>
                </a:cubicBezTo>
                <a:cubicBezTo>
                  <a:pt x="22" y="443"/>
                  <a:pt x="22" y="507"/>
                  <a:pt x="22" y="549"/>
                </a:cubicBezTo>
                <a:lnTo>
                  <a:pt x="22" y="571"/>
                </a:lnTo>
                <a:lnTo>
                  <a:pt x="22" y="635"/>
                </a:lnTo>
                <a:cubicBezTo>
                  <a:pt x="44" y="720"/>
                  <a:pt x="44" y="784"/>
                  <a:pt x="44" y="848"/>
                </a:cubicBezTo>
                <a:lnTo>
                  <a:pt x="44" y="1317"/>
                </a:lnTo>
                <a:cubicBezTo>
                  <a:pt x="1" y="1637"/>
                  <a:pt x="1" y="1936"/>
                  <a:pt x="1" y="2256"/>
                </a:cubicBezTo>
                <a:cubicBezTo>
                  <a:pt x="1" y="2397"/>
                  <a:pt x="118" y="2484"/>
                  <a:pt x="238" y="2484"/>
                </a:cubicBezTo>
                <a:cubicBezTo>
                  <a:pt x="317" y="2484"/>
                  <a:pt x="398" y="2447"/>
                  <a:pt x="449" y="2362"/>
                </a:cubicBezTo>
                <a:lnTo>
                  <a:pt x="470" y="2383"/>
                </a:lnTo>
                <a:cubicBezTo>
                  <a:pt x="619" y="2085"/>
                  <a:pt x="705" y="1744"/>
                  <a:pt x="726" y="1424"/>
                </a:cubicBezTo>
                <a:cubicBezTo>
                  <a:pt x="769" y="1253"/>
                  <a:pt x="790" y="1061"/>
                  <a:pt x="811" y="891"/>
                </a:cubicBezTo>
                <a:cubicBezTo>
                  <a:pt x="833" y="720"/>
                  <a:pt x="833" y="549"/>
                  <a:pt x="833" y="400"/>
                </a:cubicBezTo>
                <a:cubicBezTo>
                  <a:pt x="833" y="134"/>
                  <a:pt x="630" y="0"/>
                  <a:pt x="4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07"/>
          <p:cNvSpPr/>
          <p:nvPr/>
        </p:nvSpPr>
        <p:spPr>
          <a:xfrm rot="-5400000">
            <a:off x="24808" y="4845240"/>
            <a:ext cx="53742" cy="47331"/>
          </a:xfrm>
          <a:custGeom>
            <a:rect b="b" l="l" r="r" t="t"/>
            <a:pathLst>
              <a:path extrusionOk="0" h="790" w="897">
                <a:moveTo>
                  <a:pt x="683" y="256"/>
                </a:moveTo>
                <a:lnTo>
                  <a:pt x="684" y="260"/>
                </a:lnTo>
                <a:lnTo>
                  <a:pt x="684" y="260"/>
                </a:lnTo>
                <a:cubicBezTo>
                  <a:pt x="684" y="259"/>
                  <a:pt x="683" y="259"/>
                  <a:pt x="683" y="258"/>
                </a:cubicBezTo>
                <a:lnTo>
                  <a:pt x="683" y="258"/>
                </a:lnTo>
                <a:cubicBezTo>
                  <a:pt x="683" y="258"/>
                  <a:pt x="683" y="257"/>
                  <a:pt x="683" y="256"/>
                </a:cubicBezTo>
                <a:close/>
                <a:moveTo>
                  <a:pt x="853" y="597"/>
                </a:moveTo>
                <a:lnTo>
                  <a:pt x="832" y="623"/>
                </a:lnTo>
                <a:lnTo>
                  <a:pt x="832" y="623"/>
                </a:lnTo>
                <a:cubicBezTo>
                  <a:pt x="832" y="622"/>
                  <a:pt x="832" y="620"/>
                  <a:pt x="832" y="619"/>
                </a:cubicBezTo>
                <a:lnTo>
                  <a:pt x="853" y="597"/>
                </a:lnTo>
                <a:close/>
                <a:moveTo>
                  <a:pt x="762" y="725"/>
                </a:moveTo>
                <a:lnTo>
                  <a:pt x="762" y="725"/>
                </a:lnTo>
                <a:cubicBezTo>
                  <a:pt x="760" y="727"/>
                  <a:pt x="758" y="728"/>
                  <a:pt x="756" y="730"/>
                </a:cubicBezTo>
                <a:lnTo>
                  <a:pt x="756" y="730"/>
                </a:lnTo>
                <a:lnTo>
                  <a:pt x="768" y="725"/>
                </a:lnTo>
                <a:close/>
                <a:moveTo>
                  <a:pt x="278" y="0"/>
                </a:moveTo>
                <a:cubicBezTo>
                  <a:pt x="235" y="22"/>
                  <a:pt x="192" y="43"/>
                  <a:pt x="150" y="64"/>
                </a:cubicBezTo>
                <a:cubicBezTo>
                  <a:pt x="107" y="86"/>
                  <a:pt x="86" y="128"/>
                  <a:pt x="64" y="171"/>
                </a:cubicBezTo>
                <a:cubicBezTo>
                  <a:pt x="0" y="278"/>
                  <a:pt x="0" y="406"/>
                  <a:pt x="64" y="512"/>
                </a:cubicBezTo>
                <a:cubicBezTo>
                  <a:pt x="86" y="576"/>
                  <a:pt x="128" y="619"/>
                  <a:pt x="171" y="661"/>
                </a:cubicBezTo>
                <a:cubicBezTo>
                  <a:pt x="214" y="683"/>
                  <a:pt x="235" y="704"/>
                  <a:pt x="278" y="725"/>
                </a:cubicBezTo>
                <a:lnTo>
                  <a:pt x="299" y="725"/>
                </a:lnTo>
                <a:cubicBezTo>
                  <a:pt x="320" y="747"/>
                  <a:pt x="363" y="747"/>
                  <a:pt x="406" y="768"/>
                </a:cubicBezTo>
                <a:lnTo>
                  <a:pt x="427" y="768"/>
                </a:lnTo>
                <a:lnTo>
                  <a:pt x="534" y="789"/>
                </a:lnTo>
                <a:lnTo>
                  <a:pt x="555" y="789"/>
                </a:lnTo>
                <a:cubicBezTo>
                  <a:pt x="598" y="768"/>
                  <a:pt x="619" y="768"/>
                  <a:pt x="662" y="768"/>
                </a:cubicBezTo>
                <a:cubicBezTo>
                  <a:pt x="683" y="768"/>
                  <a:pt x="704" y="747"/>
                  <a:pt x="725" y="747"/>
                </a:cubicBezTo>
                <a:cubicBezTo>
                  <a:pt x="737" y="741"/>
                  <a:pt x="747" y="735"/>
                  <a:pt x="756" y="730"/>
                </a:cubicBezTo>
                <a:lnTo>
                  <a:pt x="756" y="730"/>
                </a:lnTo>
                <a:lnTo>
                  <a:pt x="704" y="747"/>
                </a:lnTo>
                <a:cubicBezTo>
                  <a:pt x="725" y="736"/>
                  <a:pt x="741" y="731"/>
                  <a:pt x="755" y="725"/>
                </a:cubicBezTo>
                <a:lnTo>
                  <a:pt x="762" y="725"/>
                </a:lnTo>
                <a:cubicBezTo>
                  <a:pt x="767" y="722"/>
                  <a:pt x="771" y="719"/>
                  <a:pt x="775" y="716"/>
                </a:cubicBezTo>
                <a:lnTo>
                  <a:pt x="775" y="716"/>
                </a:lnTo>
                <a:cubicBezTo>
                  <a:pt x="780" y="712"/>
                  <a:pt x="785" y="709"/>
                  <a:pt x="789" y="704"/>
                </a:cubicBezTo>
                <a:lnTo>
                  <a:pt x="832" y="683"/>
                </a:lnTo>
                <a:cubicBezTo>
                  <a:pt x="853" y="661"/>
                  <a:pt x="875" y="640"/>
                  <a:pt x="875" y="597"/>
                </a:cubicBezTo>
                <a:cubicBezTo>
                  <a:pt x="896" y="597"/>
                  <a:pt x="896" y="576"/>
                  <a:pt x="896" y="555"/>
                </a:cubicBezTo>
                <a:cubicBezTo>
                  <a:pt x="896" y="534"/>
                  <a:pt x="896" y="491"/>
                  <a:pt x="896" y="470"/>
                </a:cubicBezTo>
                <a:cubicBezTo>
                  <a:pt x="875" y="427"/>
                  <a:pt x="853" y="406"/>
                  <a:pt x="832" y="384"/>
                </a:cubicBezTo>
                <a:cubicBezTo>
                  <a:pt x="814" y="366"/>
                  <a:pt x="796" y="348"/>
                  <a:pt x="778" y="343"/>
                </a:cubicBezTo>
                <a:lnTo>
                  <a:pt x="778" y="343"/>
                </a:lnTo>
                <a:cubicBezTo>
                  <a:pt x="755" y="319"/>
                  <a:pt x="729" y="299"/>
                  <a:pt x="701" y="283"/>
                </a:cubicBezTo>
                <a:lnTo>
                  <a:pt x="701" y="283"/>
                </a:lnTo>
                <a:cubicBezTo>
                  <a:pt x="701" y="282"/>
                  <a:pt x="700" y="281"/>
                  <a:pt x="699" y="280"/>
                </a:cubicBezTo>
                <a:lnTo>
                  <a:pt x="699" y="280"/>
                </a:lnTo>
                <a:cubicBezTo>
                  <a:pt x="682" y="180"/>
                  <a:pt x="623" y="96"/>
                  <a:pt x="534" y="43"/>
                </a:cubicBezTo>
                <a:lnTo>
                  <a:pt x="44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07"/>
          <p:cNvSpPr/>
          <p:nvPr/>
        </p:nvSpPr>
        <p:spPr>
          <a:xfrm rot="10800000">
            <a:off x="8619011" y="1364140"/>
            <a:ext cx="666665" cy="737610"/>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07"/>
          <p:cNvSpPr/>
          <p:nvPr/>
        </p:nvSpPr>
        <p:spPr>
          <a:xfrm rot="10800000">
            <a:off x="9007423" y="705009"/>
            <a:ext cx="278252" cy="482496"/>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07"/>
          <p:cNvSpPr/>
          <p:nvPr/>
        </p:nvSpPr>
        <p:spPr>
          <a:xfrm rot="-5400000">
            <a:off x="8476775" y="3982356"/>
            <a:ext cx="1365180" cy="412180"/>
          </a:xfrm>
          <a:custGeom>
            <a:rect b="b" l="l" r="r" t="t"/>
            <a:pathLst>
              <a:path extrusionOk="0" h="11632" w="13756">
                <a:moveTo>
                  <a:pt x="8819" y="0"/>
                </a:moveTo>
                <a:cubicBezTo>
                  <a:pt x="6385" y="0"/>
                  <a:pt x="3951" y="157"/>
                  <a:pt x="1536" y="457"/>
                </a:cubicBezTo>
                <a:cubicBezTo>
                  <a:pt x="1302" y="457"/>
                  <a:pt x="1088" y="606"/>
                  <a:pt x="1024" y="820"/>
                </a:cubicBezTo>
                <a:cubicBezTo>
                  <a:pt x="896" y="1075"/>
                  <a:pt x="811" y="1353"/>
                  <a:pt x="768" y="1651"/>
                </a:cubicBezTo>
                <a:cubicBezTo>
                  <a:pt x="598" y="2632"/>
                  <a:pt x="470" y="3635"/>
                  <a:pt x="385" y="4637"/>
                </a:cubicBezTo>
                <a:cubicBezTo>
                  <a:pt x="257" y="6108"/>
                  <a:pt x="193" y="7580"/>
                  <a:pt x="107" y="9051"/>
                </a:cubicBezTo>
                <a:cubicBezTo>
                  <a:pt x="65" y="9904"/>
                  <a:pt x="22" y="10757"/>
                  <a:pt x="1" y="11632"/>
                </a:cubicBezTo>
                <a:lnTo>
                  <a:pt x="385" y="11632"/>
                </a:lnTo>
                <a:cubicBezTo>
                  <a:pt x="470" y="10054"/>
                  <a:pt x="555" y="8476"/>
                  <a:pt x="662" y="6897"/>
                </a:cubicBezTo>
                <a:cubicBezTo>
                  <a:pt x="747" y="5639"/>
                  <a:pt x="854" y="4381"/>
                  <a:pt x="1024" y="3123"/>
                </a:cubicBezTo>
                <a:cubicBezTo>
                  <a:pt x="1067" y="2419"/>
                  <a:pt x="1216" y="1715"/>
                  <a:pt x="1430" y="1054"/>
                </a:cubicBezTo>
                <a:cubicBezTo>
                  <a:pt x="1430" y="1054"/>
                  <a:pt x="1451" y="990"/>
                  <a:pt x="1472" y="948"/>
                </a:cubicBezTo>
                <a:cubicBezTo>
                  <a:pt x="1472" y="926"/>
                  <a:pt x="1494" y="926"/>
                  <a:pt x="1494" y="905"/>
                </a:cubicBezTo>
                <a:cubicBezTo>
                  <a:pt x="1622" y="905"/>
                  <a:pt x="1749" y="884"/>
                  <a:pt x="1877" y="862"/>
                </a:cubicBezTo>
                <a:cubicBezTo>
                  <a:pt x="3647" y="649"/>
                  <a:pt x="5439" y="521"/>
                  <a:pt x="7230" y="478"/>
                </a:cubicBezTo>
                <a:cubicBezTo>
                  <a:pt x="7693" y="467"/>
                  <a:pt x="8157" y="462"/>
                  <a:pt x="8622" y="462"/>
                </a:cubicBezTo>
                <a:cubicBezTo>
                  <a:pt x="9957" y="462"/>
                  <a:pt x="11297" y="506"/>
                  <a:pt x="12626" y="585"/>
                </a:cubicBezTo>
                <a:cubicBezTo>
                  <a:pt x="12677" y="585"/>
                  <a:pt x="12762" y="578"/>
                  <a:pt x="12853" y="578"/>
                </a:cubicBezTo>
                <a:cubicBezTo>
                  <a:pt x="12989" y="578"/>
                  <a:pt x="13138" y="593"/>
                  <a:pt x="13202" y="670"/>
                </a:cubicBezTo>
                <a:cubicBezTo>
                  <a:pt x="13287" y="798"/>
                  <a:pt x="13244" y="1118"/>
                  <a:pt x="13244" y="1267"/>
                </a:cubicBezTo>
                <a:cubicBezTo>
                  <a:pt x="13244" y="1737"/>
                  <a:pt x="13244" y="2184"/>
                  <a:pt x="13266" y="2654"/>
                </a:cubicBezTo>
                <a:cubicBezTo>
                  <a:pt x="13266" y="3549"/>
                  <a:pt x="13287" y="4466"/>
                  <a:pt x="13287" y="5362"/>
                </a:cubicBezTo>
                <a:cubicBezTo>
                  <a:pt x="13287" y="7452"/>
                  <a:pt x="13266" y="9542"/>
                  <a:pt x="13244" y="11632"/>
                </a:cubicBezTo>
                <a:lnTo>
                  <a:pt x="13692" y="11632"/>
                </a:lnTo>
                <a:cubicBezTo>
                  <a:pt x="13692" y="10971"/>
                  <a:pt x="13713" y="10310"/>
                  <a:pt x="13713" y="9649"/>
                </a:cubicBezTo>
                <a:cubicBezTo>
                  <a:pt x="13735" y="7815"/>
                  <a:pt x="13735" y="5959"/>
                  <a:pt x="13713" y="4125"/>
                </a:cubicBezTo>
                <a:cubicBezTo>
                  <a:pt x="13713" y="3208"/>
                  <a:pt x="13713" y="2291"/>
                  <a:pt x="13692" y="1374"/>
                </a:cubicBezTo>
                <a:cubicBezTo>
                  <a:pt x="13692" y="1033"/>
                  <a:pt x="13756" y="564"/>
                  <a:pt x="13479" y="329"/>
                </a:cubicBezTo>
                <a:cubicBezTo>
                  <a:pt x="13223" y="94"/>
                  <a:pt x="12754" y="137"/>
                  <a:pt x="12412" y="116"/>
                </a:cubicBezTo>
                <a:cubicBezTo>
                  <a:pt x="11216" y="38"/>
                  <a:pt x="10018" y="0"/>
                  <a:pt x="88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07"/>
          <p:cNvSpPr/>
          <p:nvPr/>
        </p:nvSpPr>
        <p:spPr>
          <a:xfrm rot="-5400000">
            <a:off x="2744521" y="4489957"/>
            <a:ext cx="316747" cy="1227840"/>
          </a:xfrm>
          <a:custGeom>
            <a:rect b="b" l="l" r="r" t="t"/>
            <a:pathLst>
              <a:path extrusionOk="0" h="15463" w="3989">
                <a:moveTo>
                  <a:pt x="1" y="1"/>
                </a:moveTo>
                <a:lnTo>
                  <a:pt x="1" y="15462"/>
                </a:lnTo>
                <a:cubicBezTo>
                  <a:pt x="491" y="15441"/>
                  <a:pt x="1003" y="15398"/>
                  <a:pt x="1493" y="15356"/>
                </a:cubicBezTo>
                <a:cubicBezTo>
                  <a:pt x="2005" y="15313"/>
                  <a:pt x="2496" y="15249"/>
                  <a:pt x="2837" y="14908"/>
                </a:cubicBezTo>
                <a:cubicBezTo>
                  <a:pt x="3050" y="14631"/>
                  <a:pt x="3178" y="14268"/>
                  <a:pt x="3200" y="13905"/>
                </a:cubicBezTo>
                <a:cubicBezTo>
                  <a:pt x="3733" y="9704"/>
                  <a:pt x="3989" y="5460"/>
                  <a:pt x="3989" y="1238"/>
                </a:cubicBezTo>
                <a:cubicBezTo>
                  <a:pt x="3989" y="169"/>
                  <a:pt x="3584" y="23"/>
                  <a:pt x="2921" y="23"/>
                </a:cubicBezTo>
                <a:cubicBezTo>
                  <a:pt x="2671" y="23"/>
                  <a:pt x="2384" y="44"/>
                  <a:pt x="2069" y="44"/>
                </a:cubicBezTo>
                <a:cubicBezTo>
                  <a:pt x="1366" y="44"/>
                  <a:pt x="683" y="2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0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_1_1">
    <p:spTree>
      <p:nvGrpSpPr>
        <p:cNvPr id="373" name="Shape 373"/>
        <p:cNvGrpSpPr/>
        <p:nvPr/>
      </p:nvGrpSpPr>
      <p:grpSpPr>
        <a:xfrm>
          <a:off x="0" y="0"/>
          <a:ext cx="0" cy="0"/>
          <a:chOff x="0" y="0"/>
          <a:chExt cx="0" cy="0"/>
        </a:xfrm>
      </p:grpSpPr>
      <p:sp>
        <p:nvSpPr>
          <p:cNvPr id="374" name="Google Shape;374;p108"/>
          <p:cNvSpPr txBox="1"/>
          <p:nvPr>
            <p:ph type="title"/>
          </p:nvPr>
        </p:nvSpPr>
        <p:spPr>
          <a:xfrm>
            <a:off x="706050" y="356016"/>
            <a:ext cx="7731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375" name="Google Shape;375;p108"/>
          <p:cNvSpPr txBox="1"/>
          <p:nvPr>
            <p:ph idx="1" type="subTitle"/>
          </p:nvPr>
        </p:nvSpPr>
        <p:spPr>
          <a:xfrm>
            <a:off x="1377913" y="1860985"/>
            <a:ext cx="15681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b="1" sz="1800">
                <a:solidFill>
                  <a:schemeClr val="accent1"/>
                </a:solidFill>
              </a:defRPr>
            </a:lvl2pPr>
            <a:lvl3pPr lvl="2" algn="ctr">
              <a:lnSpc>
                <a:spcPct val="115000"/>
              </a:lnSpc>
              <a:spcBef>
                <a:spcPts val="1600"/>
              </a:spcBef>
              <a:spcAft>
                <a:spcPts val="0"/>
              </a:spcAft>
              <a:buSzPts val="1400"/>
              <a:buNone/>
              <a:defRPr b="1" sz="1800">
                <a:solidFill>
                  <a:schemeClr val="accent1"/>
                </a:solidFill>
              </a:defRPr>
            </a:lvl3pPr>
            <a:lvl4pPr lvl="3" algn="ctr">
              <a:lnSpc>
                <a:spcPct val="115000"/>
              </a:lnSpc>
              <a:spcBef>
                <a:spcPts val="1600"/>
              </a:spcBef>
              <a:spcAft>
                <a:spcPts val="0"/>
              </a:spcAft>
              <a:buSzPts val="1400"/>
              <a:buNone/>
              <a:defRPr b="1" sz="1800">
                <a:solidFill>
                  <a:schemeClr val="accent1"/>
                </a:solidFill>
              </a:defRPr>
            </a:lvl4pPr>
            <a:lvl5pPr lvl="4" algn="ctr">
              <a:lnSpc>
                <a:spcPct val="115000"/>
              </a:lnSpc>
              <a:spcBef>
                <a:spcPts val="1600"/>
              </a:spcBef>
              <a:spcAft>
                <a:spcPts val="0"/>
              </a:spcAft>
              <a:buSzPts val="1400"/>
              <a:buNone/>
              <a:defRPr b="1" sz="1800">
                <a:solidFill>
                  <a:schemeClr val="accent1"/>
                </a:solidFill>
              </a:defRPr>
            </a:lvl5pPr>
            <a:lvl6pPr lvl="5" algn="ctr">
              <a:lnSpc>
                <a:spcPct val="115000"/>
              </a:lnSpc>
              <a:spcBef>
                <a:spcPts val="1600"/>
              </a:spcBef>
              <a:spcAft>
                <a:spcPts val="0"/>
              </a:spcAft>
              <a:buSzPts val="1400"/>
              <a:buNone/>
              <a:defRPr b="1" sz="1800">
                <a:solidFill>
                  <a:schemeClr val="accent1"/>
                </a:solidFill>
              </a:defRPr>
            </a:lvl6pPr>
            <a:lvl7pPr lvl="6" algn="ctr">
              <a:lnSpc>
                <a:spcPct val="115000"/>
              </a:lnSpc>
              <a:spcBef>
                <a:spcPts val="1600"/>
              </a:spcBef>
              <a:spcAft>
                <a:spcPts val="0"/>
              </a:spcAft>
              <a:buSzPts val="1400"/>
              <a:buNone/>
              <a:defRPr b="1" sz="1800">
                <a:solidFill>
                  <a:schemeClr val="accent1"/>
                </a:solidFill>
              </a:defRPr>
            </a:lvl7pPr>
            <a:lvl8pPr lvl="7" algn="ctr">
              <a:lnSpc>
                <a:spcPct val="115000"/>
              </a:lnSpc>
              <a:spcBef>
                <a:spcPts val="1600"/>
              </a:spcBef>
              <a:spcAft>
                <a:spcPts val="0"/>
              </a:spcAft>
              <a:buSzPts val="1400"/>
              <a:buNone/>
              <a:defRPr b="1" sz="1800">
                <a:solidFill>
                  <a:schemeClr val="accent1"/>
                </a:solidFill>
              </a:defRPr>
            </a:lvl8pPr>
            <a:lvl9pPr lvl="8" algn="ctr">
              <a:lnSpc>
                <a:spcPct val="115000"/>
              </a:lnSpc>
              <a:spcBef>
                <a:spcPts val="1600"/>
              </a:spcBef>
              <a:spcAft>
                <a:spcPts val="1600"/>
              </a:spcAft>
              <a:buSzPts val="1400"/>
              <a:buNone/>
              <a:defRPr b="1" sz="1800">
                <a:solidFill>
                  <a:schemeClr val="accent1"/>
                </a:solidFill>
              </a:defRPr>
            </a:lvl9pPr>
          </a:lstStyle>
          <a:p/>
        </p:txBody>
      </p:sp>
      <p:sp>
        <p:nvSpPr>
          <p:cNvPr id="376" name="Google Shape;376;p108"/>
          <p:cNvSpPr txBox="1"/>
          <p:nvPr>
            <p:ph idx="2" type="subTitle"/>
          </p:nvPr>
        </p:nvSpPr>
        <p:spPr>
          <a:xfrm>
            <a:off x="1377913" y="2172319"/>
            <a:ext cx="1568100" cy="651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0"/>
              </a:spcBef>
              <a:spcAft>
                <a:spcPts val="0"/>
              </a:spcAft>
              <a:buSzPts val="1400"/>
              <a:buNone/>
              <a:defRPr sz="1600"/>
            </a:lvl2pPr>
            <a:lvl3pPr lvl="2" algn="ctr">
              <a:lnSpc>
                <a:spcPct val="115000"/>
              </a:lnSpc>
              <a:spcBef>
                <a:spcPts val="0"/>
              </a:spcBef>
              <a:spcAft>
                <a:spcPts val="0"/>
              </a:spcAft>
              <a:buSzPts val="1400"/>
              <a:buNone/>
              <a:defRPr sz="1600"/>
            </a:lvl3pPr>
            <a:lvl4pPr lvl="3" algn="ctr">
              <a:lnSpc>
                <a:spcPct val="115000"/>
              </a:lnSpc>
              <a:spcBef>
                <a:spcPts val="0"/>
              </a:spcBef>
              <a:spcAft>
                <a:spcPts val="0"/>
              </a:spcAft>
              <a:buSzPts val="1400"/>
              <a:buNone/>
              <a:defRPr sz="1600"/>
            </a:lvl4pPr>
            <a:lvl5pPr lvl="4" algn="ctr">
              <a:lnSpc>
                <a:spcPct val="115000"/>
              </a:lnSpc>
              <a:spcBef>
                <a:spcPts val="0"/>
              </a:spcBef>
              <a:spcAft>
                <a:spcPts val="0"/>
              </a:spcAft>
              <a:buSzPts val="1400"/>
              <a:buNone/>
              <a:defRPr sz="1600"/>
            </a:lvl5pPr>
            <a:lvl6pPr lvl="5" algn="ctr">
              <a:lnSpc>
                <a:spcPct val="115000"/>
              </a:lnSpc>
              <a:spcBef>
                <a:spcPts val="0"/>
              </a:spcBef>
              <a:spcAft>
                <a:spcPts val="0"/>
              </a:spcAft>
              <a:buSzPts val="1400"/>
              <a:buNone/>
              <a:defRPr sz="1600"/>
            </a:lvl6pPr>
            <a:lvl7pPr lvl="6" algn="ctr">
              <a:lnSpc>
                <a:spcPct val="115000"/>
              </a:lnSpc>
              <a:spcBef>
                <a:spcPts val="0"/>
              </a:spcBef>
              <a:spcAft>
                <a:spcPts val="0"/>
              </a:spcAft>
              <a:buSzPts val="1400"/>
              <a:buNone/>
              <a:defRPr sz="1600"/>
            </a:lvl7pPr>
            <a:lvl8pPr lvl="7" algn="ctr">
              <a:lnSpc>
                <a:spcPct val="115000"/>
              </a:lnSpc>
              <a:spcBef>
                <a:spcPts val="0"/>
              </a:spcBef>
              <a:spcAft>
                <a:spcPts val="0"/>
              </a:spcAft>
              <a:buSzPts val="1400"/>
              <a:buNone/>
              <a:defRPr sz="1600"/>
            </a:lvl8pPr>
            <a:lvl9pPr lvl="8" algn="ctr">
              <a:lnSpc>
                <a:spcPct val="115000"/>
              </a:lnSpc>
              <a:spcBef>
                <a:spcPts val="0"/>
              </a:spcBef>
              <a:spcAft>
                <a:spcPts val="0"/>
              </a:spcAft>
              <a:buSzPts val="1400"/>
              <a:buNone/>
              <a:defRPr sz="1600"/>
            </a:lvl9pPr>
          </a:lstStyle>
          <a:p/>
        </p:txBody>
      </p:sp>
      <p:sp>
        <p:nvSpPr>
          <p:cNvPr id="377" name="Google Shape;377;p108"/>
          <p:cNvSpPr txBox="1"/>
          <p:nvPr>
            <p:ph idx="3" type="subTitle"/>
          </p:nvPr>
        </p:nvSpPr>
        <p:spPr>
          <a:xfrm>
            <a:off x="3787963" y="1860985"/>
            <a:ext cx="15681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b="1" sz="1800">
                <a:solidFill>
                  <a:schemeClr val="accent1"/>
                </a:solidFill>
              </a:defRPr>
            </a:lvl2pPr>
            <a:lvl3pPr lvl="2" algn="ctr">
              <a:lnSpc>
                <a:spcPct val="115000"/>
              </a:lnSpc>
              <a:spcBef>
                <a:spcPts val="1600"/>
              </a:spcBef>
              <a:spcAft>
                <a:spcPts val="0"/>
              </a:spcAft>
              <a:buSzPts val="1400"/>
              <a:buNone/>
              <a:defRPr b="1" sz="1800">
                <a:solidFill>
                  <a:schemeClr val="accent1"/>
                </a:solidFill>
              </a:defRPr>
            </a:lvl3pPr>
            <a:lvl4pPr lvl="3" algn="ctr">
              <a:lnSpc>
                <a:spcPct val="115000"/>
              </a:lnSpc>
              <a:spcBef>
                <a:spcPts val="1600"/>
              </a:spcBef>
              <a:spcAft>
                <a:spcPts val="0"/>
              </a:spcAft>
              <a:buSzPts val="1400"/>
              <a:buNone/>
              <a:defRPr b="1" sz="1800">
                <a:solidFill>
                  <a:schemeClr val="accent1"/>
                </a:solidFill>
              </a:defRPr>
            </a:lvl4pPr>
            <a:lvl5pPr lvl="4" algn="ctr">
              <a:lnSpc>
                <a:spcPct val="115000"/>
              </a:lnSpc>
              <a:spcBef>
                <a:spcPts val="1600"/>
              </a:spcBef>
              <a:spcAft>
                <a:spcPts val="0"/>
              </a:spcAft>
              <a:buSzPts val="1400"/>
              <a:buNone/>
              <a:defRPr b="1" sz="1800">
                <a:solidFill>
                  <a:schemeClr val="accent1"/>
                </a:solidFill>
              </a:defRPr>
            </a:lvl5pPr>
            <a:lvl6pPr lvl="5" algn="ctr">
              <a:lnSpc>
                <a:spcPct val="115000"/>
              </a:lnSpc>
              <a:spcBef>
                <a:spcPts val="1600"/>
              </a:spcBef>
              <a:spcAft>
                <a:spcPts val="0"/>
              </a:spcAft>
              <a:buSzPts val="1400"/>
              <a:buNone/>
              <a:defRPr b="1" sz="1800">
                <a:solidFill>
                  <a:schemeClr val="accent1"/>
                </a:solidFill>
              </a:defRPr>
            </a:lvl6pPr>
            <a:lvl7pPr lvl="6" algn="ctr">
              <a:lnSpc>
                <a:spcPct val="115000"/>
              </a:lnSpc>
              <a:spcBef>
                <a:spcPts val="1600"/>
              </a:spcBef>
              <a:spcAft>
                <a:spcPts val="0"/>
              </a:spcAft>
              <a:buSzPts val="1400"/>
              <a:buNone/>
              <a:defRPr b="1" sz="1800">
                <a:solidFill>
                  <a:schemeClr val="accent1"/>
                </a:solidFill>
              </a:defRPr>
            </a:lvl7pPr>
            <a:lvl8pPr lvl="7" algn="ctr">
              <a:lnSpc>
                <a:spcPct val="115000"/>
              </a:lnSpc>
              <a:spcBef>
                <a:spcPts val="1600"/>
              </a:spcBef>
              <a:spcAft>
                <a:spcPts val="0"/>
              </a:spcAft>
              <a:buSzPts val="1400"/>
              <a:buNone/>
              <a:defRPr b="1" sz="1800">
                <a:solidFill>
                  <a:schemeClr val="accent1"/>
                </a:solidFill>
              </a:defRPr>
            </a:lvl8pPr>
            <a:lvl9pPr lvl="8" algn="ctr">
              <a:lnSpc>
                <a:spcPct val="115000"/>
              </a:lnSpc>
              <a:spcBef>
                <a:spcPts val="1600"/>
              </a:spcBef>
              <a:spcAft>
                <a:spcPts val="1600"/>
              </a:spcAft>
              <a:buSzPts val="1400"/>
              <a:buNone/>
              <a:defRPr b="1" sz="1800">
                <a:solidFill>
                  <a:schemeClr val="accent1"/>
                </a:solidFill>
              </a:defRPr>
            </a:lvl9pPr>
          </a:lstStyle>
          <a:p/>
        </p:txBody>
      </p:sp>
      <p:sp>
        <p:nvSpPr>
          <p:cNvPr id="378" name="Google Shape;378;p108"/>
          <p:cNvSpPr txBox="1"/>
          <p:nvPr>
            <p:ph idx="4" type="subTitle"/>
          </p:nvPr>
        </p:nvSpPr>
        <p:spPr>
          <a:xfrm>
            <a:off x="3787963" y="2172319"/>
            <a:ext cx="1568100" cy="651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0"/>
              </a:spcBef>
              <a:spcAft>
                <a:spcPts val="0"/>
              </a:spcAft>
              <a:buSzPts val="1400"/>
              <a:buNone/>
              <a:defRPr sz="1600"/>
            </a:lvl2pPr>
            <a:lvl3pPr lvl="2" algn="ctr">
              <a:lnSpc>
                <a:spcPct val="115000"/>
              </a:lnSpc>
              <a:spcBef>
                <a:spcPts val="0"/>
              </a:spcBef>
              <a:spcAft>
                <a:spcPts val="0"/>
              </a:spcAft>
              <a:buSzPts val="1400"/>
              <a:buNone/>
              <a:defRPr sz="1600"/>
            </a:lvl3pPr>
            <a:lvl4pPr lvl="3" algn="ctr">
              <a:lnSpc>
                <a:spcPct val="115000"/>
              </a:lnSpc>
              <a:spcBef>
                <a:spcPts val="0"/>
              </a:spcBef>
              <a:spcAft>
                <a:spcPts val="0"/>
              </a:spcAft>
              <a:buSzPts val="1400"/>
              <a:buNone/>
              <a:defRPr sz="1600"/>
            </a:lvl4pPr>
            <a:lvl5pPr lvl="4" algn="ctr">
              <a:lnSpc>
                <a:spcPct val="115000"/>
              </a:lnSpc>
              <a:spcBef>
                <a:spcPts val="0"/>
              </a:spcBef>
              <a:spcAft>
                <a:spcPts val="0"/>
              </a:spcAft>
              <a:buSzPts val="1400"/>
              <a:buNone/>
              <a:defRPr sz="1600"/>
            </a:lvl5pPr>
            <a:lvl6pPr lvl="5" algn="ctr">
              <a:lnSpc>
                <a:spcPct val="115000"/>
              </a:lnSpc>
              <a:spcBef>
                <a:spcPts val="0"/>
              </a:spcBef>
              <a:spcAft>
                <a:spcPts val="0"/>
              </a:spcAft>
              <a:buSzPts val="1400"/>
              <a:buNone/>
              <a:defRPr sz="1600"/>
            </a:lvl6pPr>
            <a:lvl7pPr lvl="6" algn="ctr">
              <a:lnSpc>
                <a:spcPct val="115000"/>
              </a:lnSpc>
              <a:spcBef>
                <a:spcPts val="0"/>
              </a:spcBef>
              <a:spcAft>
                <a:spcPts val="0"/>
              </a:spcAft>
              <a:buSzPts val="1400"/>
              <a:buNone/>
              <a:defRPr sz="1600"/>
            </a:lvl7pPr>
            <a:lvl8pPr lvl="7" algn="ctr">
              <a:lnSpc>
                <a:spcPct val="115000"/>
              </a:lnSpc>
              <a:spcBef>
                <a:spcPts val="0"/>
              </a:spcBef>
              <a:spcAft>
                <a:spcPts val="0"/>
              </a:spcAft>
              <a:buSzPts val="1400"/>
              <a:buNone/>
              <a:defRPr sz="1600"/>
            </a:lvl8pPr>
            <a:lvl9pPr lvl="8" algn="ctr">
              <a:lnSpc>
                <a:spcPct val="115000"/>
              </a:lnSpc>
              <a:spcBef>
                <a:spcPts val="0"/>
              </a:spcBef>
              <a:spcAft>
                <a:spcPts val="0"/>
              </a:spcAft>
              <a:buSzPts val="1400"/>
              <a:buNone/>
              <a:defRPr sz="1600"/>
            </a:lvl9pPr>
          </a:lstStyle>
          <a:p/>
        </p:txBody>
      </p:sp>
      <p:sp>
        <p:nvSpPr>
          <p:cNvPr id="379" name="Google Shape;379;p108"/>
          <p:cNvSpPr txBox="1"/>
          <p:nvPr>
            <p:ph idx="5" type="subTitle"/>
          </p:nvPr>
        </p:nvSpPr>
        <p:spPr>
          <a:xfrm>
            <a:off x="6197988" y="1860985"/>
            <a:ext cx="15681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b="1" sz="1800">
                <a:solidFill>
                  <a:schemeClr val="accent1"/>
                </a:solidFill>
              </a:defRPr>
            </a:lvl2pPr>
            <a:lvl3pPr lvl="2" algn="ctr">
              <a:lnSpc>
                <a:spcPct val="115000"/>
              </a:lnSpc>
              <a:spcBef>
                <a:spcPts val="1600"/>
              </a:spcBef>
              <a:spcAft>
                <a:spcPts val="0"/>
              </a:spcAft>
              <a:buSzPts val="1400"/>
              <a:buNone/>
              <a:defRPr b="1" sz="1800">
                <a:solidFill>
                  <a:schemeClr val="accent1"/>
                </a:solidFill>
              </a:defRPr>
            </a:lvl3pPr>
            <a:lvl4pPr lvl="3" algn="ctr">
              <a:lnSpc>
                <a:spcPct val="115000"/>
              </a:lnSpc>
              <a:spcBef>
                <a:spcPts val="1600"/>
              </a:spcBef>
              <a:spcAft>
                <a:spcPts val="0"/>
              </a:spcAft>
              <a:buSzPts val="1400"/>
              <a:buNone/>
              <a:defRPr b="1" sz="1800">
                <a:solidFill>
                  <a:schemeClr val="accent1"/>
                </a:solidFill>
              </a:defRPr>
            </a:lvl4pPr>
            <a:lvl5pPr lvl="4" algn="ctr">
              <a:lnSpc>
                <a:spcPct val="115000"/>
              </a:lnSpc>
              <a:spcBef>
                <a:spcPts val="1600"/>
              </a:spcBef>
              <a:spcAft>
                <a:spcPts val="0"/>
              </a:spcAft>
              <a:buSzPts val="1400"/>
              <a:buNone/>
              <a:defRPr b="1" sz="1800">
                <a:solidFill>
                  <a:schemeClr val="accent1"/>
                </a:solidFill>
              </a:defRPr>
            </a:lvl5pPr>
            <a:lvl6pPr lvl="5" algn="ctr">
              <a:lnSpc>
                <a:spcPct val="115000"/>
              </a:lnSpc>
              <a:spcBef>
                <a:spcPts val="1600"/>
              </a:spcBef>
              <a:spcAft>
                <a:spcPts val="0"/>
              </a:spcAft>
              <a:buSzPts val="1400"/>
              <a:buNone/>
              <a:defRPr b="1" sz="1800">
                <a:solidFill>
                  <a:schemeClr val="accent1"/>
                </a:solidFill>
              </a:defRPr>
            </a:lvl6pPr>
            <a:lvl7pPr lvl="6" algn="ctr">
              <a:lnSpc>
                <a:spcPct val="115000"/>
              </a:lnSpc>
              <a:spcBef>
                <a:spcPts val="1600"/>
              </a:spcBef>
              <a:spcAft>
                <a:spcPts val="0"/>
              </a:spcAft>
              <a:buSzPts val="1400"/>
              <a:buNone/>
              <a:defRPr b="1" sz="1800">
                <a:solidFill>
                  <a:schemeClr val="accent1"/>
                </a:solidFill>
              </a:defRPr>
            </a:lvl7pPr>
            <a:lvl8pPr lvl="7" algn="ctr">
              <a:lnSpc>
                <a:spcPct val="115000"/>
              </a:lnSpc>
              <a:spcBef>
                <a:spcPts val="1600"/>
              </a:spcBef>
              <a:spcAft>
                <a:spcPts val="0"/>
              </a:spcAft>
              <a:buSzPts val="1400"/>
              <a:buNone/>
              <a:defRPr b="1" sz="1800">
                <a:solidFill>
                  <a:schemeClr val="accent1"/>
                </a:solidFill>
              </a:defRPr>
            </a:lvl8pPr>
            <a:lvl9pPr lvl="8" algn="ctr">
              <a:lnSpc>
                <a:spcPct val="115000"/>
              </a:lnSpc>
              <a:spcBef>
                <a:spcPts val="1600"/>
              </a:spcBef>
              <a:spcAft>
                <a:spcPts val="1600"/>
              </a:spcAft>
              <a:buSzPts val="1400"/>
              <a:buNone/>
              <a:defRPr b="1" sz="1800">
                <a:solidFill>
                  <a:schemeClr val="accent1"/>
                </a:solidFill>
              </a:defRPr>
            </a:lvl9pPr>
          </a:lstStyle>
          <a:p/>
        </p:txBody>
      </p:sp>
      <p:sp>
        <p:nvSpPr>
          <p:cNvPr id="380" name="Google Shape;380;p108"/>
          <p:cNvSpPr txBox="1"/>
          <p:nvPr>
            <p:ph idx="6" type="subTitle"/>
          </p:nvPr>
        </p:nvSpPr>
        <p:spPr>
          <a:xfrm>
            <a:off x="6197988" y="2172319"/>
            <a:ext cx="1568100" cy="651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0"/>
              </a:spcBef>
              <a:spcAft>
                <a:spcPts val="0"/>
              </a:spcAft>
              <a:buSzPts val="1400"/>
              <a:buNone/>
              <a:defRPr sz="1600"/>
            </a:lvl2pPr>
            <a:lvl3pPr lvl="2" algn="ctr">
              <a:lnSpc>
                <a:spcPct val="115000"/>
              </a:lnSpc>
              <a:spcBef>
                <a:spcPts val="0"/>
              </a:spcBef>
              <a:spcAft>
                <a:spcPts val="0"/>
              </a:spcAft>
              <a:buSzPts val="1400"/>
              <a:buNone/>
              <a:defRPr sz="1600"/>
            </a:lvl3pPr>
            <a:lvl4pPr lvl="3" algn="ctr">
              <a:lnSpc>
                <a:spcPct val="115000"/>
              </a:lnSpc>
              <a:spcBef>
                <a:spcPts val="0"/>
              </a:spcBef>
              <a:spcAft>
                <a:spcPts val="0"/>
              </a:spcAft>
              <a:buSzPts val="1400"/>
              <a:buNone/>
              <a:defRPr sz="1600"/>
            </a:lvl4pPr>
            <a:lvl5pPr lvl="4" algn="ctr">
              <a:lnSpc>
                <a:spcPct val="115000"/>
              </a:lnSpc>
              <a:spcBef>
                <a:spcPts val="0"/>
              </a:spcBef>
              <a:spcAft>
                <a:spcPts val="0"/>
              </a:spcAft>
              <a:buSzPts val="1400"/>
              <a:buNone/>
              <a:defRPr sz="1600"/>
            </a:lvl5pPr>
            <a:lvl6pPr lvl="5" algn="ctr">
              <a:lnSpc>
                <a:spcPct val="115000"/>
              </a:lnSpc>
              <a:spcBef>
                <a:spcPts val="0"/>
              </a:spcBef>
              <a:spcAft>
                <a:spcPts val="0"/>
              </a:spcAft>
              <a:buSzPts val="1400"/>
              <a:buNone/>
              <a:defRPr sz="1600"/>
            </a:lvl6pPr>
            <a:lvl7pPr lvl="6" algn="ctr">
              <a:lnSpc>
                <a:spcPct val="115000"/>
              </a:lnSpc>
              <a:spcBef>
                <a:spcPts val="0"/>
              </a:spcBef>
              <a:spcAft>
                <a:spcPts val="0"/>
              </a:spcAft>
              <a:buSzPts val="1400"/>
              <a:buNone/>
              <a:defRPr sz="1600"/>
            </a:lvl7pPr>
            <a:lvl8pPr lvl="7" algn="ctr">
              <a:lnSpc>
                <a:spcPct val="115000"/>
              </a:lnSpc>
              <a:spcBef>
                <a:spcPts val="0"/>
              </a:spcBef>
              <a:spcAft>
                <a:spcPts val="0"/>
              </a:spcAft>
              <a:buSzPts val="1400"/>
              <a:buNone/>
              <a:defRPr sz="1600"/>
            </a:lvl8pPr>
            <a:lvl9pPr lvl="8" algn="ctr">
              <a:lnSpc>
                <a:spcPct val="115000"/>
              </a:lnSpc>
              <a:spcBef>
                <a:spcPts val="0"/>
              </a:spcBef>
              <a:spcAft>
                <a:spcPts val="0"/>
              </a:spcAft>
              <a:buSzPts val="1400"/>
              <a:buNone/>
              <a:defRPr sz="1600"/>
            </a:lvl9pPr>
          </a:lstStyle>
          <a:p/>
        </p:txBody>
      </p:sp>
      <p:sp>
        <p:nvSpPr>
          <p:cNvPr id="381" name="Google Shape;381;p108"/>
          <p:cNvSpPr txBox="1"/>
          <p:nvPr>
            <p:ph idx="7" type="subTitle"/>
          </p:nvPr>
        </p:nvSpPr>
        <p:spPr>
          <a:xfrm>
            <a:off x="1377913" y="3750749"/>
            <a:ext cx="15681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b="1" sz="1800">
                <a:solidFill>
                  <a:schemeClr val="accent1"/>
                </a:solidFill>
              </a:defRPr>
            </a:lvl2pPr>
            <a:lvl3pPr lvl="2" algn="ctr">
              <a:lnSpc>
                <a:spcPct val="115000"/>
              </a:lnSpc>
              <a:spcBef>
                <a:spcPts val="1600"/>
              </a:spcBef>
              <a:spcAft>
                <a:spcPts val="0"/>
              </a:spcAft>
              <a:buSzPts val="1400"/>
              <a:buNone/>
              <a:defRPr b="1" sz="1800">
                <a:solidFill>
                  <a:schemeClr val="accent1"/>
                </a:solidFill>
              </a:defRPr>
            </a:lvl3pPr>
            <a:lvl4pPr lvl="3" algn="ctr">
              <a:lnSpc>
                <a:spcPct val="115000"/>
              </a:lnSpc>
              <a:spcBef>
                <a:spcPts val="1600"/>
              </a:spcBef>
              <a:spcAft>
                <a:spcPts val="0"/>
              </a:spcAft>
              <a:buSzPts val="1400"/>
              <a:buNone/>
              <a:defRPr b="1" sz="1800">
                <a:solidFill>
                  <a:schemeClr val="accent1"/>
                </a:solidFill>
              </a:defRPr>
            </a:lvl4pPr>
            <a:lvl5pPr lvl="4" algn="ctr">
              <a:lnSpc>
                <a:spcPct val="115000"/>
              </a:lnSpc>
              <a:spcBef>
                <a:spcPts val="1600"/>
              </a:spcBef>
              <a:spcAft>
                <a:spcPts val="0"/>
              </a:spcAft>
              <a:buSzPts val="1400"/>
              <a:buNone/>
              <a:defRPr b="1" sz="1800">
                <a:solidFill>
                  <a:schemeClr val="accent1"/>
                </a:solidFill>
              </a:defRPr>
            </a:lvl5pPr>
            <a:lvl6pPr lvl="5" algn="ctr">
              <a:lnSpc>
                <a:spcPct val="115000"/>
              </a:lnSpc>
              <a:spcBef>
                <a:spcPts val="1600"/>
              </a:spcBef>
              <a:spcAft>
                <a:spcPts val="0"/>
              </a:spcAft>
              <a:buSzPts val="1400"/>
              <a:buNone/>
              <a:defRPr b="1" sz="1800">
                <a:solidFill>
                  <a:schemeClr val="accent1"/>
                </a:solidFill>
              </a:defRPr>
            </a:lvl6pPr>
            <a:lvl7pPr lvl="6" algn="ctr">
              <a:lnSpc>
                <a:spcPct val="115000"/>
              </a:lnSpc>
              <a:spcBef>
                <a:spcPts val="1600"/>
              </a:spcBef>
              <a:spcAft>
                <a:spcPts val="0"/>
              </a:spcAft>
              <a:buSzPts val="1400"/>
              <a:buNone/>
              <a:defRPr b="1" sz="1800">
                <a:solidFill>
                  <a:schemeClr val="accent1"/>
                </a:solidFill>
              </a:defRPr>
            </a:lvl7pPr>
            <a:lvl8pPr lvl="7" algn="ctr">
              <a:lnSpc>
                <a:spcPct val="115000"/>
              </a:lnSpc>
              <a:spcBef>
                <a:spcPts val="1600"/>
              </a:spcBef>
              <a:spcAft>
                <a:spcPts val="0"/>
              </a:spcAft>
              <a:buSzPts val="1400"/>
              <a:buNone/>
              <a:defRPr b="1" sz="1800">
                <a:solidFill>
                  <a:schemeClr val="accent1"/>
                </a:solidFill>
              </a:defRPr>
            </a:lvl8pPr>
            <a:lvl9pPr lvl="8" algn="ctr">
              <a:lnSpc>
                <a:spcPct val="115000"/>
              </a:lnSpc>
              <a:spcBef>
                <a:spcPts val="1600"/>
              </a:spcBef>
              <a:spcAft>
                <a:spcPts val="1600"/>
              </a:spcAft>
              <a:buSzPts val="1400"/>
              <a:buNone/>
              <a:defRPr b="1" sz="1800">
                <a:solidFill>
                  <a:schemeClr val="accent1"/>
                </a:solidFill>
              </a:defRPr>
            </a:lvl9pPr>
          </a:lstStyle>
          <a:p/>
        </p:txBody>
      </p:sp>
      <p:sp>
        <p:nvSpPr>
          <p:cNvPr id="382" name="Google Shape;382;p108"/>
          <p:cNvSpPr txBox="1"/>
          <p:nvPr>
            <p:ph idx="8" type="subTitle"/>
          </p:nvPr>
        </p:nvSpPr>
        <p:spPr>
          <a:xfrm>
            <a:off x="1377913" y="4061535"/>
            <a:ext cx="1568100" cy="651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0"/>
              </a:spcBef>
              <a:spcAft>
                <a:spcPts val="0"/>
              </a:spcAft>
              <a:buSzPts val="1400"/>
              <a:buNone/>
              <a:defRPr sz="1600"/>
            </a:lvl2pPr>
            <a:lvl3pPr lvl="2" algn="ctr">
              <a:lnSpc>
                <a:spcPct val="115000"/>
              </a:lnSpc>
              <a:spcBef>
                <a:spcPts val="0"/>
              </a:spcBef>
              <a:spcAft>
                <a:spcPts val="0"/>
              </a:spcAft>
              <a:buSzPts val="1400"/>
              <a:buNone/>
              <a:defRPr sz="1600"/>
            </a:lvl3pPr>
            <a:lvl4pPr lvl="3" algn="ctr">
              <a:lnSpc>
                <a:spcPct val="115000"/>
              </a:lnSpc>
              <a:spcBef>
                <a:spcPts val="0"/>
              </a:spcBef>
              <a:spcAft>
                <a:spcPts val="0"/>
              </a:spcAft>
              <a:buSzPts val="1400"/>
              <a:buNone/>
              <a:defRPr sz="1600"/>
            </a:lvl4pPr>
            <a:lvl5pPr lvl="4" algn="ctr">
              <a:lnSpc>
                <a:spcPct val="115000"/>
              </a:lnSpc>
              <a:spcBef>
                <a:spcPts val="0"/>
              </a:spcBef>
              <a:spcAft>
                <a:spcPts val="0"/>
              </a:spcAft>
              <a:buSzPts val="1400"/>
              <a:buNone/>
              <a:defRPr sz="1600"/>
            </a:lvl5pPr>
            <a:lvl6pPr lvl="5" algn="ctr">
              <a:lnSpc>
                <a:spcPct val="115000"/>
              </a:lnSpc>
              <a:spcBef>
                <a:spcPts val="0"/>
              </a:spcBef>
              <a:spcAft>
                <a:spcPts val="0"/>
              </a:spcAft>
              <a:buSzPts val="1400"/>
              <a:buNone/>
              <a:defRPr sz="1600"/>
            </a:lvl6pPr>
            <a:lvl7pPr lvl="6" algn="ctr">
              <a:lnSpc>
                <a:spcPct val="115000"/>
              </a:lnSpc>
              <a:spcBef>
                <a:spcPts val="0"/>
              </a:spcBef>
              <a:spcAft>
                <a:spcPts val="0"/>
              </a:spcAft>
              <a:buSzPts val="1400"/>
              <a:buNone/>
              <a:defRPr sz="1600"/>
            </a:lvl7pPr>
            <a:lvl8pPr lvl="7" algn="ctr">
              <a:lnSpc>
                <a:spcPct val="115000"/>
              </a:lnSpc>
              <a:spcBef>
                <a:spcPts val="0"/>
              </a:spcBef>
              <a:spcAft>
                <a:spcPts val="0"/>
              </a:spcAft>
              <a:buSzPts val="1400"/>
              <a:buNone/>
              <a:defRPr sz="1600"/>
            </a:lvl8pPr>
            <a:lvl9pPr lvl="8" algn="ctr">
              <a:lnSpc>
                <a:spcPct val="115000"/>
              </a:lnSpc>
              <a:spcBef>
                <a:spcPts val="0"/>
              </a:spcBef>
              <a:spcAft>
                <a:spcPts val="0"/>
              </a:spcAft>
              <a:buSzPts val="1400"/>
              <a:buNone/>
              <a:defRPr sz="1600"/>
            </a:lvl9pPr>
          </a:lstStyle>
          <a:p/>
        </p:txBody>
      </p:sp>
      <p:sp>
        <p:nvSpPr>
          <p:cNvPr id="383" name="Google Shape;383;p108"/>
          <p:cNvSpPr txBox="1"/>
          <p:nvPr>
            <p:ph idx="9" type="subTitle"/>
          </p:nvPr>
        </p:nvSpPr>
        <p:spPr>
          <a:xfrm>
            <a:off x="3787963" y="3750749"/>
            <a:ext cx="15681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b="1" sz="1800">
                <a:solidFill>
                  <a:schemeClr val="accent1"/>
                </a:solidFill>
              </a:defRPr>
            </a:lvl2pPr>
            <a:lvl3pPr lvl="2" algn="ctr">
              <a:lnSpc>
                <a:spcPct val="115000"/>
              </a:lnSpc>
              <a:spcBef>
                <a:spcPts val="1600"/>
              </a:spcBef>
              <a:spcAft>
                <a:spcPts val="0"/>
              </a:spcAft>
              <a:buSzPts val="1400"/>
              <a:buNone/>
              <a:defRPr b="1" sz="1800">
                <a:solidFill>
                  <a:schemeClr val="accent1"/>
                </a:solidFill>
              </a:defRPr>
            </a:lvl3pPr>
            <a:lvl4pPr lvl="3" algn="ctr">
              <a:lnSpc>
                <a:spcPct val="115000"/>
              </a:lnSpc>
              <a:spcBef>
                <a:spcPts val="1600"/>
              </a:spcBef>
              <a:spcAft>
                <a:spcPts val="0"/>
              </a:spcAft>
              <a:buSzPts val="1400"/>
              <a:buNone/>
              <a:defRPr b="1" sz="1800">
                <a:solidFill>
                  <a:schemeClr val="accent1"/>
                </a:solidFill>
              </a:defRPr>
            </a:lvl4pPr>
            <a:lvl5pPr lvl="4" algn="ctr">
              <a:lnSpc>
                <a:spcPct val="115000"/>
              </a:lnSpc>
              <a:spcBef>
                <a:spcPts val="1600"/>
              </a:spcBef>
              <a:spcAft>
                <a:spcPts val="0"/>
              </a:spcAft>
              <a:buSzPts val="1400"/>
              <a:buNone/>
              <a:defRPr b="1" sz="1800">
                <a:solidFill>
                  <a:schemeClr val="accent1"/>
                </a:solidFill>
              </a:defRPr>
            </a:lvl5pPr>
            <a:lvl6pPr lvl="5" algn="ctr">
              <a:lnSpc>
                <a:spcPct val="115000"/>
              </a:lnSpc>
              <a:spcBef>
                <a:spcPts val="1600"/>
              </a:spcBef>
              <a:spcAft>
                <a:spcPts val="0"/>
              </a:spcAft>
              <a:buSzPts val="1400"/>
              <a:buNone/>
              <a:defRPr b="1" sz="1800">
                <a:solidFill>
                  <a:schemeClr val="accent1"/>
                </a:solidFill>
              </a:defRPr>
            </a:lvl6pPr>
            <a:lvl7pPr lvl="6" algn="ctr">
              <a:lnSpc>
                <a:spcPct val="115000"/>
              </a:lnSpc>
              <a:spcBef>
                <a:spcPts val="1600"/>
              </a:spcBef>
              <a:spcAft>
                <a:spcPts val="0"/>
              </a:spcAft>
              <a:buSzPts val="1400"/>
              <a:buNone/>
              <a:defRPr b="1" sz="1800">
                <a:solidFill>
                  <a:schemeClr val="accent1"/>
                </a:solidFill>
              </a:defRPr>
            </a:lvl7pPr>
            <a:lvl8pPr lvl="7" algn="ctr">
              <a:lnSpc>
                <a:spcPct val="115000"/>
              </a:lnSpc>
              <a:spcBef>
                <a:spcPts val="1600"/>
              </a:spcBef>
              <a:spcAft>
                <a:spcPts val="0"/>
              </a:spcAft>
              <a:buSzPts val="1400"/>
              <a:buNone/>
              <a:defRPr b="1" sz="1800">
                <a:solidFill>
                  <a:schemeClr val="accent1"/>
                </a:solidFill>
              </a:defRPr>
            </a:lvl8pPr>
            <a:lvl9pPr lvl="8" algn="ctr">
              <a:lnSpc>
                <a:spcPct val="115000"/>
              </a:lnSpc>
              <a:spcBef>
                <a:spcPts val="1600"/>
              </a:spcBef>
              <a:spcAft>
                <a:spcPts val="1600"/>
              </a:spcAft>
              <a:buSzPts val="1400"/>
              <a:buNone/>
              <a:defRPr b="1" sz="1800">
                <a:solidFill>
                  <a:schemeClr val="accent1"/>
                </a:solidFill>
              </a:defRPr>
            </a:lvl9pPr>
          </a:lstStyle>
          <a:p/>
        </p:txBody>
      </p:sp>
      <p:sp>
        <p:nvSpPr>
          <p:cNvPr id="384" name="Google Shape;384;p108"/>
          <p:cNvSpPr txBox="1"/>
          <p:nvPr>
            <p:ph idx="13" type="subTitle"/>
          </p:nvPr>
        </p:nvSpPr>
        <p:spPr>
          <a:xfrm>
            <a:off x="3787963" y="4061535"/>
            <a:ext cx="1568100" cy="651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0"/>
              </a:spcBef>
              <a:spcAft>
                <a:spcPts val="0"/>
              </a:spcAft>
              <a:buSzPts val="1400"/>
              <a:buNone/>
              <a:defRPr sz="1600"/>
            </a:lvl2pPr>
            <a:lvl3pPr lvl="2" algn="ctr">
              <a:lnSpc>
                <a:spcPct val="115000"/>
              </a:lnSpc>
              <a:spcBef>
                <a:spcPts val="0"/>
              </a:spcBef>
              <a:spcAft>
                <a:spcPts val="0"/>
              </a:spcAft>
              <a:buSzPts val="1400"/>
              <a:buNone/>
              <a:defRPr sz="1600"/>
            </a:lvl3pPr>
            <a:lvl4pPr lvl="3" algn="ctr">
              <a:lnSpc>
                <a:spcPct val="115000"/>
              </a:lnSpc>
              <a:spcBef>
                <a:spcPts val="0"/>
              </a:spcBef>
              <a:spcAft>
                <a:spcPts val="0"/>
              </a:spcAft>
              <a:buSzPts val="1400"/>
              <a:buNone/>
              <a:defRPr sz="1600"/>
            </a:lvl4pPr>
            <a:lvl5pPr lvl="4" algn="ctr">
              <a:lnSpc>
                <a:spcPct val="115000"/>
              </a:lnSpc>
              <a:spcBef>
                <a:spcPts val="0"/>
              </a:spcBef>
              <a:spcAft>
                <a:spcPts val="0"/>
              </a:spcAft>
              <a:buSzPts val="1400"/>
              <a:buNone/>
              <a:defRPr sz="1600"/>
            </a:lvl5pPr>
            <a:lvl6pPr lvl="5" algn="ctr">
              <a:lnSpc>
                <a:spcPct val="115000"/>
              </a:lnSpc>
              <a:spcBef>
                <a:spcPts val="0"/>
              </a:spcBef>
              <a:spcAft>
                <a:spcPts val="0"/>
              </a:spcAft>
              <a:buSzPts val="1400"/>
              <a:buNone/>
              <a:defRPr sz="1600"/>
            </a:lvl6pPr>
            <a:lvl7pPr lvl="6" algn="ctr">
              <a:lnSpc>
                <a:spcPct val="115000"/>
              </a:lnSpc>
              <a:spcBef>
                <a:spcPts val="0"/>
              </a:spcBef>
              <a:spcAft>
                <a:spcPts val="0"/>
              </a:spcAft>
              <a:buSzPts val="1400"/>
              <a:buNone/>
              <a:defRPr sz="1600"/>
            </a:lvl7pPr>
            <a:lvl8pPr lvl="7" algn="ctr">
              <a:lnSpc>
                <a:spcPct val="115000"/>
              </a:lnSpc>
              <a:spcBef>
                <a:spcPts val="0"/>
              </a:spcBef>
              <a:spcAft>
                <a:spcPts val="0"/>
              </a:spcAft>
              <a:buSzPts val="1400"/>
              <a:buNone/>
              <a:defRPr sz="1600"/>
            </a:lvl8pPr>
            <a:lvl9pPr lvl="8" algn="ctr">
              <a:lnSpc>
                <a:spcPct val="115000"/>
              </a:lnSpc>
              <a:spcBef>
                <a:spcPts val="0"/>
              </a:spcBef>
              <a:spcAft>
                <a:spcPts val="0"/>
              </a:spcAft>
              <a:buSzPts val="1400"/>
              <a:buNone/>
              <a:defRPr sz="1600"/>
            </a:lvl9pPr>
          </a:lstStyle>
          <a:p/>
        </p:txBody>
      </p:sp>
      <p:sp>
        <p:nvSpPr>
          <p:cNvPr id="385" name="Google Shape;385;p108"/>
          <p:cNvSpPr txBox="1"/>
          <p:nvPr>
            <p:ph idx="14" type="subTitle"/>
          </p:nvPr>
        </p:nvSpPr>
        <p:spPr>
          <a:xfrm>
            <a:off x="6197988" y="3750749"/>
            <a:ext cx="1568100" cy="39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1"/>
                </a:solidFill>
              </a:defRPr>
            </a:lvl1pPr>
            <a:lvl2pPr lvl="1" algn="ctr">
              <a:lnSpc>
                <a:spcPct val="115000"/>
              </a:lnSpc>
              <a:spcBef>
                <a:spcPts val="1600"/>
              </a:spcBef>
              <a:spcAft>
                <a:spcPts val="0"/>
              </a:spcAft>
              <a:buSzPts val="1400"/>
              <a:buNone/>
              <a:defRPr b="1" sz="1800">
                <a:solidFill>
                  <a:schemeClr val="accent1"/>
                </a:solidFill>
              </a:defRPr>
            </a:lvl2pPr>
            <a:lvl3pPr lvl="2" algn="ctr">
              <a:lnSpc>
                <a:spcPct val="115000"/>
              </a:lnSpc>
              <a:spcBef>
                <a:spcPts val="1600"/>
              </a:spcBef>
              <a:spcAft>
                <a:spcPts val="0"/>
              </a:spcAft>
              <a:buSzPts val="1400"/>
              <a:buNone/>
              <a:defRPr b="1" sz="1800">
                <a:solidFill>
                  <a:schemeClr val="accent1"/>
                </a:solidFill>
              </a:defRPr>
            </a:lvl3pPr>
            <a:lvl4pPr lvl="3" algn="ctr">
              <a:lnSpc>
                <a:spcPct val="115000"/>
              </a:lnSpc>
              <a:spcBef>
                <a:spcPts val="1600"/>
              </a:spcBef>
              <a:spcAft>
                <a:spcPts val="0"/>
              </a:spcAft>
              <a:buSzPts val="1400"/>
              <a:buNone/>
              <a:defRPr b="1" sz="1800">
                <a:solidFill>
                  <a:schemeClr val="accent1"/>
                </a:solidFill>
              </a:defRPr>
            </a:lvl4pPr>
            <a:lvl5pPr lvl="4" algn="ctr">
              <a:lnSpc>
                <a:spcPct val="115000"/>
              </a:lnSpc>
              <a:spcBef>
                <a:spcPts val="1600"/>
              </a:spcBef>
              <a:spcAft>
                <a:spcPts val="0"/>
              </a:spcAft>
              <a:buSzPts val="1400"/>
              <a:buNone/>
              <a:defRPr b="1" sz="1800">
                <a:solidFill>
                  <a:schemeClr val="accent1"/>
                </a:solidFill>
              </a:defRPr>
            </a:lvl5pPr>
            <a:lvl6pPr lvl="5" algn="ctr">
              <a:lnSpc>
                <a:spcPct val="115000"/>
              </a:lnSpc>
              <a:spcBef>
                <a:spcPts val="1600"/>
              </a:spcBef>
              <a:spcAft>
                <a:spcPts val="0"/>
              </a:spcAft>
              <a:buSzPts val="1400"/>
              <a:buNone/>
              <a:defRPr b="1" sz="1800">
                <a:solidFill>
                  <a:schemeClr val="accent1"/>
                </a:solidFill>
              </a:defRPr>
            </a:lvl6pPr>
            <a:lvl7pPr lvl="6" algn="ctr">
              <a:lnSpc>
                <a:spcPct val="115000"/>
              </a:lnSpc>
              <a:spcBef>
                <a:spcPts val="1600"/>
              </a:spcBef>
              <a:spcAft>
                <a:spcPts val="0"/>
              </a:spcAft>
              <a:buSzPts val="1400"/>
              <a:buNone/>
              <a:defRPr b="1" sz="1800">
                <a:solidFill>
                  <a:schemeClr val="accent1"/>
                </a:solidFill>
              </a:defRPr>
            </a:lvl7pPr>
            <a:lvl8pPr lvl="7" algn="ctr">
              <a:lnSpc>
                <a:spcPct val="115000"/>
              </a:lnSpc>
              <a:spcBef>
                <a:spcPts val="1600"/>
              </a:spcBef>
              <a:spcAft>
                <a:spcPts val="0"/>
              </a:spcAft>
              <a:buSzPts val="1400"/>
              <a:buNone/>
              <a:defRPr b="1" sz="1800">
                <a:solidFill>
                  <a:schemeClr val="accent1"/>
                </a:solidFill>
              </a:defRPr>
            </a:lvl8pPr>
            <a:lvl9pPr lvl="8" algn="ctr">
              <a:lnSpc>
                <a:spcPct val="115000"/>
              </a:lnSpc>
              <a:spcBef>
                <a:spcPts val="1600"/>
              </a:spcBef>
              <a:spcAft>
                <a:spcPts val="1600"/>
              </a:spcAft>
              <a:buSzPts val="1400"/>
              <a:buNone/>
              <a:defRPr b="1" sz="1800">
                <a:solidFill>
                  <a:schemeClr val="accent1"/>
                </a:solidFill>
              </a:defRPr>
            </a:lvl9pPr>
          </a:lstStyle>
          <a:p/>
        </p:txBody>
      </p:sp>
      <p:sp>
        <p:nvSpPr>
          <p:cNvPr id="386" name="Google Shape;386;p108"/>
          <p:cNvSpPr txBox="1"/>
          <p:nvPr>
            <p:ph idx="15" type="subTitle"/>
          </p:nvPr>
        </p:nvSpPr>
        <p:spPr>
          <a:xfrm>
            <a:off x="6197988" y="4061535"/>
            <a:ext cx="1568100" cy="651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15000"/>
              </a:lnSpc>
              <a:spcBef>
                <a:spcPts val="0"/>
              </a:spcBef>
              <a:spcAft>
                <a:spcPts val="0"/>
              </a:spcAft>
              <a:buSzPts val="1400"/>
              <a:buNone/>
              <a:defRPr sz="1600"/>
            </a:lvl2pPr>
            <a:lvl3pPr lvl="2" algn="ctr">
              <a:lnSpc>
                <a:spcPct val="115000"/>
              </a:lnSpc>
              <a:spcBef>
                <a:spcPts val="0"/>
              </a:spcBef>
              <a:spcAft>
                <a:spcPts val="0"/>
              </a:spcAft>
              <a:buSzPts val="1400"/>
              <a:buNone/>
              <a:defRPr sz="1600"/>
            </a:lvl3pPr>
            <a:lvl4pPr lvl="3" algn="ctr">
              <a:lnSpc>
                <a:spcPct val="115000"/>
              </a:lnSpc>
              <a:spcBef>
                <a:spcPts val="0"/>
              </a:spcBef>
              <a:spcAft>
                <a:spcPts val="0"/>
              </a:spcAft>
              <a:buSzPts val="1400"/>
              <a:buNone/>
              <a:defRPr sz="1600"/>
            </a:lvl4pPr>
            <a:lvl5pPr lvl="4" algn="ctr">
              <a:lnSpc>
                <a:spcPct val="115000"/>
              </a:lnSpc>
              <a:spcBef>
                <a:spcPts val="0"/>
              </a:spcBef>
              <a:spcAft>
                <a:spcPts val="0"/>
              </a:spcAft>
              <a:buSzPts val="1400"/>
              <a:buNone/>
              <a:defRPr sz="1600"/>
            </a:lvl5pPr>
            <a:lvl6pPr lvl="5" algn="ctr">
              <a:lnSpc>
                <a:spcPct val="115000"/>
              </a:lnSpc>
              <a:spcBef>
                <a:spcPts val="0"/>
              </a:spcBef>
              <a:spcAft>
                <a:spcPts val="0"/>
              </a:spcAft>
              <a:buSzPts val="1400"/>
              <a:buNone/>
              <a:defRPr sz="1600"/>
            </a:lvl6pPr>
            <a:lvl7pPr lvl="6" algn="ctr">
              <a:lnSpc>
                <a:spcPct val="115000"/>
              </a:lnSpc>
              <a:spcBef>
                <a:spcPts val="0"/>
              </a:spcBef>
              <a:spcAft>
                <a:spcPts val="0"/>
              </a:spcAft>
              <a:buSzPts val="1400"/>
              <a:buNone/>
              <a:defRPr sz="1600"/>
            </a:lvl7pPr>
            <a:lvl8pPr lvl="7" algn="ctr">
              <a:lnSpc>
                <a:spcPct val="115000"/>
              </a:lnSpc>
              <a:spcBef>
                <a:spcPts val="0"/>
              </a:spcBef>
              <a:spcAft>
                <a:spcPts val="0"/>
              </a:spcAft>
              <a:buSzPts val="1400"/>
              <a:buNone/>
              <a:defRPr sz="1600"/>
            </a:lvl8pPr>
            <a:lvl9pPr lvl="8" algn="ctr">
              <a:lnSpc>
                <a:spcPct val="115000"/>
              </a:lnSpc>
              <a:spcBef>
                <a:spcPts val="0"/>
              </a:spcBef>
              <a:spcAft>
                <a:spcPts val="0"/>
              </a:spcAft>
              <a:buSzPts val="1400"/>
              <a:buNone/>
              <a:defRPr sz="1600"/>
            </a:lvl9pPr>
          </a:lstStyle>
          <a:p/>
        </p:txBody>
      </p:sp>
      <p:sp>
        <p:nvSpPr>
          <p:cNvPr id="387" name="Google Shape;387;p108"/>
          <p:cNvSpPr/>
          <p:nvPr/>
        </p:nvSpPr>
        <p:spPr>
          <a:xfrm rot="-5400000">
            <a:off x="4051695" y="5088261"/>
            <a:ext cx="151139" cy="114539"/>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08"/>
          <p:cNvSpPr/>
          <p:nvPr/>
        </p:nvSpPr>
        <p:spPr>
          <a:xfrm rot="-5400000">
            <a:off x="4271336" y="5078748"/>
            <a:ext cx="170012" cy="149382"/>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08"/>
          <p:cNvSpPr/>
          <p:nvPr/>
        </p:nvSpPr>
        <p:spPr>
          <a:xfrm rot="-5400000">
            <a:off x="4173225" y="5291244"/>
            <a:ext cx="171158" cy="81147"/>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08"/>
          <p:cNvSpPr/>
          <p:nvPr/>
        </p:nvSpPr>
        <p:spPr>
          <a:xfrm rot="-5400000">
            <a:off x="4378271" y="5337969"/>
            <a:ext cx="121798" cy="128292"/>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08"/>
          <p:cNvSpPr/>
          <p:nvPr/>
        </p:nvSpPr>
        <p:spPr>
          <a:xfrm rot="-5400000">
            <a:off x="3982277" y="5601774"/>
            <a:ext cx="192400" cy="84204"/>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108"/>
          <p:cNvSpPr/>
          <p:nvPr/>
        </p:nvSpPr>
        <p:spPr>
          <a:xfrm rot="-5400000">
            <a:off x="4236340" y="5607581"/>
            <a:ext cx="163059" cy="160614"/>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08"/>
          <p:cNvSpPr/>
          <p:nvPr/>
        </p:nvSpPr>
        <p:spPr>
          <a:xfrm rot="-5400000">
            <a:off x="4511492" y="5569529"/>
            <a:ext cx="180022" cy="159238"/>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08"/>
          <p:cNvSpPr/>
          <p:nvPr/>
        </p:nvSpPr>
        <p:spPr>
          <a:xfrm rot="-5400000">
            <a:off x="4723950" y="5406891"/>
            <a:ext cx="165428" cy="158780"/>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08"/>
          <p:cNvSpPr/>
          <p:nvPr/>
        </p:nvSpPr>
        <p:spPr>
          <a:xfrm rot="-5400000">
            <a:off x="4645783" y="5159551"/>
            <a:ext cx="166803" cy="170700"/>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08"/>
          <p:cNvSpPr/>
          <p:nvPr/>
        </p:nvSpPr>
        <p:spPr>
          <a:xfrm rot="-5400000">
            <a:off x="4495026" y="5070534"/>
            <a:ext cx="125771" cy="135016"/>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08"/>
          <p:cNvSpPr/>
          <p:nvPr/>
        </p:nvSpPr>
        <p:spPr>
          <a:xfrm rot="-5400000">
            <a:off x="5091520" y="5071336"/>
            <a:ext cx="130432" cy="183613"/>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108"/>
          <p:cNvSpPr/>
          <p:nvPr/>
        </p:nvSpPr>
        <p:spPr>
          <a:xfrm rot="-5400000">
            <a:off x="4916274" y="5078404"/>
            <a:ext cx="101167" cy="101090"/>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08"/>
          <p:cNvSpPr/>
          <p:nvPr/>
        </p:nvSpPr>
        <p:spPr>
          <a:xfrm rot="-5400000">
            <a:off x="5245104" y="5287653"/>
            <a:ext cx="204244" cy="105064"/>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08"/>
          <p:cNvSpPr/>
          <p:nvPr/>
        </p:nvSpPr>
        <p:spPr>
          <a:xfrm rot="-5400000">
            <a:off x="5387762" y="5019225"/>
            <a:ext cx="94596" cy="108655"/>
          </a:xfrm>
          <a:custGeom>
            <a:rect b="b" l="l" r="r" t="t"/>
            <a:pathLst>
              <a:path extrusionOk="0" h="1422" w="1238">
                <a:moveTo>
                  <a:pt x="342" y="0"/>
                </a:moveTo>
                <a:cubicBezTo>
                  <a:pt x="257" y="0"/>
                  <a:pt x="214" y="21"/>
                  <a:pt x="150" y="64"/>
                </a:cubicBezTo>
                <a:cubicBezTo>
                  <a:pt x="43" y="149"/>
                  <a:pt x="1" y="320"/>
                  <a:pt x="86" y="448"/>
                </a:cubicBezTo>
                <a:lnTo>
                  <a:pt x="86" y="469"/>
                </a:lnTo>
                <a:lnTo>
                  <a:pt x="342" y="875"/>
                </a:lnTo>
                <a:cubicBezTo>
                  <a:pt x="427" y="1002"/>
                  <a:pt x="512" y="1130"/>
                  <a:pt x="619" y="1258"/>
                </a:cubicBezTo>
                <a:cubicBezTo>
                  <a:pt x="662" y="1344"/>
                  <a:pt x="726" y="1386"/>
                  <a:pt x="811" y="1408"/>
                </a:cubicBezTo>
                <a:cubicBezTo>
                  <a:pt x="846" y="1416"/>
                  <a:pt x="882" y="1422"/>
                  <a:pt x="917" y="1422"/>
                </a:cubicBezTo>
                <a:cubicBezTo>
                  <a:pt x="967" y="1422"/>
                  <a:pt x="1017" y="1411"/>
                  <a:pt x="1067" y="1386"/>
                </a:cubicBezTo>
                <a:cubicBezTo>
                  <a:pt x="1131" y="1344"/>
                  <a:pt x="1195" y="1280"/>
                  <a:pt x="1216" y="1194"/>
                </a:cubicBezTo>
                <a:cubicBezTo>
                  <a:pt x="1238" y="1088"/>
                  <a:pt x="1238" y="1002"/>
                  <a:pt x="1174" y="917"/>
                </a:cubicBezTo>
                <a:cubicBezTo>
                  <a:pt x="1067" y="768"/>
                  <a:pt x="960" y="619"/>
                  <a:pt x="854" y="469"/>
                </a:cubicBezTo>
                <a:lnTo>
                  <a:pt x="534" y="85"/>
                </a:lnTo>
                <a:cubicBezTo>
                  <a:pt x="491" y="43"/>
                  <a:pt x="406" y="0"/>
                  <a:pt x="3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08"/>
          <p:cNvSpPr/>
          <p:nvPr/>
        </p:nvSpPr>
        <p:spPr>
          <a:xfrm rot="-5400000">
            <a:off x="5374084" y="5447579"/>
            <a:ext cx="189115" cy="86267"/>
          </a:xfrm>
          <a:custGeom>
            <a:rect b="b" l="l" r="r" t="t"/>
            <a:pathLst>
              <a:path extrusionOk="0" h="1129" w="2475">
                <a:moveTo>
                  <a:pt x="2149" y="0"/>
                </a:moveTo>
                <a:cubicBezTo>
                  <a:pt x="2122" y="0"/>
                  <a:pt x="2095" y="4"/>
                  <a:pt x="2069" y="11"/>
                </a:cubicBezTo>
                <a:cubicBezTo>
                  <a:pt x="1494" y="97"/>
                  <a:pt x="939" y="203"/>
                  <a:pt x="363" y="331"/>
                </a:cubicBezTo>
                <a:cubicBezTo>
                  <a:pt x="129" y="374"/>
                  <a:pt x="1" y="608"/>
                  <a:pt x="65" y="822"/>
                </a:cubicBezTo>
                <a:cubicBezTo>
                  <a:pt x="120" y="1007"/>
                  <a:pt x="306" y="1128"/>
                  <a:pt x="493" y="1128"/>
                </a:cubicBezTo>
                <a:cubicBezTo>
                  <a:pt x="521" y="1128"/>
                  <a:pt x="549" y="1126"/>
                  <a:pt x="577" y="1120"/>
                </a:cubicBezTo>
                <a:cubicBezTo>
                  <a:pt x="1131" y="950"/>
                  <a:pt x="1685" y="758"/>
                  <a:pt x="2219" y="566"/>
                </a:cubicBezTo>
                <a:cubicBezTo>
                  <a:pt x="2389" y="523"/>
                  <a:pt x="2475" y="352"/>
                  <a:pt x="2432" y="203"/>
                </a:cubicBezTo>
                <a:cubicBezTo>
                  <a:pt x="2397" y="80"/>
                  <a:pt x="2274" y="0"/>
                  <a:pt x="21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108"/>
          <p:cNvSpPr/>
          <p:nvPr/>
        </p:nvSpPr>
        <p:spPr>
          <a:xfrm rot="-5400000">
            <a:off x="5305468" y="5680629"/>
            <a:ext cx="131043" cy="109648"/>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08"/>
          <p:cNvSpPr/>
          <p:nvPr/>
        </p:nvSpPr>
        <p:spPr>
          <a:xfrm rot="-5400000">
            <a:off x="5167930" y="5506644"/>
            <a:ext cx="81835" cy="143880"/>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108"/>
          <p:cNvSpPr/>
          <p:nvPr/>
        </p:nvSpPr>
        <p:spPr>
          <a:xfrm rot="-5400000">
            <a:off x="4991652" y="5379116"/>
            <a:ext cx="96506" cy="94214"/>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08"/>
          <p:cNvSpPr/>
          <p:nvPr/>
        </p:nvSpPr>
        <p:spPr>
          <a:xfrm rot="-5400000">
            <a:off x="4875891" y="5632185"/>
            <a:ext cx="90393" cy="227778"/>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08"/>
          <p:cNvSpPr/>
          <p:nvPr/>
        </p:nvSpPr>
        <p:spPr>
          <a:xfrm rot="-5400000">
            <a:off x="4675583" y="4912671"/>
            <a:ext cx="88254" cy="174979"/>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108"/>
          <p:cNvSpPr/>
          <p:nvPr/>
        </p:nvSpPr>
        <p:spPr>
          <a:xfrm rot="-5400000">
            <a:off x="5124759" y="4900636"/>
            <a:ext cx="52188" cy="160079"/>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108"/>
          <p:cNvSpPr/>
          <p:nvPr/>
        </p:nvSpPr>
        <p:spPr>
          <a:xfrm rot="-5400000">
            <a:off x="4237868" y="4863501"/>
            <a:ext cx="84815" cy="204932"/>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08"/>
          <p:cNvSpPr/>
          <p:nvPr/>
        </p:nvSpPr>
        <p:spPr>
          <a:xfrm rot="-5400000">
            <a:off x="7573864" y="4923002"/>
            <a:ext cx="1713808" cy="807274"/>
          </a:xfrm>
          <a:custGeom>
            <a:rect b="b" l="l" r="r" t="t"/>
            <a:pathLst>
              <a:path extrusionOk="0" h="13201" w="28024">
                <a:moveTo>
                  <a:pt x="18832" y="0"/>
                </a:moveTo>
                <a:cubicBezTo>
                  <a:pt x="18747" y="1024"/>
                  <a:pt x="18640" y="2197"/>
                  <a:pt x="18000" y="2644"/>
                </a:cubicBezTo>
                <a:cubicBezTo>
                  <a:pt x="17700" y="2838"/>
                  <a:pt x="17126" y="2891"/>
                  <a:pt x="16517" y="2891"/>
                </a:cubicBezTo>
                <a:cubicBezTo>
                  <a:pt x="15787" y="2891"/>
                  <a:pt x="15007" y="2815"/>
                  <a:pt x="14588" y="2815"/>
                </a:cubicBezTo>
                <a:cubicBezTo>
                  <a:pt x="12519" y="2986"/>
                  <a:pt x="10408" y="2922"/>
                  <a:pt x="8318" y="2964"/>
                </a:cubicBezTo>
                <a:cubicBezTo>
                  <a:pt x="5546" y="3028"/>
                  <a:pt x="2773" y="3071"/>
                  <a:pt x="1" y="3114"/>
                </a:cubicBezTo>
                <a:lnTo>
                  <a:pt x="1" y="13201"/>
                </a:lnTo>
                <a:lnTo>
                  <a:pt x="25208" y="12540"/>
                </a:lnTo>
                <a:cubicBezTo>
                  <a:pt x="25550" y="12540"/>
                  <a:pt x="25891" y="12476"/>
                  <a:pt x="26211" y="12326"/>
                </a:cubicBezTo>
                <a:cubicBezTo>
                  <a:pt x="26722" y="12028"/>
                  <a:pt x="26872" y="11388"/>
                  <a:pt x="26957" y="10791"/>
                </a:cubicBezTo>
                <a:cubicBezTo>
                  <a:pt x="27533" y="7230"/>
                  <a:pt x="27895" y="3625"/>
                  <a:pt x="2802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108"/>
          <p:cNvSpPr/>
          <p:nvPr/>
        </p:nvSpPr>
        <p:spPr>
          <a:xfrm>
            <a:off x="5929300" y="-35800"/>
            <a:ext cx="1348866" cy="256469"/>
          </a:xfrm>
          <a:custGeom>
            <a:rect b="b" l="l" r="r" t="t"/>
            <a:pathLst>
              <a:path extrusionOk="0" h="7541" w="22052">
                <a:moveTo>
                  <a:pt x="719" y="0"/>
                </a:moveTo>
                <a:cubicBezTo>
                  <a:pt x="519" y="0"/>
                  <a:pt x="347" y="174"/>
                  <a:pt x="384" y="396"/>
                </a:cubicBezTo>
                <a:cubicBezTo>
                  <a:pt x="171" y="2102"/>
                  <a:pt x="43" y="3830"/>
                  <a:pt x="1" y="5557"/>
                </a:cubicBezTo>
                <a:cubicBezTo>
                  <a:pt x="40" y="5558"/>
                  <a:pt x="86" y="5558"/>
                  <a:pt x="139" y="5558"/>
                </a:cubicBezTo>
                <a:cubicBezTo>
                  <a:pt x="795" y="5558"/>
                  <a:pt x="2502" y="5518"/>
                  <a:pt x="4461" y="5518"/>
                </a:cubicBezTo>
                <a:cubicBezTo>
                  <a:pt x="8264" y="5518"/>
                  <a:pt x="13018" y="5669"/>
                  <a:pt x="12881" y="6560"/>
                </a:cubicBezTo>
                <a:cubicBezTo>
                  <a:pt x="12818" y="6837"/>
                  <a:pt x="12796" y="7178"/>
                  <a:pt x="12775" y="7541"/>
                </a:cubicBezTo>
                <a:lnTo>
                  <a:pt x="21966" y="7541"/>
                </a:lnTo>
                <a:cubicBezTo>
                  <a:pt x="22030" y="5834"/>
                  <a:pt x="22052" y="4128"/>
                  <a:pt x="22030" y="2422"/>
                </a:cubicBezTo>
                <a:cubicBezTo>
                  <a:pt x="22030" y="1953"/>
                  <a:pt x="21988" y="1484"/>
                  <a:pt x="21710" y="1143"/>
                </a:cubicBezTo>
                <a:cubicBezTo>
                  <a:pt x="21348" y="716"/>
                  <a:pt x="20751" y="652"/>
                  <a:pt x="20196" y="631"/>
                </a:cubicBezTo>
                <a:cubicBezTo>
                  <a:pt x="13713" y="311"/>
                  <a:pt x="7294" y="76"/>
                  <a:pt x="811" y="12"/>
                </a:cubicBezTo>
                <a:cubicBezTo>
                  <a:pt x="780" y="4"/>
                  <a:pt x="749" y="0"/>
                  <a:pt x="71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08"/>
          <p:cNvSpPr/>
          <p:nvPr/>
        </p:nvSpPr>
        <p:spPr>
          <a:xfrm flipH="1">
            <a:off x="-32080" y="3223700"/>
            <a:ext cx="301107" cy="601998"/>
          </a:xfrm>
          <a:custGeom>
            <a:rect b="b" l="l" r="r" t="t"/>
            <a:pathLst>
              <a:path extrusionOk="0" h="10259" w="6527">
                <a:moveTo>
                  <a:pt x="6526" y="1"/>
                </a:moveTo>
                <a:cubicBezTo>
                  <a:pt x="4991" y="22"/>
                  <a:pt x="3455" y="65"/>
                  <a:pt x="1920" y="86"/>
                </a:cubicBezTo>
                <a:cubicBezTo>
                  <a:pt x="1891" y="83"/>
                  <a:pt x="1862" y="82"/>
                  <a:pt x="1832" y="82"/>
                </a:cubicBezTo>
                <a:cubicBezTo>
                  <a:pt x="1623" y="82"/>
                  <a:pt x="1403" y="150"/>
                  <a:pt x="1216" y="299"/>
                </a:cubicBezTo>
                <a:cubicBezTo>
                  <a:pt x="1088" y="470"/>
                  <a:pt x="1024" y="683"/>
                  <a:pt x="1024" y="918"/>
                </a:cubicBezTo>
                <a:lnTo>
                  <a:pt x="960" y="1664"/>
                </a:lnTo>
                <a:cubicBezTo>
                  <a:pt x="704" y="4372"/>
                  <a:pt x="1" y="7571"/>
                  <a:pt x="427" y="10258"/>
                </a:cubicBezTo>
                <a:lnTo>
                  <a:pt x="6526" y="10088"/>
                </a:lnTo>
                <a:lnTo>
                  <a:pt x="65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08"/>
          <p:cNvSpPr/>
          <p:nvPr/>
        </p:nvSpPr>
        <p:spPr>
          <a:xfrm flipH="1">
            <a:off x="534441" y="3186554"/>
            <a:ext cx="144059" cy="676287"/>
          </a:xfrm>
          <a:custGeom>
            <a:rect b="b" l="l" r="r" t="t"/>
            <a:pathLst>
              <a:path extrusionOk="0" h="11525" w="2455">
                <a:moveTo>
                  <a:pt x="1616" y="0"/>
                </a:moveTo>
                <a:cubicBezTo>
                  <a:pt x="750" y="0"/>
                  <a:pt x="57" y="890"/>
                  <a:pt x="256" y="1796"/>
                </a:cubicBezTo>
                <a:cubicBezTo>
                  <a:pt x="384" y="2350"/>
                  <a:pt x="854" y="2713"/>
                  <a:pt x="1216" y="3118"/>
                </a:cubicBezTo>
                <a:cubicBezTo>
                  <a:pt x="1387" y="3331"/>
                  <a:pt x="1621" y="3651"/>
                  <a:pt x="1536" y="3928"/>
                </a:cubicBezTo>
                <a:cubicBezTo>
                  <a:pt x="1472" y="4120"/>
                  <a:pt x="1237" y="4248"/>
                  <a:pt x="1067" y="4334"/>
                </a:cubicBezTo>
                <a:cubicBezTo>
                  <a:pt x="683" y="4568"/>
                  <a:pt x="278" y="4803"/>
                  <a:pt x="128" y="5272"/>
                </a:cubicBezTo>
                <a:cubicBezTo>
                  <a:pt x="1" y="5784"/>
                  <a:pt x="278" y="6274"/>
                  <a:pt x="598" y="6658"/>
                </a:cubicBezTo>
                <a:cubicBezTo>
                  <a:pt x="939" y="7042"/>
                  <a:pt x="1600" y="7405"/>
                  <a:pt x="1707" y="7959"/>
                </a:cubicBezTo>
                <a:cubicBezTo>
                  <a:pt x="1792" y="8450"/>
                  <a:pt x="1173" y="8812"/>
                  <a:pt x="896" y="9153"/>
                </a:cubicBezTo>
                <a:cubicBezTo>
                  <a:pt x="278" y="10006"/>
                  <a:pt x="790" y="11371"/>
                  <a:pt x="1856" y="11520"/>
                </a:cubicBezTo>
                <a:cubicBezTo>
                  <a:pt x="1876" y="11524"/>
                  <a:pt x="1896" y="11525"/>
                  <a:pt x="1915" y="11525"/>
                </a:cubicBezTo>
                <a:cubicBezTo>
                  <a:pt x="2299" y="11525"/>
                  <a:pt x="2454" y="10941"/>
                  <a:pt x="2048" y="10859"/>
                </a:cubicBezTo>
                <a:cubicBezTo>
                  <a:pt x="1685" y="10795"/>
                  <a:pt x="1387" y="10518"/>
                  <a:pt x="1323" y="10156"/>
                </a:cubicBezTo>
                <a:cubicBezTo>
                  <a:pt x="1237" y="9708"/>
                  <a:pt x="1536" y="9452"/>
                  <a:pt x="1813" y="9153"/>
                </a:cubicBezTo>
                <a:cubicBezTo>
                  <a:pt x="2154" y="8876"/>
                  <a:pt x="2346" y="8492"/>
                  <a:pt x="2389" y="8066"/>
                </a:cubicBezTo>
                <a:cubicBezTo>
                  <a:pt x="2346" y="7596"/>
                  <a:pt x="2133" y="7191"/>
                  <a:pt x="1771" y="6871"/>
                </a:cubicBezTo>
                <a:cubicBezTo>
                  <a:pt x="1451" y="6530"/>
                  <a:pt x="960" y="6253"/>
                  <a:pt x="790" y="5762"/>
                </a:cubicBezTo>
                <a:cubicBezTo>
                  <a:pt x="619" y="5293"/>
                  <a:pt x="1067" y="5101"/>
                  <a:pt x="1408" y="4909"/>
                </a:cubicBezTo>
                <a:cubicBezTo>
                  <a:pt x="1771" y="4760"/>
                  <a:pt x="2026" y="4483"/>
                  <a:pt x="2176" y="4120"/>
                </a:cubicBezTo>
                <a:cubicBezTo>
                  <a:pt x="2282" y="3651"/>
                  <a:pt x="2154" y="3182"/>
                  <a:pt x="1835" y="2819"/>
                </a:cubicBezTo>
                <a:cubicBezTo>
                  <a:pt x="1493" y="2414"/>
                  <a:pt x="875" y="2052"/>
                  <a:pt x="854" y="1476"/>
                </a:cubicBezTo>
                <a:cubicBezTo>
                  <a:pt x="854" y="904"/>
                  <a:pt x="1313" y="588"/>
                  <a:pt x="1822" y="588"/>
                </a:cubicBezTo>
                <a:cubicBezTo>
                  <a:pt x="1883" y="588"/>
                  <a:pt x="1944" y="592"/>
                  <a:pt x="2005" y="602"/>
                </a:cubicBezTo>
                <a:cubicBezTo>
                  <a:pt x="2012" y="602"/>
                  <a:pt x="2019" y="602"/>
                  <a:pt x="2025" y="602"/>
                </a:cubicBezTo>
                <a:cubicBezTo>
                  <a:pt x="2305" y="602"/>
                  <a:pt x="2319" y="173"/>
                  <a:pt x="2069" y="90"/>
                </a:cubicBezTo>
                <a:lnTo>
                  <a:pt x="2090" y="90"/>
                </a:lnTo>
                <a:cubicBezTo>
                  <a:pt x="1930" y="29"/>
                  <a:pt x="1770" y="0"/>
                  <a:pt x="161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08"/>
          <p:cNvSpPr/>
          <p:nvPr/>
        </p:nvSpPr>
        <p:spPr>
          <a:xfrm flipH="1">
            <a:off x="371838" y="3216656"/>
            <a:ext cx="128979" cy="620600"/>
          </a:xfrm>
          <a:custGeom>
            <a:rect b="b" l="l" r="r" t="t"/>
            <a:pathLst>
              <a:path extrusionOk="0" h="10576" w="2198">
                <a:moveTo>
                  <a:pt x="1402" y="1"/>
                </a:moveTo>
                <a:cubicBezTo>
                  <a:pt x="1390" y="1"/>
                  <a:pt x="1378" y="1"/>
                  <a:pt x="1366" y="3"/>
                </a:cubicBezTo>
                <a:cubicBezTo>
                  <a:pt x="534" y="89"/>
                  <a:pt x="1" y="984"/>
                  <a:pt x="342" y="1773"/>
                </a:cubicBezTo>
                <a:cubicBezTo>
                  <a:pt x="534" y="2221"/>
                  <a:pt x="1046" y="2413"/>
                  <a:pt x="1259" y="2840"/>
                </a:cubicBezTo>
                <a:cubicBezTo>
                  <a:pt x="1366" y="3095"/>
                  <a:pt x="1366" y="3373"/>
                  <a:pt x="1259" y="3629"/>
                </a:cubicBezTo>
                <a:cubicBezTo>
                  <a:pt x="1110" y="3906"/>
                  <a:pt x="833" y="4055"/>
                  <a:pt x="641" y="4290"/>
                </a:cubicBezTo>
                <a:cubicBezTo>
                  <a:pt x="22" y="4994"/>
                  <a:pt x="65" y="6060"/>
                  <a:pt x="726" y="6721"/>
                </a:cubicBezTo>
                <a:cubicBezTo>
                  <a:pt x="982" y="6977"/>
                  <a:pt x="1536" y="7318"/>
                  <a:pt x="1387" y="7745"/>
                </a:cubicBezTo>
                <a:cubicBezTo>
                  <a:pt x="1259" y="8086"/>
                  <a:pt x="854" y="8299"/>
                  <a:pt x="619" y="8534"/>
                </a:cubicBezTo>
                <a:cubicBezTo>
                  <a:pt x="299" y="8854"/>
                  <a:pt x="214" y="9344"/>
                  <a:pt x="427" y="9749"/>
                </a:cubicBezTo>
                <a:cubicBezTo>
                  <a:pt x="662" y="10197"/>
                  <a:pt x="1195" y="10410"/>
                  <a:pt x="1643" y="10560"/>
                </a:cubicBezTo>
                <a:cubicBezTo>
                  <a:pt x="1675" y="10570"/>
                  <a:pt x="1705" y="10575"/>
                  <a:pt x="1733" y="10575"/>
                </a:cubicBezTo>
                <a:cubicBezTo>
                  <a:pt x="1984" y="10575"/>
                  <a:pt x="2061" y="10184"/>
                  <a:pt x="1792" y="10069"/>
                </a:cubicBezTo>
                <a:lnTo>
                  <a:pt x="1792" y="10069"/>
                </a:lnTo>
                <a:lnTo>
                  <a:pt x="1771" y="10090"/>
                </a:lnTo>
                <a:cubicBezTo>
                  <a:pt x="1472" y="9962"/>
                  <a:pt x="939" y="9728"/>
                  <a:pt x="896" y="9344"/>
                </a:cubicBezTo>
                <a:cubicBezTo>
                  <a:pt x="875" y="9024"/>
                  <a:pt x="1280" y="8768"/>
                  <a:pt x="1494" y="8576"/>
                </a:cubicBezTo>
                <a:cubicBezTo>
                  <a:pt x="2048" y="8064"/>
                  <a:pt x="2197" y="7425"/>
                  <a:pt x="1707" y="6806"/>
                </a:cubicBezTo>
                <a:cubicBezTo>
                  <a:pt x="1451" y="6508"/>
                  <a:pt x="1110" y="6273"/>
                  <a:pt x="939" y="5932"/>
                </a:cubicBezTo>
                <a:cubicBezTo>
                  <a:pt x="747" y="5527"/>
                  <a:pt x="790" y="5057"/>
                  <a:pt x="1046" y="4716"/>
                </a:cubicBezTo>
                <a:cubicBezTo>
                  <a:pt x="1323" y="4354"/>
                  <a:pt x="1686" y="4140"/>
                  <a:pt x="1856" y="3671"/>
                </a:cubicBezTo>
                <a:cubicBezTo>
                  <a:pt x="1963" y="3287"/>
                  <a:pt x="1920" y="2861"/>
                  <a:pt x="1728" y="2498"/>
                </a:cubicBezTo>
                <a:cubicBezTo>
                  <a:pt x="1515" y="2114"/>
                  <a:pt x="960" y="1859"/>
                  <a:pt x="854" y="1411"/>
                </a:cubicBezTo>
                <a:cubicBezTo>
                  <a:pt x="790" y="1006"/>
                  <a:pt x="1046" y="622"/>
                  <a:pt x="1451" y="515"/>
                </a:cubicBezTo>
                <a:cubicBezTo>
                  <a:pt x="1696" y="454"/>
                  <a:pt x="1667" y="1"/>
                  <a:pt x="140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08"/>
          <p:cNvSpPr/>
          <p:nvPr/>
        </p:nvSpPr>
        <p:spPr>
          <a:xfrm>
            <a:off x="8706850" y="539500"/>
            <a:ext cx="325615" cy="301321"/>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08"/>
          <p:cNvSpPr/>
          <p:nvPr/>
        </p:nvSpPr>
        <p:spPr>
          <a:xfrm rot="5400000">
            <a:off x="1003181" y="-570668"/>
            <a:ext cx="400127" cy="1477412"/>
          </a:xfrm>
          <a:custGeom>
            <a:rect b="b" l="l" r="r" t="t"/>
            <a:pathLst>
              <a:path extrusionOk="0" h="15463" w="3989">
                <a:moveTo>
                  <a:pt x="1" y="1"/>
                </a:moveTo>
                <a:lnTo>
                  <a:pt x="1" y="15462"/>
                </a:lnTo>
                <a:cubicBezTo>
                  <a:pt x="491" y="15441"/>
                  <a:pt x="1003" y="15398"/>
                  <a:pt x="1493" y="15356"/>
                </a:cubicBezTo>
                <a:cubicBezTo>
                  <a:pt x="2005" y="15313"/>
                  <a:pt x="2496" y="15249"/>
                  <a:pt x="2837" y="14908"/>
                </a:cubicBezTo>
                <a:cubicBezTo>
                  <a:pt x="3050" y="14631"/>
                  <a:pt x="3178" y="14268"/>
                  <a:pt x="3200" y="13905"/>
                </a:cubicBezTo>
                <a:cubicBezTo>
                  <a:pt x="3733" y="9704"/>
                  <a:pt x="3989" y="5460"/>
                  <a:pt x="3989" y="1238"/>
                </a:cubicBezTo>
                <a:cubicBezTo>
                  <a:pt x="3989" y="169"/>
                  <a:pt x="3584" y="23"/>
                  <a:pt x="2921" y="23"/>
                </a:cubicBezTo>
                <a:cubicBezTo>
                  <a:pt x="2671" y="23"/>
                  <a:pt x="2384" y="44"/>
                  <a:pt x="2069" y="44"/>
                </a:cubicBezTo>
                <a:cubicBezTo>
                  <a:pt x="1366" y="44"/>
                  <a:pt x="683" y="2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0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3">
    <p:spTree>
      <p:nvGrpSpPr>
        <p:cNvPr id="417" name="Shape 417"/>
        <p:cNvGrpSpPr/>
        <p:nvPr/>
      </p:nvGrpSpPr>
      <p:grpSpPr>
        <a:xfrm>
          <a:off x="0" y="0"/>
          <a:ext cx="0" cy="0"/>
          <a:chOff x="0" y="0"/>
          <a:chExt cx="0" cy="0"/>
        </a:xfrm>
      </p:grpSpPr>
      <p:sp>
        <p:nvSpPr>
          <p:cNvPr id="418" name="Google Shape;418;p109"/>
          <p:cNvSpPr txBox="1"/>
          <p:nvPr>
            <p:ph type="title"/>
          </p:nvPr>
        </p:nvSpPr>
        <p:spPr>
          <a:xfrm>
            <a:off x="713225" y="356016"/>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419" name="Google Shape;419;p109"/>
          <p:cNvSpPr txBox="1"/>
          <p:nvPr>
            <p:ph idx="1" type="subTitle"/>
          </p:nvPr>
        </p:nvSpPr>
        <p:spPr>
          <a:xfrm>
            <a:off x="4210275" y="1566575"/>
            <a:ext cx="3894600" cy="2680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1600">
                <a:solidFill>
                  <a:srgbClr val="00004B"/>
                </a:solidFill>
              </a:defRPr>
            </a:lvl1pPr>
            <a:lvl2pPr lvl="1" algn="l">
              <a:lnSpc>
                <a:spcPct val="115000"/>
              </a:lnSpc>
              <a:spcBef>
                <a:spcPts val="1600"/>
              </a:spcBef>
              <a:spcAft>
                <a:spcPts val="0"/>
              </a:spcAft>
              <a:buSzPts val="1400"/>
              <a:buNone/>
              <a:defRPr sz="1600">
                <a:solidFill>
                  <a:srgbClr val="00004B"/>
                </a:solidFill>
              </a:defRPr>
            </a:lvl2pPr>
            <a:lvl3pPr lvl="2" algn="l">
              <a:lnSpc>
                <a:spcPct val="115000"/>
              </a:lnSpc>
              <a:spcBef>
                <a:spcPts val="1600"/>
              </a:spcBef>
              <a:spcAft>
                <a:spcPts val="0"/>
              </a:spcAft>
              <a:buSzPts val="1400"/>
              <a:buNone/>
              <a:defRPr sz="1600">
                <a:solidFill>
                  <a:srgbClr val="00004B"/>
                </a:solidFill>
              </a:defRPr>
            </a:lvl3pPr>
            <a:lvl4pPr lvl="3" algn="l">
              <a:lnSpc>
                <a:spcPct val="115000"/>
              </a:lnSpc>
              <a:spcBef>
                <a:spcPts val="1600"/>
              </a:spcBef>
              <a:spcAft>
                <a:spcPts val="0"/>
              </a:spcAft>
              <a:buSzPts val="1400"/>
              <a:buNone/>
              <a:defRPr sz="1600">
                <a:solidFill>
                  <a:srgbClr val="00004B"/>
                </a:solidFill>
              </a:defRPr>
            </a:lvl4pPr>
            <a:lvl5pPr lvl="4" algn="l">
              <a:lnSpc>
                <a:spcPct val="115000"/>
              </a:lnSpc>
              <a:spcBef>
                <a:spcPts val="1600"/>
              </a:spcBef>
              <a:spcAft>
                <a:spcPts val="0"/>
              </a:spcAft>
              <a:buSzPts val="1400"/>
              <a:buNone/>
              <a:defRPr sz="1600">
                <a:solidFill>
                  <a:srgbClr val="00004B"/>
                </a:solidFill>
              </a:defRPr>
            </a:lvl5pPr>
            <a:lvl6pPr lvl="5" algn="l">
              <a:lnSpc>
                <a:spcPct val="115000"/>
              </a:lnSpc>
              <a:spcBef>
                <a:spcPts val="1600"/>
              </a:spcBef>
              <a:spcAft>
                <a:spcPts val="0"/>
              </a:spcAft>
              <a:buSzPts val="1400"/>
              <a:buNone/>
              <a:defRPr sz="1600">
                <a:solidFill>
                  <a:srgbClr val="00004B"/>
                </a:solidFill>
              </a:defRPr>
            </a:lvl6pPr>
            <a:lvl7pPr lvl="6" algn="l">
              <a:lnSpc>
                <a:spcPct val="115000"/>
              </a:lnSpc>
              <a:spcBef>
                <a:spcPts val="1600"/>
              </a:spcBef>
              <a:spcAft>
                <a:spcPts val="0"/>
              </a:spcAft>
              <a:buSzPts val="1400"/>
              <a:buNone/>
              <a:defRPr sz="1600">
                <a:solidFill>
                  <a:srgbClr val="00004B"/>
                </a:solidFill>
              </a:defRPr>
            </a:lvl7pPr>
            <a:lvl8pPr lvl="7" algn="l">
              <a:lnSpc>
                <a:spcPct val="115000"/>
              </a:lnSpc>
              <a:spcBef>
                <a:spcPts val="1600"/>
              </a:spcBef>
              <a:spcAft>
                <a:spcPts val="0"/>
              </a:spcAft>
              <a:buSzPts val="1400"/>
              <a:buNone/>
              <a:defRPr sz="1600">
                <a:solidFill>
                  <a:srgbClr val="00004B"/>
                </a:solidFill>
              </a:defRPr>
            </a:lvl8pPr>
            <a:lvl9pPr lvl="8" algn="l">
              <a:lnSpc>
                <a:spcPct val="115000"/>
              </a:lnSpc>
              <a:spcBef>
                <a:spcPts val="1600"/>
              </a:spcBef>
              <a:spcAft>
                <a:spcPts val="1600"/>
              </a:spcAft>
              <a:buSzPts val="1400"/>
              <a:buNone/>
              <a:defRPr sz="1600">
                <a:solidFill>
                  <a:srgbClr val="00004B"/>
                </a:solidFill>
              </a:defRPr>
            </a:lvl9pPr>
          </a:lstStyle>
          <a:p/>
        </p:txBody>
      </p:sp>
      <p:sp>
        <p:nvSpPr>
          <p:cNvPr id="420" name="Google Shape;420;p109"/>
          <p:cNvSpPr/>
          <p:nvPr/>
        </p:nvSpPr>
        <p:spPr>
          <a:xfrm>
            <a:off x="8052703" y="4783659"/>
            <a:ext cx="128883" cy="97713"/>
          </a:xfrm>
          <a:custGeom>
            <a:rect b="b" l="l" r="r" t="t"/>
            <a:pathLst>
              <a:path extrusionOk="0" h="2022" w="2667">
                <a:moveTo>
                  <a:pt x="2287" y="0"/>
                </a:moveTo>
                <a:cubicBezTo>
                  <a:pt x="2251" y="0"/>
                  <a:pt x="2213" y="5"/>
                  <a:pt x="2176" y="16"/>
                </a:cubicBezTo>
                <a:cubicBezTo>
                  <a:pt x="2048" y="37"/>
                  <a:pt x="1941" y="80"/>
                  <a:pt x="1856" y="165"/>
                </a:cubicBezTo>
                <a:lnTo>
                  <a:pt x="1600" y="336"/>
                </a:lnTo>
                <a:cubicBezTo>
                  <a:pt x="1451" y="443"/>
                  <a:pt x="1280" y="549"/>
                  <a:pt x="1131" y="677"/>
                </a:cubicBezTo>
                <a:cubicBezTo>
                  <a:pt x="790" y="912"/>
                  <a:pt x="470" y="1146"/>
                  <a:pt x="129" y="1424"/>
                </a:cubicBezTo>
                <a:cubicBezTo>
                  <a:pt x="1" y="1530"/>
                  <a:pt x="1" y="1744"/>
                  <a:pt x="107" y="1871"/>
                </a:cubicBezTo>
                <a:cubicBezTo>
                  <a:pt x="177" y="1970"/>
                  <a:pt x="284" y="2022"/>
                  <a:pt x="398" y="2022"/>
                </a:cubicBezTo>
                <a:cubicBezTo>
                  <a:pt x="457" y="2022"/>
                  <a:pt x="518" y="2007"/>
                  <a:pt x="576" y="1978"/>
                </a:cubicBezTo>
                <a:cubicBezTo>
                  <a:pt x="918" y="1765"/>
                  <a:pt x="1238" y="1552"/>
                  <a:pt x="1557" y="1338"/>
                </a:cubicBezTo>
                <a:cubicBezTo>
                  <a:pt x="1728" y="1232"/>
                  <a:pt x="1899" y="1125"/>
                  <a:pt x="2048" y="1018"/>
                </a:cubicBezTo>
                <a:lnTo>
                  <a:pt x="2283" y="848"/>
                </a:lnTo>
                <a:cubicBezTo>
                  <a:pt x="2411" y="763"/>
                  <a:pt x="2517" y="677"/>
                  <a:pt x="2602" y="549"/>
                </a:cubicBezTo>
                <a:cubicBezTo>
                  <a:pt x="2666" y="421"/>
                  <a:pt x="2645" y="251"/>
                  <a:pt x="2560" y="144"/>
                </a:cubicBezTo>
                <a:cubicBezTo>
                  <a:pt x="2496" y="48"/>
                  <a:pt x="2396" y="0"/>
                  <a:pt x="22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09"/>
          <p:cNvSpPr/>
          <p:nvPr/>
        </p:nvSpPr>
        <p:spPr>
          <a:xfrm>
            <a:off x="8142395" y="4945841"/>
            <a:ext cx="79398" cy="121827"/>
          </a:xfrm>
          <a:custGeom>
            <a:rect b="b" l="l" r="r" t="t"/>
            <a:pathLst>
              <a:path extrusionOk="0" h="2521" w="1643">
                <a:moveTo>
                  <a:pt x="394" y="0"/>
                </a:moveTo>
                <a:cubicBezTo>
                  <a:pt x="370" y="0"/>
                  <a:pt x="345" y="3"/>
                  <a:pt x="320" y="8"/>
                </a:cubicBezTo>
                <a:cubicBezTo>
                  <a:pt x="149" y="30"/>
                  <a:pt x="0" y="179"/>
                  <a:pt x="0" y="371"/>
                </a:cubicBezTo>
                <a:lnTo>
                  <a:pt x="21" y="371"/>
                </a:lnTo>
                <a:cubicBezTo>
                  <a:pt x="43" y="1053"/>
                  <a:pt x="256" y="1736"/>
                  <a:pt x="682" y="2290"/>
                </a:cubicBezTo>
                <a:cubicBezTo>
                  <a:pt x="746" y="2397"/>
                  <a:pt x="832" y="2461"/>
                  <a:pt x="960" y="2503"/>
                </a:cubicBezTo>
                <a:cubicBezTo>
                  <a:pt x="1000" y="2515"/>
                  <a:pt x="1040" y="2520"/>
                  <a:pt x="1079" y="2520"/>
                </a:cubicBezTo>
                <a:cubicBezTo>
                  <a:pt x="1187" y="2520"/>
                  <a:pt x="1293" y="2481"/>
                  <a:pt x="1386" y="2418"/>
                </a:cubicBezTo>
                <a:cubicBezTo>
                  <a:pt x="1600" y="2248"/>
                  <a:pt x="1642" y="1906"/>
                  <a:pt x="1429" y="1693"/>
                </a:cubicBezTo>
                <a:cubicBezTo>
                  <a:pt x="1391" y="1655"/>
                  <a:pt x="1335" y="1599"/>
                  <a:pt x="1293" y="1542"/>
                </a:cubicBezTo>
                <a:lnTo>
                  <a:pt x="1293" y="1542"/>
                </a:lnTo>
                <a:lnTo>
                  <a:pt x="1280" y="1501"/>
                </a:lnTo>
                <a:cubicBezTo>
                  <a:pt x="1258" y="1480"/>
                  <a:pt x="1216" y="1437"/>
                  <a:pt x="1216" y="1416"/>
                </a:cubicBezTo>
                <a:cubicBezTo>
                  <a:pt x="1130" y="1288"/>
                  <a:pt x="1045" y="1160"/>
                  <a:pt x="981" y="1032"/>
                </a:cubicBezTo>
                <a:lnTo>
                  <a:pt x="960" y="947"/>
                </a:lnTo>
                <a:cubicBezTo>
                  <a:pt x="950" y="927"/>
                  <a:pt x="945" y="917"/>
                  <a:pt x="944" y="917"/>
                </a:cubicBezTo>
                <a:lnTo>
                  <a:pt x="944" y="917"/>
                </a:lnTo>
                <a:cubicBezTo>
                  <a:pt x="943" y="917"/>
                  <a:pt x="948" y="933"/>
                  <a:pt x="960" y="968"/>
                </a:cubicBezTo>
                <a:cubicBezTo>
                  <a:pt x="938" y="947"/>
                  <a:pt x="938" y="925"/>
                  <a:pt x="938" y="925"/>
                </a:cubicBezTo>
                <a:cubicBezTo>
                  <a:pt x="896" y="840"/>
                  <a:pt x="874" y="776"/>
                  <a:pt x="853" y="712"/>
                </a:cubicBezTo>
                <a:cubicBezTo>
                  <a:pt x="810" y="563"/>
                  <a:pt x="768" y="413"/>
                  <a:pt x="725" y="264"/>
                </a:cubicBezTo>
                <a:cubicBezTo>
                  <a:pt x="688" y="116"/>
                  <a:pt x="555" y="0"/>
                  <a:pt x="39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09"/>
          <p:cNvSpPr/>
          <p:nvPr/>
        </p:nvSpPr>
        <p:spPr>
          <a:xfrm>
            <a:off x="8250597" y="4896742"/>
            <a:ext cx="113419" cy="88580"/>
          </a:xfrm>
          <a:custGeom>
            <a:rect b="b" l="l" r="r" t="t"/>
            <a:pathLst>
              <a:path extrusionOk="0" h="1833" w="2347">
                <a:moveTo>
                  <a:pt x="363" y="1"/>
                </a:moveTo>
                <a:cubicBezTo>
                  <a:pt x="278" y="1"/>
                  <a:pt x="171" y="43"/>
                  <a:pt x="107" y="107"/>
                </a:cubicBezTo>
                <a:cubicBezTo>
                  <a:pt x="64" y="171"/>
                  <a:pt x="22" y="235"/>
                  <a:pt x="22" y="321"/>
                </a:cubicBezTo>
                <a:cubicBezTo>
                  <a:pt x="0" y="491"/>
                  <a:pt x="107" y="640"/>
                  <a:pt x="278" y="704"/>
                </a:cubicBezTo>
                <a:lnTo>
                  <a:pt x="278" y="683"/>
                </a:lnTo>
                <a:lnTo>
                  <a:pt x="363" y="704"/>
                </a:lnTo>
                <a:lnTo>
                  <a:pt x="342" y="704"/>
                </a:lnTo>
                <a:lnTo>
                  <a:pt x="384" y="726"/>
                </a:lnTo>
                <a:lnTo>
                  <a:pt x="555" y="811"/>
                </a:lnTo>
                <a:cubicBezTo>
                  <a:pt x="661" y="875"/>
                  <a:pt x="768" y="939"/>
                  <a:pt x="875" y="1003"/>
                </a:cubicBezTo>
                <a:lnTo>
                  <a:pt x="917" y="1046"/>
                </a:lnTo>
                <a:cubicBezTo>
                  <a:pt x="926" y="1050"/>
                  <a:pt x="930" y="1052"/>
                  <a:pt x="931" y="1052"/>
                </a:cubicBezTo>
                <a:cubicBezTo>
                  <a:pt x="937" y="1052"/>
                  <a:pt x="896" y="1024"/>
                  <a:pt x="896" y="1024"/>
                </a:cubicBezTo>
                <a:lnTo>
                  <a:pt x="896" y="1024"/>
                </a:lnTo>
                <a:lnTo>
                  <a:pt x="1003" y="1088"/>
                </a:lnTo>
                <a:cubicBezTo>
                  <a:pt x="1003" y="1088"/>
                  <a:pt x="976" y="1075"/>
                  <a:pt x="960" y="1067"/>
                </a:cubicBezTo>
                <a:lnTo>
                  <a:pt x="960" y="1067"/>
                </a:lnTo>
                <a:cubicBezTo>
                  <a:pt x="1003" y="1110"/>
                  <a:pt x="1067" y="1152"/>
                  <a:pt x="1109" y="1195"/>
                </a:cubicBezTo>
                <a:cubicBezTo>
                  <a:pt x="1191" y="1277"/>
                  <a:pt x="1273" y="1378"/>
                  <a:pt x="1354" y="1480"/>
                </a:cubicBezTo>
                <a:lnTo>
                  <a:pt x="1354" y="1480"/>
                </a:lnTo>
                <a:lnTo>
                  <a:pt x="1386" y="1536"/>
                </a:lnTo>
                <a:cubicBezTo>
                  <a:pt x="1450" y="1621"/>
                  <a:pt x="1536" y="1707"/>
                  <a:pt x="1642" y="1771"/>
                </a:cubicBezTo>
                <a:cubicBezTo>
                  <a:pt x="1713" y="1811"/>
                  <a:pt x="1798" y="1832"/>
                  <a:pt x="1881" y="1832"/>
                </a:cubicBezTo>
                <a:cubicBezTo>
                  <a:pt x="1974" y="1832"/>
                  <a:pt x="2065" y="1806"/>
                  <a:pt x="2133" y="1749"/>
                </a:cubicBezTo>
                <a:cubicBezTo>
                  <a:pt x="2282" y="1621"/>
                  <a:pt x="2346" y="1451"/>
                  <a:pt x="2303" y="1259"/>
                </a:cubicBezTo>
                <a:cubicBezTo>
                  <a:pt x="2218" y="1067"/>
                  <a:pt x="2090" y="875"/>
                  <a:pt x="1920" y="726"/>
                </a:cubicBezTo>
                <a:cubicBezTo>
                  <a:pt x="1770" y="598"/>
                  <a:pt x="1600" y="470"/>
                  <a:pt x="1450" y="363"/>
                </a:cubicBezTo>
                <a:cubicBezTo>
                  <a:pt x="1109" y="171"/>
                  <a:pt x="747" y="43"/>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09"/>
          <p:cNvSpPr/>
          <p:nvPr/>
        </p:nvSpPr>
        <p:spPr>
          <a:xfrm>
            <a:off x="8286648" y="4689279"/>
            <a:ext cx="64852" cy="135358"/>
          </a:xfrm>
          <a:custGeom>
            <a:rect b="b" l="l" r="r" t="t"/>
            <a:pathLst>
              <a:path extrusionOk="0" h="2801" w="1342">
                <a:moveTo>
                  <a:pt x="1008" y="0"/>
                </a:moveTo>
                <a:cubicBezTo>
                  <a:pt x="956" y="0"/>
                  <a:pt x="903" y="16"/>
                  <a:pt x="854" y="50"/>
                </a:cubicBezTo>
                <a:lnTo>
                  <a:pt x="875" y="50"/>
                </a:lnTo>
                <a:cubicBezTo>
                  <a:pt x="811" y="114"/>
                  <a:pt x="747" y="178"/>
                  <a:pt x="683" y="242"/>
                </a:cubicBezTo>
                <a:lnTo>
                  <a:pt x="640" y="306"/>
                </a:lnTo>
                <a:cubicBezTo>
                  <a:pt x="653" y="299"/>
                  <a:pt x="660" y="297"/>
                  <a:pt x="663" y="297"/>
                </a:cubicBezTo>
                <a:lnTo>
                  <a:pt x="663" y="297"/>
                </a:lnTo>
                <a:cubicBezTo>
                  <a:pt x="669" y="297"/>
                  <a:pt x="649" y="312"/>
                  <a:pt x="619" y="327"/>
                </a:cubicBezTo>
                <a:cubicBezTo>
                  <a:pt x="598" y="327"/>
                  <a:pt x="577" y="348"/>
                  <a:pt x="577" y="370"/>
                </a:cubicBezTo>
                <a:cubicBezTo>
                  <a:pt x="534" y="434"/>
                  <a:pt x="513" y="476"/>
                  <a:pt x="470" y="519"/>
                </a:cubicBezTo>
                <a:cubicBezTo>
                  <a:pt x="363" y="711"/>
                  <a:pt x="278" y="903"/>
                  <a:pt x="193" y="1095"/>
                </a:cubicBezTo>
                <a:cubicBezTo>
                  <a:pt x="129" y="1265"/>
                  <a:pt x="86" y="1436"/>
                  <a:pt x="65" y="1628"/>
                </a:cubicBezTo>
                <a:cubicBezTo>
                  <a:pt x="65" y="1649"/>
                  <a:pt x="65" y="1671"/>
                  <a:pt x="65" y="1692"/>
                </a:cubicBezTo>
                <a:cubicBezTo>
                  <a:pt x="65" y="1722"/>
                  <a:pt x="54" y="1807"/>
                  <a:pt x="55" y="1807"/>
                </a:cubicBezTo>
                <a:cubicBezTo>
                  <a:pt x="56" y="1807"/>
                  <a:pt x="59" y="1793"/>
                  <a:pt x="65" y="1756"/>
                </a:cubicBezTo>
                <a:lnTo>
                  <a:pt x="65" y="1756"/>
                </a:lnTo>
                <a:cubicBezTo>
                  <a:pt x="65" y="1841"/>
                  <a:pt x="43" y="1926"/>
                  <a:pt x="22" y="2012"/>
                </a:cubicBezTo>
                <a:lnTo>
                  <a:pt x="22" y="2076"/>
                </a:lnTo>
                <a:lnTo>
                  <a:pt x="22" y="2097"/>
                </a:lnTo>
                <a:cubicBezTo>
                  <a:pt x="22" y="2121"/>
                  <a:pt x="22" y="2161"/>
                  <a:pt x="22" y="2161"/>
                </a:cubicBezTo>
                <a:cubicBezTo>
                  <a:pt x="1" y="2204"/>
                  <a:pt x="1" y="2246"/>
                  <a:pt x="22" y="2289"/>
                </a:cubicBezTo>
                <a:cubicBezTo>
                  <a:pt x="22" y="2545"/>
                  <a:pt x="214" y="2758"/>
                  <a:pt x="470" y="2801"/>
                </a:cubicBezTo>
                <a:cubicBezTo>
                  <a:pt x="726" y="2801"/>
                  <a:pt x="939" y="2566"/>
                  <a:pt x="960" y="2310"/>
                </a:cubicBezTo>
                <a:cubicBezTo>
                  <a:pt x="960" y="2243"/>
                  <a:pt x="960" y="2108"/>
                  <a:pt x="918" y="2034"/>
                </a:cubicBezTo>
                <a:lnTo>
                  <a:pt x="918" y="2034"/>
                </a:lnTo>
                <a:lnTo>
                  <a:pt x="918" y="2033"/>
                </a:lnTo>
                <a:lnTo>
                  <a:pt x="918" y="1777"/>
                </a:lnTo>
                <a:lnTo>
                  <a:pt x="918" y="1649"/>
                </a:lnTo>
                <a:lnTo>
                  <a:pt x="918" y="1585"/>
                </a:lnTo>
                <a:cubicBezTo>
                  <a:pt x="918" y="1500"/>
                  <a:pt x="939" y="1393"/>
                  <a:pt x="960" y="1308"/>
                </a:cubicBezTo>
                <a:cubicBezTo>
                  <a:pt x="1003" y="1137"/>
                  <a:pt x="1046" y="988"/>
                  <a:pt x="1088" y="817"/>
                </a:cubicBezTo>
                <a:cubicBezTo>
                  <a:pt x="1088" y="817"/>
                  <a:pt x="1133" y="743"/>
                  <a:pt x="1123" y="743"/>
                </a:cubicBezTo>
                <a:lnTo>
                  <a:pt x="1123" y="743"/>
                </a:lnTo>
                <a:cubicBezTo>
                  <a:pt x="1121" y="743"/>
                  <a:pt x="1117" y="746"/>
                  <a:pt x="1110" y="754"/>
                </a:cubicBezTo>
                <a:cubicBezTo>
                  <a:pt x="1152" y="711"/>
                  <a:pt x="1174" y="647"/>
                  <a:pt x="1174" y="583"/>
                </a:cubicBezTo>
                <a:cubicBezTo>
                  <a:pt x="1174" y="540"/>
                  <a:pt x="1216" y="455"/>
                  <a:pt x="1259" y="370"/>
                </a:cubicBezTo>
                <a:cubicBezTo>
                  <a:pt x="1341" y="172"/>
                  <a:pt x="1183"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09"/>
          <p:cNvSpPr/>
          <p:nvPr/>
        </p:nvSpPr>
        <p:spPr>
          <a:xfrm>
            <a:off x="8178301" y="4608575"/>
            <a:ext cx="80558" cy="108925"/>
          </a:xfrm>
          <a:custGeom>
            <a:rect b="b" l="l" r="r" t="t"/>
            <a:pathLst>
              <a:path extrusionOk="0" h="2254" w="1667">
                <a:moveTo>
                  <a:pt x="321" y="0"/>
                </a:moveTo>
                <a:cubicBezTo>
                  <a:pt x="153" y="0"/>
                  <a:pt x="0" y="155"/>
                  <a:pt x="46" y="355"/>
                </a:cubicBezTo>
                <a:cubicBezTo>
                  <a:pt x="153" y="653"/>
                  <a:pt x="259" y="931"/>
                  <a:pt x="409" y="1187"/>
                </a:cubicBezTo>
                <a:cubicBezTo>
                  <a:pt x="520" y="1428"/>
                  <a:pt x="631" y="1637"/>
                  <a:pt x="729" y="1855"/>
                </a:cubicBezTo>
                <a:lnTo>
                  <a:pt x="729" y="1855"/>
                </a:lnTo>
                <a:cubicBezTo>
                  <a:pt x="729" y="1874"/>
                  <a:pt x="729" y="1893"/>
                  <a:pt x="729" y="1912"/>
                </a:cubicBezTo>
                <a:cubicBezTo>
                  <a:pt x="771" y="2082"/>
                  <a:pt x="899" y="2189"/>
                  <a:pt x="1048" y="2232"/>
                </a:cubicBezTo>
                <a:cubicBezTo>
                  <a:pt x="1094" y="2247"/>
                  <a:pt x="1139" y="2254"/>
                  <a:pt x="1183" y="2254"/>
                </a:cubicBezTo>
                <a:cubicBezTo>
                  <a:pt x="1264" y="2254"/>
                  <a:pt x="1342" y="2230"/>
                  <a:pt x="1411" y="2189"/>
                </a:cubicBezTo>
                <a:cubicBezTo>
                  <a:pt x="1518" y="2125"/>
                  <a:pt x="1603" y="2040"/>
                  <a:pt x="1624" y="1912"/>
                </a:cubicBezTo>
                <a:cubicBezTo>
                  <a:pt x="1667" y="1741"/>
                  <a:pt x="1624" y="1570"/>
                  <a:pt x="1518" y="1443"/>
                </a:cubicBezTo>
                <a:cubicBezTo>
                  <a:pt x="1502" y="1435"/>
                  <a:pt x="1492" y="1430"/>
                  <a:pt x="1488" y="1430"/>
                </a:cubicBezTo>
                <a:lnTo>
                  <a:pt x="1488" y="1430"/>
                </a:lnTo>
                <a:cubicBezTo>
                  <a:pt x="1481" y="1430"/>
                  <a:pt x="1491" y="1445"/>
                  <a:pt x="1518" y="1485"/>
                </a:cubicBezTo>
                <a:lnTo>
                  <a:pt x="1475" y="1443"/>
                </a:lnTo>
                <a:lnTo>
                  <a:pt x="1411" y="1357"/>
                </a:lnTo>
                <a:cubicBezTo>
                  <a:pt x="1368" y="1293"/>
                  <a:pt x="1326" y="1229"/>
                  <a:pt x="1283" y="1165"/>
                </a:cubicBezTo>
                <a:lnTo>
                  <a:pt x="1048" y="803"/>
                </a:lnTo>
                <a:cubicBezTo>
                  <a:pt x="899" y="568"/>
                  <a:pt x="707" y="312"/>
                  <a:pt x="515" y="78"/>
                </a:cubicBezTo>
                <a:cubicBezTo>
                  <a:pt x="455" y="24"/>
                  <a:pt x="387" y="0"/>
                  <a:pt x="32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09"/>
          <p:cNvSpPr/>
          <p:nvPr/>
        </p:nvSpPr>
        <p:spPr>
          <a:xfrm>
            <a:off x="8013559" y="4628775"/>
            <a:ext cx="75290" cy="105977"/>
          </a:xfrm>
          <a:custGeom>
            <a:rect b="b" l="l" r="r" t="t"/>
            <a:pathLst>
              <a:path extrusionOk="0" h="2193" w="1558">
                <a:moveTo>
                  <a:pt x="378" y="1"/>
                </a:moveTo>
                <a:cubicBezTo>
                  <a:pt x="204" y="1"/>
                  <a:pt x="33" y="120"/>
                  <a:pt x="22" y="342"/>
                </a:cubicBezTo>
                <a:lnTo>
                  <a:pt x="0" y="363"/>
                </a:lnTo>
                <a:cubicBezTo>
                  <a:pt x="0" y="662"/>
                  <a:pt x="64" y="961"/>
                  <a:pt x="192" y="1238"/>
                </a:cubicBezTo>
                <a:cubicBezTo>
                  <a:pt x="235" y="1387"/>
                  <a:pt x="320" y="1515"/>
                  <a:pt x="405" y="1664"/>
                </a:cubicBezTo>
                <a:cubicBezTo>
                  <a:pt x="448" y="1728"/>
                  <a:pt x="469" y="1792"/>
                  <a:pt x="512" y="1835"/>
                </a:cubicBezTo>
                <a:cubicBezTo>
                  <a:pt x="533" y="1899"/>
                  <a:pt x="576" y="1942"/>
                  <a:pt x="640" y="2006"/>
                </a:cubicBezTo>
                <a:cubicBezTo>
                  <a:pt x="683" y="2048"/>
                  <a:pt x="747" y="2091"/>
                  <a:pt x="811" y="2133"/>
                </a:cubicBezTo>
                <a:lnTo>
                  <a:pt x="917" y="2176"/>
                </a:lnTo>
                <a:cubicBezTo>
                  <a:pt x="949" y="2187"/>
                  <a:pt x="981" y="2192"/>
                  <a:pt x="1013" y="2192"/>
                </a:cubicBezTo>
                <a:cubicBezTo>
                  <a:pt x="1045" y="2192"/>
                  <a:pt x="1077" y="2187"/>
                  <a:pt x="1109" y="2176"/>
                </a:cubicBezTo>
                <a:cubicBezTo>
                  <a:pt x="1216" y="2176"/>
                  <a:pt x="1323" y="2133"/>
                  <a:pt x="1408" y="2048"/>
                </a:cubicBezTo>
                <a:cubicBezTo>
                  <a:pt x="1450" y="1984"/>
                  <a:pt x="1493" y="1920"/>
                  <a:pt x="1536" y="1835"/>
                </a:cubicBezTo>
                <a:cubicBezTo>
                  <a:pt x="1557" y="1707"/>
                  <a:pt x="1536" y="1558"/>
                  <a:pt x="1472" y="1451"/>
                </a:cubicBezTo>
                <a:cubicBezTo>
                  <a:pt x="1429" y="1387"/>
                  <a:pt x="1386" y="1323"/>
                  <a:pt x="1323" y="1259"/>
                </a:cubicBezTo>
                <a:lnTo>
                  <a:pt x="1237" y="1174"/>
                </a:lnTo>
                <a:cubicBezTo>
                  <a:pt x="1183" y="1120"/>
                  <a:pt x="1130" y="1066"/>
                  <a:pt x="1076" y="1012"/>
                </a:cubicBezTo>
                <a:lnTo>
                  <a:pt x="1076" y="1012"/>
                </a:lnTo>
                <a:cubicBezTo>
                  <a:pt x="991" y="889"/>
                  <a:pt x="916" y="759"/>
                  <a:pt x="852" y="636"/>
                </a:cubicBezTo>
                <a:lnTo>
                  <a:pt x="852" y="636"/>
                </a:lnTo>
                <a:cubicBezTo>
                  <a:pt x="831" y="573"/>
                  <a:pt x="810" y="511"/>
                  <a:pt x="789" y="449"/>
                </a:cubicBezTo>
                <a:lnTo>
                  <a:pt x="789" y="406"/>
                </a:lnTo>
                <a:cubicBezTo>
                  <a:pt x="768" y="363"/>
                  <a:pt x="768" y="342"/>
                  <a:pt x="747" y="299"/>
                </a:cubicBezTo>
                <a:lnTo>
                  <a:pt x="747" y="299"/>
                </a:lnTo>
                <a:lnTo>
                  <a:pt x="768" y="363"/>
                </a:lnTo>
                <a:cubicBezTo>
                  <a:pt x="747" y="321"/>
                  <a:pt x="725" y="278"/>
                  <a:pt x="725" y="257"/>
                </a:cubicBezTo>
                <a:cubicBezTo>
                  <a:pt x="667" y="83"/>
                  <a:pt x="522"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09"/>
          <p:cNvSpPr/>
          <p:nvPr/>
        </p:nvSpPr>
        <p:spPr>
          <a:xfrm>
            <a:off x="7867229" y="4817004"/>
            <a:ext cx="93751" cy="129318"/>
          </a:xfrm>
          <a:custGeom>
            <a:rect b="b" l="l" r="r" t="t"/>
            <a:pathLst>
              <a:path extrusionOk="0" h="2676" w="1940">
                <a:moveTo>
                  <a:pt x="1535" y="1"/>
                </a:moveTo>
                <a:cubicBezTo>
                  <a:pt x="1462" y="1"/>
                  <a:pt x="1387" y="29"/>
                  <a:pt x="1322" y="94"/>
                </a:cubicBezTo>
                <a:lnTo>
                  <a:pt x="1289" y="144"/>
                </a:lnTo>
                <a:lnTo>
                  <a:pt x="1289" y="144"/>
                </a:lnTo>
                <a:cubicBezTo>
                  <a:pt x="1277" y="150"/>
                  <a:pt x="1231" y="185"/>
                  <a:pt x="1216" y="200"/>
                </a:cubicBezTo>
                <a:cubicBezTo>
                  <a:pt x="1216" y="200"/>
                  <a:pt x="1152" y="264"/>
                  <a:pt x="1130" y="307"/>
                </a:cubicBezTo>
                <a:lnTo>
                  <a:pt x="960" y="499"/>
                </a:lnTo>
                <a:cubicBezTo>
                  <a:pt x="832" y="670"/>
                  <a:pt x="725" y="840"/>
                  <a:pt x="618" y="1011"/>
                </a:cubicBezTo>
                <a:cubicBezTo>
                  <a:pt x="512" y="1160"/>
                  <a:pt x="427" y="1309"/>
                  <a:pt x="341" y="1480"/>
                </a:cubicBezTo>
                <a:cubicBezTo>
                  <a:pt x="235" y="1651"/>
                  <a:pt x="149" y="1864"/>
                  <a:pt x="85" y="2056"/>
                </a:cubicBezTo>
                <a:cubicBezTo>
                  <a:pt x="0" y="2312"/>
                  <a:pt x="149" y="2589"/>
                  <a:pt x="427" y="2653"/>
                </a:cubicBezTo>
                <a:cubicBezTo>
                  <a:pt x="464" y="2668"/>
                  <a:pt x="507" y="2675"/>
                  <a:pt x="552" y="2675"/>
                </a:cubicBezTo>
                <a:cubicBezTo>
                  <a:pt x="634" y="2675"/>
                  <a:pt x="720" y="2652"/>
                  <a:pt x="789" y="2610"/>
                </a:cubicBezTo>
                <a:cubicBezTo>
                  <a:pt x="896" y="2546"/>
                  <a:pt x="981" y="2440"/>
                  <a:pt x="1024" y="2312"/>
                </a:cubicBezTo>
                <a:cubicBezTo>
                  <a:pt x="1045" y="2290"/>
                  <a:pt x="1045" y="2248"/>
                  <a:pt x="1066" y="2205"/>
                </a:cubicBezTo>
                <a:cubicBezTo>
                  <a:pt x="1088" y="2162"/>
                  <a:pt x="1088" y="2098"/>
                  <a:pt x="1088" y="2035"/>
                </a:cubicBezTo>
                <a:cubicBezTo>
                  <a:pt x="1088" y="2045"/>
                  <a:pt x="1088" y="2059"/>
                  <a:pt x="1088" y="2077"/>
                </a:cubicBezTo>
                <a:cubicBezTo>
                  <a:pt x="1088" y="2077"/>
                  <a:pt x="1152" y="1843"/>
                  <a:pt x="1152" y="1821"/>
                </a:cubicBezTo>
                <a:cubicBezTo>
                  <a:pt x="1194" y="1736"/>
                  <a:pt x="1216" y="1651"/>
                  <a:pt x="1237" y="1587"/>
                </a:cubicBezTo>
                <a:cubicBezTo>
                  <a:pt x="1237" y="1571"/>
                  <a:pt x="1272" y="1485"/>
                  <a:pt x="1273" y="1485"/>
                </a:cubicBezTo>
                <a:lnTo>
                  <a:pt x="1273" y="1485"/>
                </a:lnTo>
                <a:cubicBezTo>
                  <a:pt x="1273" y="1485"/>
                  <a:pt x="1269" y="1495"/>
                  <a:pt x="1258" y="1523"/>
                </a:cubicBezTo>
                <a:cubicBezTo>
                  <a:pt x="1280" y="1480"/>
                  <a:pt x="1301" y="1437"/>
                  <a:pt x="1322" y="1416"/>
                </a:cubicBezTo>
                <a:cubicBezTo>
                  <a:pt x="1386" y="1245"/>
                  <a:pt x="1472" y="1096"/>
                  <a:pt x="1557" y="947"/>
                </a:cubicBezTo>
                <a:cubicBezTo>
                  <a:pt x="1599" y="862"/>
                  <a:pt x="1642" y="776"/>
                  <a:pt x="1685" y="712"/>
                </a:cubicBezTo>
                <a:cubicBezTo>
                  <a:pt x="1727" y="627"/>
                  <a:pt x="1727" y="627"/>
                  <a:pt x="1749" y="606"/>
                </a:cubicBezTo>
                <a:lnTo>
                  <a:pt x="1770" y="542"/>
                </a:lnTo>
                <a:lnTo>
                  <a:pt x="1813" y="478"/>
                </a:lnTo>
                <a:cubicBezTo>
                  <a:pt x="1940" y="239"/>
                  <a:pt x="1747" y="1"/>
                  <a:pt x="15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09"/>
          <p:cNvSpPr/>
          <p:nvPr/>
        </p:nvSpPr>
        <p:spPr>
          <a:xfrm>
            <a:off x="7811557" y="4655693"/>
            <a:ext cx="128883" cy="79495"/>
          </a:xfrm>
          <a:custGeom>
            <a:rect b="b" l="l" r="r" t="t"/>
            <a:pathLst>
              <a:path extrusionOk="0" h="1645" w="2667">
                <a:moveTo>
                  <a:pt x="534" y="1"/>
                </a:moveTo>
                <a:cubicBezTo>
                  <a:pt x="367" y="1"/>
                  <a:pt x="214" y="96"/>
                  <a:pt x="128" y="233"/>
                </a:cubicBezTo>
                <a:cubicBezTo>
                  <a:pt x="0" y="425"/>
                  <a:pt x="43" y="681"/>
                  <a:pt x="192" y="830"/>
                </a:cubicBezTo>
                <a:cubicBezTo>
                  <a:pt x="256" y="873"/>
                  <a:pt x="320" y="937"/>
                  <a:pt x="384" y="958"/>
                </a:cubicBezTo>
                <a:cubicBezTo>
                  <a:pt x="448" y="1001"/>
                  <a:pt x="512" y="1022"/>
                  <a:pt x="598" y="1043"/>
                </a:cubicBezTo>
                <a:lnTo>
                  <a:pt x="832" y="1150"/>
                </a:lnTo>
                <a:cubicBezTo>
                  <a:pt x="981" y="1214"/>
                  <a:pt x="1152" y="1278"/>
                  <a:pt x="1301" y="1342"/>
                </a:cubicBezTo>
                <a:lnTo>
                  <a:pt x="1770" y="1491"/>
                </a:lnTo>
                <a:cubicBezTo>
                  <a:pt x="1920" y="1555"/>
                  <a:pt x="2112" y="1576"/>
                  <a:pt x="2282" y="1640"/>
                </a:cubicBezTo>
                <a:cubicBezTo>
                  <a:pt x="2299" y="1643"/>
                  <a:pt x="2315" y="1644"/>
                  <a:pt x="2332" y="1644"/>
                </a:cubicBezTo>
                <a:cubicBezTo>
                  <a:pt x="2446" y="1644"/>
                  <a:pt x="2565" y="1582"/>
                  <a:pt x="2602" y="1470"/>
                </a:cubicBezTo>
                <a:cubicBezTo>
                  <a:pt x="2666" y="1342"/>
                  <a:pt x="2602" y="1193"/>
                  <a:pt x="2496" y="1107"/>
                </a:cubicBezTo>
                <a:cubicBezTo>
                  <a:pt x="2432" y="1065"/>
                  <a:pt x="2368" y="1022"/>
                  <a:pt x="2282" y="958"/>
                </a:cubicBezTo>
                <a:lnTo>
                  <a:pt x="2218" y="915"/>
                </a:lnTo>
                <a:lnTo>
                  <a:pt x="2090" y="809"/>
                </a:lnTo>
                <a:cubicBezTo>
                  <a:pt x="1941" y="723"/>
                  <a:pt x="1792" y="638"/>
                  <a:pt x="1643" y="553"/>
                </a:cubicBezTo>
                <a:cubicBezTo>
                  <a:pt x="1493" y="468"/>
                  <a:pt x="1344" y="382"/>
                  <a:pt x="1195" y="276"/>
                </a:cubicBezTo>
                <a:cubicBezTo>
                  <a:pt x="1045" y="169"/>
                  <a:pt x="853" y="84"/>
                  <a:pt x="662" y="20"/>
                </a:cubicBezTo>
                <a:cubicBezTo>
                  <a:pt x="619" y="7"/>
                  <a:pt x="576" y="1"/>
                  <a:pt x="5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09"/>
          <p:cNvSpPr/>
          <p:nvPr/>
        </p:nvSpPr>
        <p:spPr>
          <a:xfrm>
            <a:off x="7700263" y="4793566"/>
            <a:ext cx="123035" cy="87807"/>
          </a:xfrm>
          <a:custGeom>
            <a:rect b="b" l="l" r="r" t="t"/>
            <a:pathLst>
              <a:path extrusionOk="0" h="1817" w="2546">
                <a:moveTo>
                  <a:pt x="1877" y="633"/>
                </a:moveTo>
                <a:cubicBezTo>
                  <a:pt x="1875" y="633"/>
                  <a:pt x="1863" y="636"/>
                  <a:pt x="1834" y="643"/>
                </a:cubicBezTo>
                <a:cubicBezTo>
                  <a:pt x="1848" y="643"/>
                  <a:pt x="1882" y="633"/>
                  <a:pt x="1877" y="633"/>
                </a:cubicBezTo>
                <a:close/>
                <a:moveTo>
                  <a:pt x="2171" y="1"/>
                </a:moveTo>
                <a:cubicBezTo>
                  <a:pt x="2159" y="1"/>
                  <a:pt x="2146" y="1"/>
                  <a:pt x="2133" y="3"/>
                </a:cubicBezTo>
                <a:lnTo>
                  <a:pt x="2154" y="24"/>
                </a:lnTo>
                <a:cubicBezTo>
                  <a:pt x="2120" y="23"/>
                  <a:pt x="2085" y="22"/>
                  <a:pt x="2051" y="22"/>
                </a:cubicBezTo>
                <a:cubicBezTo>
                  <a:pt x="1680" y="22"/>
                  <a:pt x="1315" y="124"/>
                  <a:pt x="1003" y="280"/>
                </a:cubicBezTo>
                <a:cubicBezTo>
                  <a:pt x="917" y="323"/>
                  <a:pt x="853" y="366"/>
                  <a:pt x="768" y="408"/>
                </a:cubicBezTo>
                <a:cubicBezTo>
                  <a:pt x="725" y="451"/>
                  <a:pt x="704" y="472"/>
                  <a:pt x="661" y="494"/>
                </a:cubicBezTo>
                <a:cubicBezTo>
                  <a:pt x="597" y="536"/>
                  <a:pt x="555" y="579"/>
                  <a:pt x="491" y="621"/>
                </a:cubicBezTo>
                <a:cubicBezTo>
                  <a:pt x="528" y="597"/>
                  <a:pt x="544" y="586"/>
                  <a:pt x="546" y="586"/>
                </a:cubicBezTo>
                <a:lnTo>
                  <a:pt x="546" y="586"/>
                </a:lnTo>
                <a:cubicBezTo>
                  <a:pt x="547" y="586"/>
                  <a:pt x="542" y="591"/>
                  <a:pt x="533" y="600"/>
                </a:cubicBezTo>
                <a:lnTo>
                  <a:pt x="512" y="621"/>
                </a:lnTo>
                <a:cubicBezTo>
                  <a:pt x="469" y="643"/>
                  <a:pt x="427" y="685"/>
                  <a:pt x="384" y="707"/>
                </a:cubicBezTo>
                <a:cubicBezTo>
                  <a:pt x="341" y="749"/>
                  <a:pt x="320" y="771"/>
                  <a:pt x="299" y="813"/>
                </a:cubicBezTo>
                <a:cubicBezTo>
                  <a:pt x="235" y="856"/>
                  <a:pt x="192" y="920"/>
                  <a:pt x="149" y="984"/>
                </a:cubicBezTo>
                <a:cubicBezTo>
                  <a:pt x="124" y="1035"/>
                  <a:pt x="108" y="1070"/>
                  <a:pt x="101" y="1087"/>
                </a:cubicBezTo>
                <a:lnTo>
                  <a:pt x="101" y="1087"/>
                </a:lnTo>
                <a:cubicBezTo>
                  <a:pt x="104" y="1076"/>
                  <a:pt x="107" y="1063"/>
                  <a:pt x="107" y="1048"/>
                </a:cubicBezTo>
                <a:lnTo>
                  <a:pt x="107" y="1048"/>
                </a:lnTo>
                <a:cubicBezTo>
                  <a:pt x="98" y="1082"/>
                  <a:pt x="93" y="1099"/>
                  <a:pt x="94" y="1099"/>
                </a:cubicBezTo>
                <a:cubicBezTo>
                  <a:pt x="95" y="1099"/>
                  <a:pt x="97" y="1095"/>
                  <a:pt x="101" y="1087"/>
                </a:cubicBezTo>
                <a:lnTo>
                  <a:pt x="101" y="1087"/>
                </a:lnTo>
                <a:cubicBezTo>
                  <a:pt x="94" y="1106"/>
                  <a:pt x="85" y="1120"/>
                  <a:pt x="85" y="1133"/>
                </a:cubicBezTo>
                <a:cubicBezTo>
                  <a:pt x="22" y="1240"/>
                  <a:pt x="0" y="1368"/>
                  <a:pt x="43" y="1475"/>
                </a:cubicBezTo>
                <a:cubicBezTo>
                  <a:pt x="64" y="1602"/>
                  <a:pt x="149" y="1688"/>
                  <a:pt x="256" y="1752"/>
                </a:cubicBezTo>
                <a:cubicBezTo>
                  <a:pt x="325" y="1793"/>
                  <a:pt x="403" y="1817"/>
                  <a:pt x="478" y="1817"/>
                </a:cubicBezTo>
                <a:cubicBezTo>
                  <a:pt x="519" y="1817"/>
                  <a:pt x="560" y="1810"/>
                  <a:pt x="597" y="1794"/>
                </a:cubicBezTo>
                <a:cubicBezTo>
                  <a:pt x="725" y="1752"/>
                  <a:pt x="811" y="1688"/>
                  <a:pt x="875" y="1581"/>
                </a:cubicBezTo>
                <a:lnTo>
                  <a:pt x="875" y="1581"/>
                </a:lnTo>
                <a:cubicBezTo>
                  <a:pt x="888" y="1568"/>
                  <a:pt x="880" y="1576"/>
                  <a:pt x="896" y="1560"/>
                </a:cubicBezTo>
                <a:cubicBezTo>
                  <a:pt x="939" y="1517"/>
                  <a:pt x="981" y="1453"/>
                  <a:pt x="1024" y="1389"/>
                </a:cubicBezTo>
                <a:cubicBezTo>
                  <a:pt x="1045" y="1347"/>
                  <a:pt x="1066" y="1304"/>
                  <a:pt x="1088" y="1283"/>
                </a:cubicBezTo>
                <a:cubicBezTo>
                  <a:pt x="1102" y="1253"/>
                  <a:pt x="1137" y="1194"/>
                  <a:pt x="1130" y="1194"/>
                </a:cubicBezTo>
                <a:lnTo>
                  <a:pt x="1130" y="1194"/>
                </a:lnTo>
                <a:cubicBezTo>
                  <a:pt x="1127" y="1194"/>
                  <a:pt x="1115" y="1206"/>
                  <a:pt x="1088" y="1240"/>
                </a:cubicBezTo>
                <a:cubicBezTo>
                  <a:pt x="1130" y="1176"/>
                  <a:pt x="1194" y="1112"/>
                  <a:pt x="1237" y="1069"/>
                </a:cubicBezTo>
                <a:cubicBezTo>
                  <a:pt x="1301" y="1005"/>
                  <a:pt x="1301" y="1005"/>
                  <a:pt x="1322" y="984"/>
                </a:cubicBezTo>
                <a:lnTo>
                  <a:pt x="1386" y="941"/>
                </a:lnTo>
                <a:cubicBezTo>
                  <a:pt x="1514" y="835"/>
                  <a:pt x="1642" y="749"/>
                  <a:pt x="1792" y="664"/>
                </a:cubicBezTo>
                <a:lnTo>
                  <a:pt x="1834" y="643"/>
                </a:lnTo>
                <a:lnTo>
                  <a:pt x="1962" y="600"/>
                </a:lnTo>
                <a:cubicBezTo>
                  <a:pt x="2047" y="579"/>
                  <a:pt x="2111" y="558"/>
                  <a:pt x="2197" y="536"/>
                </a:cubicBezTo>
                <a:cubicBezTo>
                  <a:pt x="2545" y="495"/>
                  <a:pt x="2480" y="1"/>
                  <a:pt x="21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09"/>
          <p:cNvSpPr/>
          <p:nvPr/>
        </p:nvSpPr>
        <p:spPr>
          <a:xfrm>
            <a:off x="7642514" y="4665889"/>
            <a:ext cx="60358" cy="107137"/>
          </a:xfrm>
          <a:custGeom>
            <a:rect b="b" l="l" r="r" t="t"/>
            <a:pathLst>
              <a:path extrusionOk="0" h="2217" w="1249">
                <a:moveTo>
                  <a:pt x="1089" y="1813"/>
                </a:moveTo>
                <a:lnTo>
                  <a:pt x="1089" y="1821"/>
                </a:lnTo>
                <a:lnTo>
                  <a:pt x="1089" y="1821"/>
                </a:lnTo>
                <a:cubicBezTo>
                  <a:pt x="1089" y="1818"/>
                  <a:pt x="1089" y="1816"/>
                  <a:pt x="1089" y="1813"/>
                </a:cubicBezTo>
                <a:close/>
                <a:moveTo>
                  <a:pt x="470" y="1"/>
                </a:moveTo>
                <a:cubicBezTo>
                  <a:pt x="278" y="1"/>
                  <a:pt x="108" y="129"/>
                  <a:pt x="44" y="320"/>
                </a:cubicBezTo>
                <a:cubicBezTo>
                  <a:pt x="1" y="448"/>
                  <a:pt x="1" y="576"/>
                  <a:pt x="22" y="726"/>
                </a:cubicBezTo>
                <a:cubicBezTo>
                  <a:pt x="22" y="790"/>
                  <a:pt x="44" y="854"/>
                  <a:pt x="65" y="918"/>
                </a:cubicBezTo>
                <a:cubicBezTo>
                  <a:pt x="108" y="1088"/>
                  <a:pt x="172" y="1259"/>
                  <a:pt x="236" y="1408"/>
                </a:cubicBezTo>
                <a:cubicBezTo>
                  <a:pt x="299" y="1536"/>
                  <a:pt x="363" y="1664"/>
                  <a:pt x="449" y="1771"/>
                </a:cubicBezTo>
                <a:cubicBezTo>
                  <a:pt x="491" y="1856"/>
                  <a:pt x="555" y="1920"/>
                  <a:pt x="598" y="1984"/>
                </a:cubicBezTo>
                <a:cubicBezTo>
                  <a:pt x="650" y="2053"/>
                  <a:pt x="715" y="2108"/>
                  <a:pt x="794" y="2137"/>
                </a:cubicBezTo>
                <a:lnTo>
                  <a:pt x="794" y="2137"/>
                </a:lnTo>
                <a:lnTo>
                  <a:pt x="811" y="2155"/>
                </a:lnTo>
                <a:cubicBezTo>
                  <a:pt x="854" y="2198"/>
                  <a:pt x="906" y="2216"/>
                  <a:pt x="956" y="2216"/>
                </a:cubicBezTo>
                <a:cubicBezTo>
                  <a:pt x="1105" y="2216"/>
                  <a:pt x="1248" y="2053"/>
                  <a:pt x="1153" y="1877"/>
                </a:cubicBezTo>
                <a:lnTo>
                  <a:pt x="1124" y="1877"/>
                </a:lnTo>
                <a:cubicBezTo>
                  <a:pt x="1122" y="1856"/>
                  <a:pt x="1117" y="1835"/>
                  <a:pt x="1110" y="1813"/>
                </a:cubicBezTo>
                <a:lnTo>
                  <a:pt x="1110" y="1792"/>
                </a:lnTo>
                <a:cubicBezTo>
                  <a:pt x="1110" y="1792"/>
                  <a:pt x="1089" y="1771"/>
                  <a:pt x="1089" y="1749"/>
                </a:cubicBezTo>
                <a:cubicBezTo>
                  <a:pt x="1067" y="1707"/>
                  <a:pt x="1046" y="1664"/>
                  <a:pt x="1046" y="1600"/>
                </a:cubicBezTo>
                <a:cubicBezTo>
                  <a:pt x="1003" y="1493"/>
                  <a:pt x="961" y="1387"/>
                  <a:pt x="939" y="1280"/>
                </a:cubicBezTo>
                <a:cubicBezTo>
                  <a:pt x="939" y="1238"/>
                  <a:pt x="918" y="1174"/>
                  <a:pt x="918" y="1131"/>
                </a:cubicBezTo>
                <a:lnTo>
                  <a:pt x="918" y="1110"/>
                </a:lnTo>
                <a:lnTo>
                  <a:pt x="918" y="1024"/>
                </a:lnTo>
                <a:cubicBezTo>
                  <a:pt x="900" y="937"/>
                  <a:pt x="897" y="849"/>
                  <a:pt x="909" y="750"/>
                </a:cubicBezTo>
                <a:lnTo>
                  <a:pt x="909" y="750"/>
                </a:lnTo>
                <a:cubicBezTo>
                  <a:pt x="910" y="741"/>
                  <a:pt x="911" y="731"/>
                  <a:pt x="912" y="722"/>
                </a:cubicBezTo>
                <a:lnTo>
                  <a:pt x="912" y="722"/>
                </a:lnTo>
                <a:cubicBezTo>
                  <a:pt x="914" y="709"/>
                  <a:pt x="916" y="696"/>
                  <a:pt x="918" y="683"/>
                </a:cubicBezTo>
                <a:lnTo>
                  <a:pt x="918" y="683"/>
                </a:lnTo>
                <a:lnTo>
                  <a:pt x="913" y="713"/>
                </a:lnTo>
                <a:lnTo>
                  <a:pt x="913" y="713"/>
                </a:lnTo>
                <a:cubicBezTo>
                  <a:pt x="918" y="661"/>
                  <a:pt x="918" y="608"/>
                  <a:pt x="918" y="555"/>
                </a:cubicBezTo>
                <a:cubicBezTo>
                  <a:pt x="918" y="470"/>
                  <a:pt x="897" y="384"/>
                  <a:pt x="897" y="320"/>
                </a:cubicBezTo>
                <a:cubicBezTo>
                  <a:pt x="875" y="214"/>
                  <a:pt x="811" y="150"/>
                  <a:pt x="726" y="86"/>
                </a:cubicBezTo>
                <a:cubicBezTo>
                  <a:pt x="662" y="22"/>
                  <a:pt x="555" y="1"/>
                  <a:pt x="47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09"/>
          <p:cNvSpPr/>
          <p:nvPr/>
        </p:nvSpPr>
        <p:spPr>
          <a:xfrm>
            <a:off x="7722928" y="4970825"/>
            <a:ext cx="69830" cy="141931"/>
          </a:xfrm>
          <a:custGeom>
            <a:rect b="b" l="l" r="r" t="t"/>
            <a:pathLst>
              <a:path extrusionOk="0" h="2937" w="1445">
                <a:moveTo>
                  <a:pt x="528" y="0"/>
                </a:moveTo>
                <a:cubicBezTo>
                  <a:pt x="356" y="0"/>
                  <a:pt x="210" y="103"/>
                  <a:pt x="171" y="259"/>
                </a:cubicBezTo>
                <a:cubicBezTo>
                  <a:pt x="22" y="643"/>
                  <a:pt x="0" y="1069"/>
                  <a:pt x="43" y="1475"/>
                </a:cubicBezTo>
                <a:cubicBezTo>
                  <a:pt x="86" y="1880"/>
                  <a:pt x="192" y="2285"/>
                  <a:pt x="342" y="2690"/>
                </a:cubicBezTo>
                <a:cubicBezTo>
                  <a:pt x="391" y="2865"/>
                  <a:pt x="536" y="2937"/>
                  <a:pt x="699" y="2937"/>
                </a:cubicBezTo>
                <a:cubicBezTo>
                  <a:pt x="1034" y="2937"/>
                  <a:pt x="1445" y="2636"/>
                  <a:pt x="1259" y="2306"/>
                </a:cubicBezTo>
                <a:cubicBezTo>
                  <a:pt x="1195" y="2221"/>
                  <a:pt x="1152" y="2136"/>
                  <a:pt x="1109" y="2072"/>
                </a:cubicBezTo>
                <a:cubicBezTo>
                  <a:pt x="1089" y="2032"/>
                  <a:pt x="1083" y="2015"/>
                  <a:pt x="1085" y="2015"/>
                </a:cubicBezTo>
                <a:lnTo>
                  <a:pt x="1085" y="2015"/>
                </a:lnTo>
                <a:cubicBezTo>
                  <a:pt x="1086" y="2015"/>
                  <a:pt x="1098" y="2038"/>
                  <a:pt x="1109" y="2072"/>
                </a:cubicBezTo>
                <a:lnTo>
                  <a:pt x="1088" y="1986"/>
                </a:lnTo>
                <a:cubicBezTo>
                  <a:pt x="1067" y="1944"/>
                  <a:pt x="1067" y="1922"/>
                  <a:pt x="1045" y="1880"/>
                </a:cubicBezTo>
                <a:cubicBezTo>
                  <a:pt x="1003" y="1709"/>
                  <a:pt x="939" y="1517"/>
                  <a:pt x="917" y="1347"/>
                </a:cubicBezTo>
                <a:cubicBezTo>
                  <a:pt x="917" y="1304"/>
                  <a:pt x="896" y="1261"/>
                  <a:pt x="896" y="1240"/>
                </a:cubicBezTo>
                <a:cubicBezTo>
                  <a:pt x="896" y="1197"/>
                  <a:pt x="896" y="1176"/>
                  <a:pt x="896" y="1155"/>
                </a:cubicBezTo>
                <a:cubicBezTo>
                  <a:pt x="896" y="1069"/>
                  <a:pt x="896" y="963"/>
                  <a:pt x="875" y="877"/>
                </a:cubicBezTo>
                <a:lnTo>
                  <a:pt x="875" y="344"/>
                </a:lnTo>
                <a:cubicBezTo>
                  <a:pt x="875" y="174"/>
                  <a:pt x="747" y="24"/>
                  <a:pt x="576" y="3"/>
                </a:cubicBezTo>
                <a:cubicBezTo>
                  <a:pt x="560" y="1"/>
                  <a:pt x="544" y="0"/>
                  <a:pt x="5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109"/>
          <p:cNvSpPr/>
          <p:nvPr/>
        </p:nvSpPr>
        <p:spPr>
          <a:xfrm>
            <a:off x="7957888" y="4986918"/>
            <a:ext cx="64514" cy="127965"/>
          </a:xfrm>
          <a:custGeom>
            <a:rect b="b" l="l" r="r" t="t"/>
            <a:pathLst>
              <a:path extrusionOk="0" h="2648" w="1335">
                <a:moveTo>
                  <a:pt x="972" y="1"/>
                </a:moveTo>
                <a:cubicBezTo>
                  <a:pt x="824" y="1"/>
                  <a:pt x="702" y="83"/>
                  <a:pt x="664" y="236"/>
                </a:cubicBezTo>
                <a:lnTo>
                  <a:pt x="664" y="236"/>
                </a:lnTo>
                <a:cubicBezTo>
                  <a:pt x="648" y="252"/>
                  <a:pt x="633" y="270"/>
                  <a:pt x="619" y="289"/>
                </a:cubicBezTo>
                <a:cubicBezTo>
                  <a:pt x="598" y="353"/>
                  <a:pt x="576" y="395"/>
                  <a:pt x="555" y="459"/>
                </a:cubicBezTo>
                <a:cubicBezTo>
                  <a:pt x="513" y="523"/>
                  <a:pt x="491" y="608"/>
                  <a:pt x="449" y="694"/>
                </a:cubicBezTo>
                <a:cubicBezTo>
                  <a:pt x="406" y="864"/>
                  <a:pt x="363" y="1014"/>
                  <a:pt x="299" y="1163"/>
                </a:cubicBezTo>
                <a:cubicBezTo>
                  <a:pt x="257" y="1334"/>
                  <a:pt x="193" y="1483"/>
                  <a:pt x="150" y="1653"/>
                </a:cubicBezTo>
                <a:cubicBezTo>
                  <a:pt x="65" y="1824"/>
                  <a:pt x="22" y="2037"/>
                  <a:pt x="1" y="2229"/>
                </a:cubicBezTo>
                <a:cubicBezTo>
                  <a:pt x="1" y="2421"/>
                  <a:pt x="129" y="2570"/>
                  <a:pt x="299" y="2634"/>
                </a:cubicBezTo>
                <a:cubicBezTo>
                  <a:pt x="338" y="2643"/>
                  <a:pt x="376" y="2647"/>
                  <a:pt x="414" y="2647"/>
                </a:cubicBezTo>
                <a:cubicBezTo>
                  <a:pt x="565" y="2647"/>
                  <a:pt x="704" y="2579"/>
                  <a:pt x="790" y="2443"/>
                </a:cubicBezTo>
                <a:cubicBezTo>
                  <a:pt x="875" y="2251"/>
                  <a:pt x="939" y="2080"/>
                  <a:pt x="982" y="1888"/>
                </a:cubicBezTo>
                <a:lnTo>
                  <a:pt x="1110" y="1398"/>
                </a:lnTo>
                <a:cubicBezTo>
                  <a:pt x="1152" y="1227"/>
                  <a:pt x="1195" y="1078"/>
                  <a:pt x="1238" y="907"/>
                </a:cubicBezTo>
                <a:cubicBezTo>
                  <a:pt x="1259" y="822"/>
                  <a:pt x="1259" y="736"/>
                  <a:pt x="1280" y="651"/>
                </a:cubicBezTo>
                <a:cubicBezTo>
                  <a:pt x="1302" y="587"/>
                  <a:pt x="1302" y="523"/>
                  <a:pt x="1323" y="459"/>
                </a:cubicBezTo>
                <a:cubicBezTo>
                  <a:pt x="1318" y="436"/>
                  <a:pt x="1313" y="415"/>
                  <a:pt x="1306" y="394"/>
                </a:cubicBezTo>
                <a:lnTo>
                  <a:pt x="1306" y="394"/>
                </a:lnTo>
                <a:cubicBezTo>
                  <a:pt x="1335" y="229"/>
                  <a:pt x="1230" y="52"/>
                  <a:pt x="1067" y="11"/>
                </a:cubicBezTo>
                <a:cubicBezTo>
                  <a:pt x="1035" y="4"/>
                  <a:pt x="1003" y="1"/>
                  <a:pt x="97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09"/>
          <p:cNvSpPr/>
          <p:nvPr/>
        </p:nvSpPr>
        <p:spPr>
          <a:xfrm>
            <a:off x="8066089" y="5146248"/>
            <a:ext cx="119604" cy="80848"/>
          </a:xfrm>
          <a:custGeom>
            <a:rect b="b" l="l" r="r" t="t"/>
            <a:pathLst>
              <a:path extrusionOk="0" h="1673" w="2475">
                <a:moveTo>
                  <a:pt x="422" y="1"/>
                </a:moveTo>
                <a:cubicBezTo>
                  <a:pt x="173" y="1"/>
                  <a:pt x="1" y="318"/>
                  <a:pt x="214" y="532"/>
                </a:cubicBezTo>
                <a:cubicBezTo>
                  <a:pt x="449" y="766"/>
                  <a:pt x="705" y="980"/>
                  <a:pt x="982" y="1171"/>
                </a:cubicBezTo>
                <a:cubicBezTo>
                  <a:pt x="1259" y="1363"/>
                  <a:pt x="1558" y="1534"/>
                  <a:pt x="1878" y="1662"/>
                </a:cubicBezTo>
                <a:cubicBezTo>
                  <a:pt x="1913" y="1669"/>
                  <a:pt x="1949" y="1673"/>
                  <a:pt x="1984" y="1673"/>
                </a:cubicBezTo>
                <a:cubicBezTo>
                  <a:pt x="2158" y="1673"/>
                  <a:pt x="2318" y="1584"/>
                  <a:pt x="2389" y="1406"/>
                </a:cubicBezTo>
                <a:cubicBezTo>
                  <a:pt x="2475" y="1214"/>
                  <a:pt x="2389" y="980"/>
                  <a:pt x="2198" y="873"/>
                </a:cubicBezTo>
                <a:cubicBezTo>
                  <a:pt x="2048" y="809"/>
                  <a:pt x="1878" y="745"/>
                  <a:pt x="1707" y="681"/>
                </a:cubicBezTo>
                <a:cubicBezTo>
                  <a:pt x="1664" y="681"/>
                  <a:pt x="1643" y="660"/>
                  <a:pt x="1600" y="638"/>
                </a:cubicBezTo>
                <a:lnTo>
                  <a:pt x="1600" y="638"/>
                </a:lnTo>
                <a:cubicBezTo>
                  <a:pt x="1615" y="638"/>
                  <a:pt x="1638" y="657"/>
                  <a:pt x="1640" y="657"/>
                </a:cubicBezTo>
                <a:cubicBezTo>
                  <a:pt x="1641" y="657"/>
                  <a:pt x="1636" y="653"/>
                  <a:pt x="1622" y="638"/>
                </a:cubicBezTo>
                <a:lnTo>
                  <a:pt x="1558" y="617"/>
                </a:lnTo>
                <a:lnTo>
                  <a:pt x="1366" y="510"/>
                </a:lnTo>
                <a:cubicBezTo>
                  <a:pt x="1089" y="382"/>
                  <a:pt x="811" y="212"/>
                  <a:pt x="577" y="41"/>
                </a:cubicBezTo>
                <a:cubicBezTo>
                  <a:pt x="524" y="13"/>
                  <a:pt x="472" y="1"/>
                  <a:pt x="42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09"/>
          <p:cNvSpPr/>
          <p:nvPr/>
        </p:nvSpPr>
        <p:spPr>
          <a:xfrm>
            <a:off x="8294911" y="5094636"/>
            <a:ext cx="45377" cy="124099"/>
          </a:xfrm>
          <a:custGeom>
            <a:rect b="b" l="l" r="r" t="t"/>
            <a:pathLst>
              <a:path extrusionOk="0" h="2568" w="939">
                <a:moveTo>
                  <a:pt x="683" y="0"/>
                </a:moveTo>
                <a:cubicBezTo>
                  <a:pt x="533" y="0"/>
                  <a:pt x="384" y="86"/>
                  <a:pt x="342" y="235"/>
                </a:cubicBezTo>
                <a:cubicBezTo>
                  <a:pt x="235" y="533"/>
                  <a:pt x="150" y="853"/>
                  <a:pt x="107" y="1173"/>
                </a:cubicBezTo>
                <a:cubicBezTo>
                  <a:pt x="64" y="1344"/>
                  <a:pt x="43" y="1536"/>
                  <a:pt x="43" y="1706"/>
                </a:cubicBezTo>
                <a:cubicBezTo>
                  <a:pt x="43" y="1792"/>
                  <a:pt x="22" y="1877"/>
                  <a:pt x="22" y="1941"/>
                </a:cubicBezTo>
                <a:cubicBezTo>
                  <a:pt x="0" y="2048"/>
                  <a:pt x="22" y="2176"/>
                  <a:pt x="64" y="2282"/>
                </a:cubicBezTo>
                <a:cubicBezTo>
                  <a:pt x="101" y="2449"/>
                  <a:pt x="251" y="2568"/>
                  <a:pt x="430" y="2568"/>
                </a:cubicBezTo>
                <a:cubicBezTo>
                  <a:pt x="457" y="2568"/>
                  <a:pt x="484" y="2565"/>
                  <a:pt x="512" y="2559"/>
                </a:cubicBezTo>
                <a:cubicBezTo>
                  <a:pt x="704" y="2538"/>
                  <a:pt x="853" y="2367"/>
                  <a:pt x="853" y="2154"/>
                </a:cubicBezTo>
                <a:cubicBezTo>
                  <a:pt x="853" y="2133"/>
                  <a:pt x="853" y="2090"/>
                  <a:pt x="875" y="2069"/>
                </a:cubicBezTo>
                <a:cubicBezTo>
                  <a:pt x="875" y="1984"/>
                  <a:pt x="875" y="1898"/>
                  <a:pt x="853" y="1834"/>
                </a:cubicBezTo>
                <a:cubicBezTo>
                  <a:pt x="853" y="1834"/>
                  <a:pt x="853" y="1833"/>
                  <a:pt x="853" y="1832"/>
                </a:cubicBezTo>
                <a:lnTo>
                  <a:pt x="853" y="1832"/>
                </a:lnTo>
                <a:cubicBezTo>
                  <a:pt x="853" y="1827"/>
                  <a:pt x="853" y="1821"/>
                  <a:pt x="853" y="1813"/>
                </a:cubicBezTo>
                <a:lnTo>
                  <a:pt x="853" y="1685"/>
                </a:lnTo>
                <a:lnTo>
                  <a:pt x="853" y="1216"/>
                </a:lnTo>
                <a:cubicBezTo>
                  <a:pt x="853" y="1067"/>
                  <a:pt x="875" y="917"/>
                  <a:pt x="896" y="768"/>
                </a:cubicBezTo>
                <a:lnTo>
                  <a:pt x="917" y="640"/>
                </a:lnTo>
                <a:lnTo>
                  <a:pt x="917" y="597"/>
                </a:lnTo>
                <a:cubicBezTo>
                  <a:pt x="917" y="491"/>
                  <a:pt x="939" y="405"/>
                  <a:pt x="939" y="299"/>
                </a:cubicBezTo>
                <a:cubicBezTo>
                  <a:pt x="939" y="150"/>
                  <a:pt x="832" y="22"/>
                  <a:pt x="68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09"/>
          <p:cNvSpPr/>
          <p:nvPr/>
        </p:nvSpPr>
        <p:spPr>
          <a:xfrm>
            <a:off x="8415677" y="5088402"/>
            <a:ext cx="137968" cy="61904"/>
          </a:xfrm>
          <a:custGeom>
            <a:rect b="b" l="l" r="r" t="t"/>
            <a:pathLst>
              <a:path extrusionOk="0" h="1281" w="2855">
                <a:moveTo>
                  <a:pt x="430" y="1"/>
                </a:moveTo>
                <a:cubicBezTo>
                  <a:pt x="161" y="1"/>
                  <a:pt x="0" y="415"/>
                  <a:pt x="316" y="556"/>
                </a:cubicBezTo>
                <a:cubicBezTo>
                  <a:pt x="615" y="748"/>
                  <a:pt x="935" y="918"/>
                  <a:pt x="1276" y="1046"/>
                </a:cubicBezTo>
                <a:cubicBezTo>
                  <a:pt x="1425" y="1089"/>
                  <a:pt x="1596" y="1153"/>
                  <a:pt x="1745" y="1196"/>
                </a:cubicBezTo>
                <a:cubicBezTo>
                  <a:pt x="1937" y="1260"/>
                  <a:pt x="2129" y="1281"/>
                  <a:pt x="2342" y="1281"/>
                </a:cubicBezTo>
                <a:cubicBezTo>
                  <a:pt x="2769" y="1260"/>
                  <a:pt x="2854" y="641"/>
                  <a:pt x="2428" y="513"/>
                </a:cubicBezTo>
                <a:cubicBezTo>
                  <a:pt x="2364" y="492"/>
                  <a:pt x="2278" y="470"/>
                  <a:pt x="2193" y="470"/>
                </a:cubicBezTo>
                <a:lnTo>
                  <a:pt x="2001" y="449"/>
                </a:lnTo>
                <a:cubicBezTo>
                  <a:pt x="1987" y="449"/>
                  <a:pt x="1925" y="440"/>
                  <a:pt x="1911" y="440"/>
                </a:cubicBezTo>
                <a:cubicBezTo>
                  <a:pt x="1904" y="440"/>
                  <a:pt x="1909" y="442"/>
                  <a:pt x="1937" y="449"/>
                </a:cubicBezTo>
                <a:cubicBezTo>
                  <a:pt x="1788" y="428"/>
                  <a:pt x="1639" y="385"/>
                  <a:pt x="1489" y="364"/>
                </a:cubicBezTo>
                <a:cubicBezTo>
                  <a:pt x="1319" y="321"/>
                  <a:pt x="1169" y="279"/>
                  <a:pt x="1041" y="215"/>
                </a:cubicBezTo>
                <a:cubicBezTo>
                  <a:pt x="892" y="172"/>
                  <a:pt x="743" y="129"/>
                  <a:pt x="615" y="65"/>
                </a:cubicBezTo>
                <a:cubicBezTo>
                  <a:pt x="551" y="20"/>
                  <a:pt x="488" y="1"/>
                  <a:pt x="43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109"/>
          <p:cNvSpPr/>
          <p:nvPr/>
        </p:nvSpPr>
        <p:spPr>
          <a:xfrm>
            <a:off x="8476616" y="4911385"/>
            <a:ext cx="87517" cy="115787"/>
          </a:xfrm>
          <a:custGeom>
            <a:rect b="b" l="l" r="r" t="t"/>
            <a:pathLst>
              <a:path extrusionOk="0" h="2396" w="1811">
                <a:moveTo>
                  <a:pt x="975" y="2214"/>
                </a:moveTo>
                <a:cubicBezTo>
                  <a:pt x="972" y="2221"/>
                  <a:pt x="970" y="2228"/>
                  <a:pt x="967" y="2235"/>
                </a:cubicBezTo>
                <a:lnTo>
                  <a:pt x="967" y="2235"/>
                </a:lnTo>
                <a:cubicBezTo>
                  <a:pt x="971" y="2228"/>
                  <a:pt x="975" y="2220"/>
                  <a:pt x="975" y="2214"/>
                </a:cubicBezTo>
                <a:close/>
                <a:moveTo>
                  <a:pt x="1540" y="0"/>
                </a:moveTo>
                <a:cubicBezTo>
                  <a:pt x="1454" y="0"/>
                  <a:pt x="1371" y="45"/>
                  <a:pt x="1337" y="145"/>
                </a:cubicBezTo>
                <a:lnTo>
                  <a:pt x="1337" y="167"/>
                </a:lnTo>
                <a:cubicBezTo>
                  <a:pt x="1231" y="487"/>
                  <a:pt x="1081" y="785"/>
                  <a:pt x="911" y="1041"/>
                </a:cubicBezTo>
                <a:cubicBezTo>
                  <a:pt x="868" y="1126"/>
                  <a:pt x="804" y="1190"/>
                  <a:pt x="761" y="1254"/>
                </a:cubicBezTo>
                <a:lnTo>
                  <a:pt x="697" y="1361"/>
                </a:lnTo>
                <a:cubicBezTo>
                  <a:pt x="697" y="1361"/>
                  <a:pt x="638" y="1435"/>
                  <a:pt x="643" y="1435"/>
                </a:cubicBezTo>
                <a:cubicBezTo>
                  <a:pt x="644" y="1435"/>
                  <a:pt x="648" y="1432"/>
                  <a:pt x="655" y="1425"/>
                </a:cubicBezTo>
                <a:lnTo>
                  <a:pt x="655" y="1425"/>
                </a:lnTo>
                <a:cubicBezTo>
                  <a:pt x="591" y="1489"/>
                  <a:pt x="548" y="1553"/>
                  <a:pt x="484" y="1617"/>
                </a:cubicBezTo>
                <a:cubicBezTo>
                  <a:pt x="420" y="1681"/>
                  <a:pt x="420" y="1681"/>
                  <a:pt x="399" y="1702"/>
                </a:cubicBezTo>
                <a:cubicBezTo>
                  <a:pt x="399" y="1702"/>
                  <a:pt x="399" y="1702"/>
                  <a:pt x="399" y="1702"/>
                </a:cubicBezTo>
                <a:lnTo>
                  <a:pt x="399" y="1702"/>
                </a:lnTo>
                <a:cubicBezTo>
                  <a:pt x="388" y="1708"/>
                  <a:pt x="382" y="1713"/>
                  <a:pt x="378" y="1717"/>
                </a:cubicBezTo>
                <a:lnTo>
                  <a:pt x="378" y="1717"/>
                </a:lnTo>
                <a:cubicBezTo>
                  <a:pt x="385" y="1714"/>
                  <a:pt x="392" y="1709"/>
                  <a:pt x="399" y="1702"/>
                </a:cubicBezTo>
                <a:lnTo>
                  <a:pt x="399" y="1702"/>
                </a:lnTo>
                <a:cubicBezTo>
                  <a:pt x="390" y="1720"/>
                  <a:pt x="381" y="1727"/>
                  <a:pt x="377" y="1727"/>
                </a:cubicBezTo>
                <a:cubicBezTo>
                  <a:pt x="373" y="1727"/>
                  <a:pt x="373" y="1723"/>
                  <a:pt x="378" y="1717"/>
                </a:cubicBezTo>
                <a:lnTo>
                  <a:pt x="378" y="1717"/>
                </a:lnTo>
                <a:cubicBezTo>
                  <a:pt x="364" y="1724"/>
                  <a:pt x="349" y="1724"/>
                  <a:pt x="335" y="1724"/>
                </a:cubicBezTo>
                <a:cubicBezTo>
                  <a:pt x="0" y="1947"/>
                  <a:pt x="427" y="2395"/>
                  <a:pt x="736" y="2395"/>
                </a:cubicBezTo>
                <a:cubicBezTo>
                  <a:pt x="835" y="2395"/>
                  <a:pt x="921" y="2349"/>
                  <a:pt x="967" y="2235"/>
                </a:cubicBezTo>
                <a:lnTo>
                  <a:pt x="967" y="2235"/>
                </a:lnTo>
                <a:cubicBezTo>
                  <a:pt x="963" y="2242"/>
                  <a:pt x="958" y="2248"/>
                  <a:pt x="956" y="2248"/>
                </a:cubicBezTo>
                <a:cubicBezTo>
                  <a:pt x="954" y="2248"/>
                  <a:pt x="958" y="2239"/>
                  <a:pt x="975" y="2214"/>
                </a:cubicBezTo>
                <a:lnTo>
                  <a:pt x="975" y="2214"/>
                </a:lnTo>
                <a:cubicBezTo>
                  <a:pt x="975" y="2214"/>
                  <a:pt x="975" y="2214"/>
                  <a:pt x="975" y="2214"/>
                </a:cubicBezTo>
                <a:lnTo>
                  <a:pt x="996" y="2150"/>
                </a:lnTo>
                <a:cubicBezTo>
                  <a:pt x="1017" y="2107"/>
                  <a:pt x="1039" y="2086"/>
                  <a:pt x="1081" y="2044"/>
                </a:cubicBezTo>
                <a:cubicBezTo>
                  <a:pt x="1103" y="2001"/>
                  <a:pt x="1167" y="1894"/>
                  <a:pt x="1188" y="1809"/>
                </a:cubicBezTo>
                <a:cubicBezTo>
                  <a:pt x="1295" y="1638"/>
                  <a:pt x="1380" y="1468"/>
                  <a:pt x="1465" y="1276"/>
                </a:cubicBezTo>
                <a:cubicBezTo>
                  <a:pt x="1593" y="956"/>
                  <a:pt x="1700" y="615"/>
                  <a:pt x="1785" y="273"/>
                </a:cubicBezTo>
                <a:cubicBezTo>
                  <a:pt x="1811" y="105"/>
                  <a:pt x="1672" y="0"/>
                  <a:pt x="15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09"/>
          <p:cNvSpPr/>
          <p:nvPr/>
        </p:nvSpPr>
        <p:spPr>
          <a:xfrm>
            <a:off x="8411376" y="4812607"/>
            <a:ext cx="80413" cy="70796"/>
          </a:xfrm>
          <a:custGeom>
            <a:rect b="b" l="l" r="r" t="t"/>
            <a:pathLst>
              <a:path extrusionOk="0" h="1465" w="1664">
                <a:moveTo>
                  <a:pt x="272" y="0"/>
                </a:moveTo>
                <a:cubicBezTo>
                  <a:pt x="245" y="0"/>
                  <a:pt x="219" y="5"/>
                  <a:pt x="192" y="14"/>
                </a:cubicBezTo>
                <a:cubicBezTo>
                  <a:pt x="149" y="36"/>
                  <a:pt x="107" y="57"/>
                  <a:pt x="85" y="100"/>
                </a:cubicBezTo>
                <a:cubicBezTo>
                  <a:pt x="0" y="185"/>
                  <a:pt x="21" y="313"/>
                  <a:pt x="85" y="398"/>
                </a:cubicBezTo>
                <a:lnTo>
                  <a:pt x="512" y="825"/>
                </a:lnTo>
                <a:cubicBezTo>
                  <a:pt x="576" y="910"/>
                  <a:pt x="640" y="974"/>
                  <a:pt x="704" y="1038"/>
                </a:cubicBezTo>
                <a:cubicBezTo>
                  <a:pt x="759" y="1111"/>
                  <a:pt x="830" y="1169"/>
                  <a:pt x="889" y="1238"/>
                </a:cubicBezTo>
                <a:lnTo>
                  <a:pt x="889" y="1238"/>
                </a:lnTo>
                <a:lnTo>
                  <a:pt x="917" y="1294"/>
                </a:lnTo>
                <a:cubicBezTo>
                  <a:pt x="1002" y="1400"/>
                  <a:pt x="1109" y="1464"/>
                  <a:pt x="1237" y="1464"/>
                </a:cubicBezTo>
                <a:cubicBezTo>
                  <a:pt x="1344" y="1464"/>
                  <a:pt x="1429" y="1422"/>
                  <a:pt x="1493" y="1358"/>
                </a:cubicBezTo>
                <a:cubicBezTo>
                  <a:pt x="1664" y="1187"/>
                  <a:pt x="1642" y="910"/>
                  <a:pt x="1429" y="782"/>
                </a:cubicBezTo>
                <a:cubicBezTo>
                  <a:pt x="1344" y="739"/>
                  <a:pt x="1258" y="675"/>
                  <a:pt x="1173" y="611"/>
                </a:cubicBezTo>
                <a:cubicBezTo>
                  <a:pt x="1066" y="547"/>
                  <a:pt x="981" y="505"/>
                  <a:pt x="896" y="419"/>
                </a:cubicBezTo>
                <a:lnTo>
                  <a:pt x="384" y="36"/>
                </a:lnTo>
                <a:cubicBezTo>
                  <a:pt x="347" y="11"/>
                  <a:pt x="309" y="0"/>
                  <a:pt x="27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09"/>
          <p:cNvSpPr/>
          <p:nvPr/>
        </p:nvSpPr>
        <p:spPr>
          <a:xfrm>
            <a:off x="8527986" y="4700491"/>
            <a:ext cx="71763" cy="127433"/>
          </a:xfrm>
          <a:custGeom>
            <a:rect b="b" l="l" r="r" t="t"/>
            <a:pathLst>
              <a:path extrusionOk="0" h="2637" w="1485">
                <a:moveTo>
                  <a:pt x="1189" y="1"/>
                </a:moveTo>
                <a:cubicBezTo>
                  <a:pt x="1118" y="1"/>
                  <a:pt x="1047" y="35"/>
                  <a:pt x="999" y="116"/>
                </a:cubicBezTo>
                <a:cubicBezTo>
                  <a:pt x="829" y="436"/>
                  <a:pt x="679" y="756"/>
                  <a:pt x="530" y="1076"/>
                </a:cubicBezTo>
                <a:cubicBezTo>
                  <a:pt x="445" y="1268"/>
                  <a:pt x="381" y="1439"/>
                  <a:pt x="317" y="1609"/>
                </a:cubicBezTo>
                <a:cubicBezTo>
                  <a:pt x="296" y="1673"/>
                  <a:pt x="253" y="1780"/>
                  <a:pt x="210" y="1865"/>
                </a:cubicBezTo>
                <a:cubicBezTo>
                  <a:pt x="168" y="1950"/>
                  <a:pt x="125" y="2036"/>
                  <a:pt x="104" y="2121"/>
                </a:cubicBezTo>
                <a:cubicBezTo>
                  <a:pt x="1" y="2429"/>
                  <a:pt x="246" y="2637"/>
                  <a:pt x="486" y="2637"/>
                </a:cubicBezTo>
                <a:cubicBezTo>
                  <a:pt x="644" y="2637"/>
                  <a:pt x="799" y="2546"/>
                  <a:pt x="850" y="2334"/>
                </a:cubicBezTo>
                <a:cubicBezTo>
                  <a:pt x="850" y="2228"/>
                  <a:pt x="850" y="2121"/>
                  <a:pt x="871" y="2014"/>
                </a:cubicBezTo>
                <a:lnTo>
                  <a:pt x="871" y="1993"/>
                </a:lnTo>
                <a:lnTo>
                  <a:pt x="871" y="1929"/>
                </a:lnTo>
                <a:cubicBezTo>
                  <a:pt x="871" y="1886"/>
                  <a:pt x="871" y="1844"/>
                  <a:pt x="893" y="1822"/>
                </a:cubicBezTo>
                <a:cubicBezTo>
                  <a:pt x="914" y="1630"/>
                  <a:pt x="978" y="1460"/>
                  <a:pt x="1021" y="1289"/>
                </a:cubicBezTo>
                <a:cubicBezTo>
                  <a:pt x="1127" y="969"/>
                  <a:pt x="1234" y="649"/>
                  <a:pt x="1383" y="330"/>
                </a:cubicBezTo>
                <a:cubicBezTo>
                  <a:pt x="1485" y="155"/>
                  <a:pt x="1339" y="1"/>
                  <a:pt x="118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09"/>
          <p:cNvSpPr/>
          <p:nvPr/>
        </p:nvSpPr>
        <p:spPr>
          <a:xfrm>
            <a:off x="8408718" y="4641485"/>
            <a:ext cx="123615" cy="65287"/>
          </a:xfrm>
          <a:custGeom>
            <a:rect b="b" l="l" r="r" t="t"/>
            <a:pathLst>
              <a:path extrusionOk="0" h="1351" w="2558">
                <a:moveTo>
                  <a:pt x="425" y="0"/>
                </a:moveTo>
                <a:cubicBezTo>
                  <a:pt x="130" y="0"/>
                  <a:pt x="1" y="415"/>
                  <a:pt x="290" y="570"/>
                </a:cubicBezTo>
                <a:lnTo>
                  <a:pt x="1015" y="932"/>
                </a:lnTo>
                <a:cubicBezTo>
                  <a:pt x="1271" y="1039"/>
                  <a:pt x="1527" y="1167"/>
                  <a:pt x="1761" y="1295"/>
                </a:cubicBezTo>
                <a:cubicBezTo>
                  <a:pt x="1833" y="1334"/>
                  <a:pt x="1902" y="1351"/>
                  <a:pt x="1966" y="1351"/>
                </a:cubicBezTo>
                <a:cubicBezTo>
                  <a:pt x="2357" y="1351"/>
                  <a:pt x="2558" y="713"/>
                  <a:pt x="2081" y="548"/>
                </a:cubicBezTo>
                <a:cubicBezTo>
                  <a:pt x="1804" y="484"/>
                  <a:pt x="1548" y="378"/>
                  <a:pt x="1292" y="292"/>
                </a:cubicBezTo>
                <a:lnTo>
                  <a:pt x="524" y="15"/>
                </a:lnTo>
                <a:cubicBezTo>
                  <a:pt x="489" y="5"/>
                  <a:pt x="456" y="0"/>
                  <a:pt x="42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09"/>
          <p:cNvSpPr/>
          <p:nvPr/>
        </p:nvSpPr>
        <p:spPr>
          <a:xfrm>
            <a:off x="8451535" y="5250342"/>
            <a:ext cx="84569" cy="107282"/>
          </a:xfrm>
          <a:custGeom>
            <a:rect b="b" l="l" r="r" t="t"/>
            <a:pathLst>
              <a:path extrusionOk="0" h="2220" w="1750">
                <a:moveTo>
                  <a:pt x="1420" y="1"/>
                </a:moveTo>
                <a:cubicBezTo>
                  <a:pt x="1347" y="1"/>
                  <a:pt x="1273" y="28"/>
                  <a:pt x="1216" y="84"/>
                </a:cubicBezTo>
                <a:lnTo>
                  <a:pt x="1195" y="84"/>
                </a:lnTo>
                <a:cubicBezTo>
                  <a:pt x="1152" y="148"/>
                  <a:pt x="1088" y="190"/>
                  <a:pt x="1046" y="254"/>
                </a:cubicBezTo>
                <a:lnTo>
                  <a:pt x="897" y="446"/>
                </a:lnTo>
                <a:cubicBezTo>
                  <a:pt x="790" y="574"/>
                  <a:pt x="683" y="702"/>
                  <a:pt x="577" y="852"/>
                </a:cubicBezTo>
                <a:lnTo>
                  <a:pt x="321" y="1214"/>
                </a:lnTo>
                <a:cubicBezTo>
                  <a:pt x="278" y="1299"/>
                  <a:pt x="214" y="1342"/>
                  <a:pt x="171" y="1427"/>
                </a:cubicBezTo>
                <a:cubicBezTo>
                  <a:pt x="129" y="1513"/>
                  <a:pt x="86" y="1619"/>
                  <a:pt x="44" y="1705"/>
                </a:cubicBezTo>
                <a:cubicBezTo>
                  <a:pt x="1" y="1897"/>
                  <a:pt x="86" y="2067"/>
                  <a:pt x="235" y="2174"/>
                </a:cubicBezTo>
                <a:cubicBezTo>
                  <a:pt x="290" y="2205"/>
                  <a:pt x="351" y="2219"/>
                  <a:pt x="413" y="2219"/>
                </a:cubicBezTo>
                <a:cubicBezTo>
                  <a:pt x="520" y="2219"/>
                  <a:pt x="631" y="2177"/>
                  <a:pt x="726" y="2110"/>
                </a:cubicBezTo>
                <a:cubicBezTo>
                  <a:pt x="790" y="2024"/>
                  <a:pt x="875" y="1960"/>
                  <a:pt x="939" y="1854"/>
                </a:cubicBezTo>
                <a:cubicBezTo>
                  <a:pt x="961" y="1811"/>
                  <a:pt x="1003" y="1747"/>
                  <a:pt x="1046" y="1683"/>
                </a:cubicBezTo>
                <a:lnTo>
                  <a:pt x="1259" y="1257"/>
                </a:lnTo>
                <a:cubicBezTo>
                  <a:pt x="1344" y="1129"/>
                  <a:pt x="1408" y="1001"/>
                  <a:pt x="1472" y="873"/>
                </a:cubicBezTo>
                <a:lnTo>
                  <a:pt x="1579" y="660"/>
                </a:lnTo>
                <a:cubicBezTo>
                  <a:pt x="1622" y="617"/>
                  <a:pt x="1643" y="553"/>
                  <a:pt x="1664" y="510"/>
                </a:cubicBezTo>
                <a:lnTo>
                  <a:pt x="1686" y="446"/>
                </a:lnTo>
                <a:cubicBezTo>
                  <a:pt x="1750" y="318"/>
                  <a:pt x="1728" y="148"/>
                  <a:pt x="1600" y="62"/>
                </a:cubicBezTo>
                <a:cubicBezTo>
                  <a:pt x="1550" y="22"/>
                  <a:pt x="1485" y="1"/>
                  <a:pt x="142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09"/>
          <p:cNvSpPr/>
          <p:nvPr/>
        </p:nvSpPr>
        <p:spPr>
          <a:xfrm>
            <a:off x="7839393" y="5214967"/>
            <a:ext cx="140529" cy="71908"/>
          </a:xfrm>
          <a:custGeom>
            <a:rect b="b" l="l" r="r" t="t"/>
            <a:pathLst>
              <a:path extrusionOk="0" h="1488" w="2908">
                <a:moveTo>
                  <a:pt x="2640" y="1"/>
                </a:moveTo>
                <a:cubicBezTo>
                  <a:pt x="2628" y="1"/>
                  <a:pt x="2615" y="2"/>
                  <a:pt x="2602" y="5"/>
                </a:cubicBezTo>
                <a:lnTo>
                  <a:pt x="2581" y="5"/>
                </a:lnTo>
                <a:cubicBezTo>
                  <a:pt x="2389" y="69"/>
                  <a:pt x="2175" y="91"/>
                  <a:pt x="1962" y="155"/>
                </a:cubicBezTo>
                <a:cubicBezTo>
                  <a:pt x="1770" y="219"/>
                  <a:pt x="1600" y="283"/>
                  <a:pt x="1408" y="347"/>
                </a:cubicBezTo>
                <a:cubicBezTo>
                  <a:pt x="1216" y="411"/>
                  <a:pt x="1045" y="475"/>
                  <a:pt x="853" y="539"/>
                </a:cubicBezTo>
                <a:cubicBezTo>
                  <a:pt x="768" y="560"/>
                  <a:pt x="661" y="581"/>
                  <a:pt x="576" y="624"/>
                </a:cubicBezTo>
                <a:cubicBezTo>
                  <a:pt x="448" y="667"/>
                  <a:pt x="320" y="709"/>
                  <a:pt x="213" y="773"/>
                </a:cubicBezTo>
                <a:cubicBezTo>
                  <a:pt x="64" y="880"/>
                  <a:pt x="0" y="1072"/>
                  <a:pt x="64" y="1242"/>
                </a:cubicBezTo>
                <a:cubicBezTo>
                  <a:pt x="117" y="1402"/>
                  <a:pt x="259" y="1488"/>
                  <a:pt x="415" y="1488"/>
                </a:cubicBezTo>
                <a:cubicBezTo>
                  <a:pt x="447" y="1488"/>
                  <a:pt x="480" y="1484"/>
                  <a:pt x="512" y="1477"/>
                </a:cubicBezTo>
                <a:cubicBezTo>
                  <a:pt x="640" y="1434"/>
                  <a:pt x="768" y="1370"/>
                  <a:pt x="875" y="1306"/>
                </a:cubicBezTo>
                <a:cubicBezTo>
                  <a:pt x="939" y="1242"/>
                  <a:pt x="1024" y="1200"/>
                  <a:pt x="1109" y="1136"/>
                </a:cubicBezTo>
                <a:cubicBezTo>
                  <a:pt x="1280" y="1050"/>
                  <a:pt x="1450" y="965"/>
                  <a:pt x="1642" y="880"/>
                </a:cubicBezTo>
                <a:lnTo>
                  <a:pt x="2175" y="603"/>
                </a:lnTo>
                <a:cubicBezTo>
                  <a:pt x="2367" y="517"/>
                  <a:pt x="2538" y="411"/>
                  <a:pt x="2730" y="304"/>
                </a:cubicBezTo>
                <a:cubicBezTo>
                  <a:pt x="2907" y="225"/>
                  <a:pt x="2793" y="1"/>
                  <a:pt x="264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09"/>
          <p:cNvSpPr/>
          <p:nvPr/>
        </p:nvSpPr>
        <p:spPr>
          <a:xfrm>
            <a:off x="7683736" y="5202403"/>
            <a:ext cx="108296" cy="81621"/>
          </a:xfrm>
          <a:custGeom>
            <a:rect b="b" l="l" r="r" t="t"/>
            <a:pathLst>
              <a:path extrusionOk="0" h="1689" w="2241">
                <a:moveTo>
                  <a:pt x="1946" y="0"/>
                </a:moveTo>
                <a:cubicBezTo>
                  <a:pt x="1908" y="0"/>
                  <a:pt x="1871" y="9"/>
                  <a:pt x="1835" y="31"/>
                </a:cubicBezTo>
                <a:lnTo>
                  <a:pt x="1835" y="9"/>
                </a:lnTo>
                <a:cubicBezTo>
                  <a:pt x="1558" y="137"/>
                  <a:pt x="1302" y="287"/>
                  <a:pt x="1025" y="457"/>
                </a:cubicBezTo>
                <a:lnTo>
                  <a:pt x="641" y="671"/>
                </a:lnTo>
                <a:cubicBezTo>
                  <a:pt x="577" y="713"/>
                  <a:pt x="513" y="756"/>
                  <a:pt x="427" y="799"/>
                </a:cubicBezTo>
                <a:lnTo>
                  <a:pt x="385" y="820"/>
                </a:lnTo>
                <a:cubicBezTo>
                  <a:pt x="406" y="809"/>
                  <a:pt x="422" y="804"/>
                  <a:pt x="427" y="804"/>
                </a:cubicBezTo>
                <a:cubicBezTo>
                  <a:pt x="433" y="804"/>
                  <a:pt x="427" y="809"/>
                  <a:pt x="406" y="820"/>
                </a:cubicBezTo>
                <a:cubicBezTo>
                  <a:pt x="300" y="863"/>
                  <a:pt x="236" y="905"/>
                  <a:pt x="172" y="969"/>
                </a:cubicBezTo>
                <a:cubicBezTo>
                  <a:pt x="22" y="1118"/>
                  <a:pt x="1" y="1353"/>
                  <a:pt x="129" y="1524"/>
                </a:cubicBezTo>
                <a:cubicBezTo>
                  <a:pt x="210" y="1632"/>
                  <a:pt x="334" y="1688"/>
                  <a:pt x="457" y="1688"/>
                </a:cubicBezTo>
                <a:cubicBezTo>
                  <a:pt x="528" y="1688"/>
                  <a:pt x="600" y="1669"/>
                  <a:pt x="662" y="1630"/>
                </a:cubicBezTo>
                <a:cubicBezTo>
                  <a:pt x="683" y="1630"/>
                  <a:pt x="705" y="1609"/>
                  <a:pt x="726" y="1609"/>
                </a:cubicBezTo>
                <a:cubicBezTo>
                  <a:pt x="759" y="1576"/>
                  <a:pt x="805" y="1530"/>
                  <a:pt x="843" y="1482"/>
                </a:cubicBezTo>
                <a:lnTo>
                  <a:pt x="843" y="1482"/>
                </a:lnTo>
                <a:cubicBezTo>
                  <a:pt x="842" y="1485"/>
                  <a:pt x="842" y="1486"/>
                  <a:pt x="843" y="1486"/>
                </a:cubicBezTo>
                <a:cubicBezTo>
                  <a:pt x="849" y="1486"/>
                  <a:pt x="897" y="1438"/>
                  <a:pt x="897" y="1438"/>
                </a:cubicBezTo>
                <a:cubicBezTo>
                  <a:pt x="918" y="1417"/>
                  <a:pt x="1025" y="1332"/>
                  <a:pt x="1089" y="1289"/>
                </a:cubicBezTo>
                <a:lnTo>
                  <a:pt x="1430" y="1012"/>
                </a:lnTo>
                <a:cubicBezTo>
                  <a:pt x="1686" y="820"/>
                  <a:pt x="1899" y="628"/>
                  <a:pt x="2134" y="436"/>
                </a:cubicBezTo>
                <a:cubicBezTo>
                  <a:pt x="2219" y="329"/>
                  <a:pt x="2240" y="201"/>
                  <a:pt x="2155" y="95"/>
                </a:cubicBezTo>
                <a:cubicBezTo>
                  <a:pt x="2098" y="38"/>
                  <a:pt x="2022" y="0"/>
                  <a:pt x="194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109"/>
          <p:cNvSpPr/>
          <p:nvPr/>
        </p:nvSpPr>
        <p:spPr>
          <a:xfrm>
            <a:off x="7515756" y="5206559"/>
            <a:ext cx="78287" cy="111679"/>
          </a:xfrm>
          <a:custGeom>
            <a:rect b="b" l="l" r="r" t="t"/>
            <a:pathLst>
              <a:path extrusionOk="0" h="2311" w="1620">
                <a:moveTo>
                  <a:pt x="390" y="0"/>
                </a:moveTo>
                <a:cubicBezTo>
                  <a:pt x="327" y="0"/>
                  <a:pt x="265" y="17"/>
                  <a:pt x="214" y="51"/>
                </a:cubicBezTo>
                <a:cubicBezTo>
                  <a:pt x="65" y="137"/>
                  <a:pt x="1" y="307"/>
                  <a:pt x="43" y="478"/>
                </a:cubicBezTo>
                <a:cubicBezTo>
                  <a:pt x="107" y="649"/>
                  <a:pt x="193" y="798"/>
                  <a:pt x="299" y="947"/>
                </a:cubicBezTo>
                <a:cubicBezTo>
                  <a:pt x="363" y="1075"/>
                  <a:pt x="449" y="1224"/>
                  <a:pt x="534" y="1374"/>
                </a:cubicBezTo>
                <a:cubicBezTo>
                  <a:pt x="683" y="1651"/>
                  <a:pt x="854" y="1907"/>
                  <a:pt x="1003" y="2184"/>
                </a:cubicBezTo>
                <a:cubicBezTo>
                  <a:pt x="1033" y="2275"/>
                  <a:pt x="1101" y="2311"/>
                  <a:pt x="1178" y="2311"/>
                </a:cubicBezTo>
                <a:cubicBezTo>
                  <a:pt x="1371" y="2311"/>
                  <a:pt x="1619" y="2081"/>
                  <a:pt x="1451" y="1928"/>
                </a:cubicBezTo>
                <a:cubicBezTo>
                  <a:pt x="1323" y="1630"/>
                  <a:pt x="1216" y="1331"/>
                  <a:pt x="1088" y="1032"/>
                </a:cubicBezTo>
                <a:cubicBezTo>
                  <a:pt x="1024" y="883"/>
                  <a:pt x="961" y="734"/>
                  <a:pt x="897" y="606"/>
                </a:cubicBezTo>
                <a:lnTo>
                  <a:pt x="875" y="563"/>
                </a:lnTo>
                <a:cubicBezTo>
                  <a:pt x="875" y="521"/>
                  <a:pt x="833" y="478"/>
                  <a:pt x="833" y="435"/>
                </a:cubicBezTo>
                <a:cubicBezTo>
                  <a:pt x="811" y="414"/>
                  <a:pt x="790" y="371"/>
                  <a:pt x="790" y="329"/>
                </a:cubicBezTo>
                <a:cubicBezTo>
                  <a:pt x="747" y="265"/>
                  <a:pt x="705" y="179"/>
                  <a:pt x="662" y="115"/>
                </a:cubicBezTo>
                <a:cubicBezTo>
                  <a:pt x="585" y="39"/>
                  <a:pt x="485" y="0"/>
                  <a:pt x="3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09"/>
          <p:cNvSpPr/>
          <p:nvPr/>
        </p:nvSpPr>
        <p:spPr>
          <a:xfrm>
            <a:off x="7556978" y="5116673"/>
            <a:ext cx="97955" cy="61663"/>
          </a:xfrm>
          <a:custGeom>
            <a:rect b="b" l="l" r="r" t="t"/>
            <a:pathLst>
              <a:path extrusionOk="0" h="1276" w="2027">
                <a:moveTo>
                  <a:pt x="388" y="0"/>
                </a:moveTo>
                <a:cubicBezTo>
                  <a:pt x="255" y="0"/>
                  <a:pt x="133" y="65"/>
                  <a:pt x="65" y="184"/>
                </a:cubicBezTo>
                <a:cubicBezTo>
                  <a:pt x="44" y="248"/>
                  <a:pt x="22" y="312"/>
                  <a:pt x="1" y="376"/>
                </a:cubicBezTo>
                <a:cubicBezTo>
                  <a:pt x="22" y="483"/>
                  <a:pt x="44" y="568"/>
                  <a:pt x="129" y="653"/>
                </a:cubicBezTo>
                <a:cubicBezTo>
                  <a:pt x="171" y="696"/>
                  <a:pt x="214" y="717"/>
                  <a:pt x="257" y="760"/>
                </a:cubicBezTo>
                <a:cubicBezTo>
                  <a:pt x="321" y="781"/>
                  <a:pt x="363" y="802"/>
                  <a:pt x="427" y="824"/>
                </a:cubicBezTo>
                <a:lnTo>
                  <a:pt x="598" y="888"/>
                </a:lnTo>
                <a:cubicBezTo>
                  <a:pt x="726" y="930"/>
                  <a:pt x="833" y="994"/>
                  <a:pt x="961" y="1016"/>
                </a:cubicBezTo>
                <a:cubicBezTo>
                  <a:pt x="1067" y="1058"/>
                  <a:pt x="1195" y="1101"/>
                  <a:pt x="1302" y="1144"/>
                </a:cubicBezTo>
                <a:cubicBezTo>
                  <a:pt x="1430" y="1186"/>
                  <a:pt x="1558" y="1229"/>
                  <a:pt x="1686" y="1272"/>
                </a:cubicBezTo>
                <a:cubicBezTo>
                  <a:pt x="1702" y="1274"/>
                  <a:pt x="1719" y="1276"/>
                  <a:pt x="1735" y="1276"/>
                </a:cubicBezTo>
                <a:cubicBezTo>
                  <a:pt x="1845" y="1276"/>
                  <a:pt x="1947" y="1215"/>
                  <a:pt x="1984" y="1122"/>
                </a:cubicBezTo>
                <a:cubicBezTo>
                  <a:pt x="2027" y="1016"/>
                  <a:pt x="1984" y="866"/>
                  <a:pt x="1878" y="802"/>
                </a:cubicBezTo>
                <a:cubicBezTo>
                  <a:pt x="1771" y="739"/>
                  <a:pt x="1664" y="675"/>
                  <a:pt x="1558" y="611"/>
                </a:cubicBezTo>
                <a:cubicBezTo>
                  <a:pt x="1451" y="525"/>
                  <a:pt x="1344" y="461"/>
                  <a:pt x="1238" y="397"/>
                </a:cubicBezTo>
                <a:cubicBezTo>
                  <a:pt x="1131" y="333"/>
                  <a:pt x="1025" y="269"/>
                  <a:pt x="918" y="205"/>
                </a:cubicBezTo>
                <a:cubicBezTo>
                  <a:pt x="790" y="120"/>
                  <a:pt x="641" y="56"/>
                  <a:pt x="491" y="13"/>
                </a:cubicBezTo>
                <a:cubicBezTo>
                  <a:pt x="457" y="5"/>
                  <a:pt x="422" y="0"/>
                  <a:pt x="38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09"/>
          <p:cNvSpPr/>
          <p:nvPr/>
        </p:nvSpPr>
        <p:spPr>
          <a:xfrm>
            <a:off x="7601292" y="4903362"/>
            <a:ext cx="46440" cy="132072"/>
          </a:xfrm>
          <a:custGeom>
            <a:rect b="b" l="l" r="r" t="t"/>
            <a:pathLst>
              <a:path extrusionOk="0" h="2733" w="961">
                <a:moveTo>
                  <a:pt x="524" y="0"/>
                </a:moveTo>
                <a:cubicBezTo>
                  <a:pt x="389" y="0"/>
                  <a:pt x="254" y="64"/>
                  <a:pt x="172" y="205"/>
                </a:cubicBezTo>
                <a:cubicBezTo>
                  <a:pt x="108" y="333"/>
                  <a:pt x="65" y="461"/>
                  <a:pt x="44" y="589"/>
                </a:cubicBezTo>
                <a:cubicBezTo>
                  <a:pt x="44" y="674"/>
                  <a:pt x="22" y="759"/>
                  <a:pt x="22" y="866"/>
                </a:cubicBezTo>
                <a:cubicBezTo>
                  <a:pt x="22" y="1037"/>
                  <a:pt x="1" y="1229"/>
                  <a:pt x="1" y="1399"/>
                </a:cubicBezTo>
                <a:cubicBezTo>
                  <a:pt x="1" y="1762"/>
                  <a:pt x="44" y="2146"/>
                  <a:pt x="150" y="2508"/>
                </a:cubicBezTo>
                <a:cubicBezTo>
                  <a:pt x="169" y="2661"/>
                  <a:pt x="287" y="2732"/>
                  <a:pt x="406" y="2732"/>
                </a:cubicBezTo>
                <a:cubicBezTo>
                  <a:pt x="555" y="2732"/>
                  <a:pt x="707" y="2623"/>
                  <a:pt x="683" y="2423"/>
                </a:cubicBezTo>
                <a:cubicBezTo>
                  <a:pt x="683" y="2082"/>
                  <a:pt x="705" y="1762"/>
                  <a:pt x="747" y="1420"/>
                </a:cubicBezTo>
                <a:cubicBezTo>
                  <a:pt x="747" y="1402"/>
                  <a:pt x="747" y="1390"/>
                  <a:pt x="746" y="1383"/>
                </a:cubicBezTo>
                <a:lnTo>
                  <a:pt x="746" y="1383"/>
                </a:lnTo>
                <a:cubicBezTo>
                  <a:pt x="747" y="1382"/>
                  <a:pt x="747" y="1380"/>
                  <a:pt x="747" y="1378"/>
                </a:cubicBezTo>
                <a:cubicBezTo>
                  <a:pt x="747" y="1314"/>
                  <a:pt x="747" y="1271"/>
                  <a:pt x="769" y="1229"/>
                </a:cubicBezTo>
                <a:cubicBezTo>
                  <a:pt x="769" y="1165"/>
                  <a:pt x="790" y="1079"/>
                  <a:pt x="811" y="994"/>
                </a:cubicBezTo>
                <a:cubicBezTo>
                  <a:pt x="833" y="909"/>
                  <a:pt x="875" y="823"/>
                  <a:pt x="897" y="759"/>
                </a:cubicBezTo>
                <a:cubicBezTo>
                  <a:pt x="939" y="631"/>
                  <a:pt x="961" y="525"/>
                  <a:pt x="961" y="418"/>
                </a:cubicBezTo>
                <a:cubicBezTo>
                  <a:pt x="948" y="157"/>
                  <a:pt x="735" y="0"/>
                  <a:pt x="5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109"/>
          <p:cNvSpPr/>
          <p:nvPr/>
        </p:nvSpPr>
        <p:spPr>
          <a:xfrm>
            <a:off x="7501403" y="4724219"/>
            <a:ext cx="102497" cy="84230"/>
          </a:xfrm>
          <a:custGeom>
            <a:rect b="b" l="l" r="r" t="t"/>
            <a:pathLst>
              <a:path extrusionOk="0" h="1743" w="2121">
                <a:moveTo>
                  <a:pt x="529" y="0"/>
                </a:moveTo>
                <a:cubicBezTo>
                  <a:pt x="249" y="0"/>
                  <a:pt x="0" y="299"/>
                  <a:pt x="191" y="585"/>
                </a:cubicBezTo>
                <a:cubicBezTo>
                  <a:pt x="298" y="734"/>
                  <a:pt x="426" y="862"/>
                  <a:pt x="575" y="990"/>
                </a:cubicBezTo>
                <a:cubicBezTo>
                  <a:pt x="703" y="1097"/>
                  <a:pt x="831" y="1225"/>
                  <a:pt x="980" y="1310"/>
                </a:cubicBezTo>
                <a:cubicBezTo>
                  <a:pt x="1108" y="1417"/>
                  <a:pt x="1236" y="1481"/>
                  <a:pt x="1364" y="1566"/>
                </a:cubicBezTo>
                <a:cubicBezTo>
                  <a:pt x="1428" y="1587"/>
                  <a:pt x="1513" y="1630"/>
                  <a:pt x="1577" y="1651"/>
                </a:cubicBezTo>
                <a:cubicBezTo>
                  <a:pt x="1663" y="1694"/>
                  <a:pt x="1748" y="1715"/>
                  <a:pt x="1833" y="1737"/>
                </a:cubicBezTo>
                <a:cubicBezTo>
                  <a:pt x="1848" y="1740"/>
                  <a:pt x="1863" y="1742"/>
                  <a:pt x="1877" y="1742"/>
                </a:cubicBezTo>
                <a:cubicBezTo>
                  <a:pt x="2025" y="1742"/>
                  <a:pt x="2121" y="1555"/>
                  <a:pt x="2004" y="1438"/>
                </a:cubicBezTo>
                <a:lnTo>
                  <a:pt x="2025" y="1438"/>
                </a:lnTo>
                <a:cubicBezTo>
                  <a:pt x="1940" y="1374"/>
                  <a:pt x="1940" y="1353"/>
                  <a:pt x="1876" y="1289"/>
                </a:cubicBezTo>
                <a:lnTo>
                  <a:pt x="1705" y="1139"/>
                </a:lnTo>
                <a:cubicBezTo>
                  <a:pt x="1599" y="1033"/>
                  <a:pt x="1492" y="926"/>
                  <a:pt x="1385" y="820"/>
                </a:cubicBezTo>
                <a:cubicBezTo>
                  <a:pt x="1279" y="713"/>
                  <a:pt x="1194" y="606"/>
                  <a:pt x="1087" y="500"/>
                </a:cubicBezTo>
                <a:lnTo>
                  <a:pt x="1023" y="414"/>
                </a:lnTo>
                <a:cubicBezTo>
                  <a:pt x="1002" y="372"/>
                  <a:pt x="980" y="350"/>
                  <a:pt x="959" y="308"/>
                </a:cubicBezTo>
                <a:lnTo>
                  <a:pt x="959" y="308"/>
                </a:lnTo>
                <a:cubicBezTo>
                  <a:pt x="976" y="333"/>
                  <a:pt x="983" y="342"/>
                  <a:pt x="983" y="342"/>
                </a:cubicBezTo>
                <a:cubicBezTo>
                  <a:pt x="985" y="342"/>
                  <a:pt x="972" y="321"/>
                  <a:pt x="959" y="308"/>
                </a:cubicBezTo>
                <a:lnTo>
                  <a:pt x="959" y="308"/>
                </a:lnTo>
                <a:cubicBezTo>
                  <a:pt x="959" y="308"/>
                  <a:pt x="959" y="308"/>
                  <a:pt x="959" y="308"/>
                </a:cubicBezTo>
                <a:lnTo>
                  <a:pt x="916" y="265"/>
                </a:lnTo>
                <a:cubicBezTo>
                  <a:pt x="895" y="222"/>
                  <a:pt x="852" y="158"/>
                  <a:pt x="810" y="116"/>
                </a:cubicBezTo>
                <a:cubicBezTo>
                  <a:pt x="723" y="35"/>
                  <a:pt x="624" y="0"/>
                  <a:pt x="52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09"/>
          <p:cNvSpPr/>
          <p:nvPr/>
        </p:nvSpPr>
        <p:spPr>
          <a:xfrm>
            <a:off x="7417848" y="4879151"/>
            <a:ext cx="119363" cy="69201"/>
          </a:xfrm>
          <a:custGeom>
            <a:rect b="b" l="l" r="r" t="t"/>
            <a:pathLst>
              <a:path extrusionOk="0" h="1432" w="2470">
                <a:moveTo>
                  <a:pt x="2281" y="1"/>
                </a:moveTo>
                <a:cubicBezTo>
                  <a:pt x="2275" y="1"/>
                  <a:pt x="2268" y="1"/>
                  <a:pt x="2261" y="2"/>
                </a:cubicBezTo>
                <a:lnTo>
                  <a:pt x="2261" y="45"/>
                </a:lnTo>
                <a:lnTo>
                  <a:pt x="2195" y="45"/>
                </a:lnTo>
                <a:cubicBezTo>
                  <a:pt x="2154" y="35"/>
                  <a:pt x="2114" y="31"/>
                  <a:pt x="2074" y="31"/>
                </a:cubicBezTo>
                <a:cubicBezTo>
                  <a:pt x="2030" y="31"/>
                  <a:pt x="1986" y="36"/>
                  <a:pt x="1942" y="45"/>
                </a:cubicBezTo>
                <a:cubicBezTo>
                  <a:pt x="1856" y="45"/>
                  <a:pt x="1771" y="66"/>
                  <a:pt x="1707" y="87"/>
                </a:cubicBezTo>
                <a:cubicBezTo>
                  <a:pt x="1515" y="130"/>
                  <a:pt x="1344" y="194"/>
                  <a:pt x="1195" y="258"/>
                </a:cubicBezTo>
                <a:cubicBezTo>
                  <a:pt x="811" y="386"/>
                  <a:pt x="470" y="557"/>
                  <a:pt x="150" y="791"/>
                </a:cubicBezTo>
                <a:cubicBezTo>
                  <a:pt x="22" y="919"/>
                  <a:pt x="1" y="1132"/>
                  <a:pt x="129" y="1282"/>
                </a:cubicBezTo>
                <a:cubicBezTo>
                  <a:pt x="199" y="1380"/>
                  <a:pt x="315" y="1432"/>
                  <a:pt x="435" y="1432"/>
                </a:cubicBezTo>
                <a:cubicBezTo>
                  <a:pt x="497" y="1432"/>
                  <a:pt x="561" y="1418"/>
                  <a:pt x="619" y="1388"/>
                </a:cubicBezTo>
                <a:cubicBezTo>
                  <a:pt x="769" y="1303"/>
                  <a:pt x="897" y="1175"/>
                  <a:pt x="1046" y="1090"/>
                </a:cubicBezTo>
                <a:cubicBezTo>
                  <a:pt x="1174" y="983"/>
                  <a:pt x="1302" y="919"/>
                  <a:pt x="1451" y="812"/>
                </a:cubicBezTo>
                <a:lnTo>
                  <a:pt x="1878" y="578"/>
                </a:lnTo>
                <a:cubicBezTo>
                  <a:pt x="1942" y="535"/>
                  <a:pt x="2027" y="514"/>
                  <a:pt x="2091" y="471"/>
                </a:cubicBezTo>
                <a:cubicBezTo>
                  <a:pt x="2197" y="429"/>
                  <a:pt x="2261" y="365"/>
                  <a:pt x="2324" y="302"/>
                </a:cubicBezTo>
                <a:lnTo>
                  <a:pt x="2324" y="302"/>
                </a:lnTo>
                <a:lnTo>
                  <a:pt x="2261" y="365"/>
                </a:lnTo>
                <a:lnTo>
                  <a:pt x="2347" y="322"/>
                </a:lnTo>
                <a:cubicBezTo>
                  <a:pt x="2470" y="240"/>
                  <a:pt x="2435" y="1"/>
                  <a:pt x="228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09"/>
          <p:cNvSpPr/>
          <p:nvPr/>
        </p:nvSpPr>
        <p:spPr>
          <a:xfrm>
            <a:off x="7343764" y="4682900"/>
            <a:ext cx="99598" cy="115642"/>
          </a:xfrm>
          <a:custGeom>
            <a:rect b="b" l="l" r="r" t="t"/>
            <a:pathLst>
              <a:path extrusionOk="0" h="2393" w="2061">
                <a:moveTo>
                  <a:pt x="1001" y="651"/>
                </a:moveTo>
                <a:lnTo>
                  <a:pt x="1001" y="651"/>
                </a:lnTo>
                <a:cubicBezTo>
                  <a:pt x="1010" y="680"/>
                  <a:pt x="1016" y="691"/>
                  <a:pt x="1017" y="691"/>
                </a:cubicBezTo>
                <a:cubicBezTo>
                  <a:pt x="1018" y="691"/>
                  <a:pt x="1012" y="674"/>
                  <a:pt x="1001" y="651"/>
                </a:cubicBezTo>
                <a:close/>
                <a:moveTo>
                  <a:pt x="470" y="0"/>
                </a:moveTo>
                <a:cubicBezTo>
                  <a:pt x="233" y="0"/>
                  <a:pt x="1" y="210"/>
                  <a:pt x="84" y="502"/>
                </a:cubicBezTo>
                <a:cubicBezTo>
                  <a:pt x="212" y="928"/>
                  <a:pt x="425" y="1291"/>
                  <a:pt x="702" y="1632"/>
                </a:cubicBezTo>
                <a:cubicBezTo>
                  <a:pt x="809" y="1760"/>
                  <a:pt x="937" y="1909"/>
                  <a:pt x="1086" y="2016"/>
                </a:cubicBezTo>
                <a:cubicBezTo>
                  <a:pt x="1129" y="2080"/>
                  <a:pt x="1193" y="2122"/>
                  <a:pt x="1257" y="2144"/>
                </a:cubicBezTo>
                <a:cubicBezTo>
                  <a:pt x="1278" y="2155"/>
                  <a:pt x="1289" y="2159"/>
                  <a:pt x="1293" y="2159"/>
                </a:cubicBezTo>
                <a:lnTo>
                  <a:pt x="1293" y="2159"/>
                </a:lnTo>
                <a:cubicBezTo>
                  <a:pt x="1295" y="2161"/>
                  <a:pt x="1297" y="2163"/>
                  <a:pt x="1299" y="2165"/>
                </a:cubicBezTo>
                <a:cubicBezTo>
                  <a:pt x="1342" y="2208"/>
                  <a:pt x="1342" y="2186"/>
                  <a:pt x="1363" y="2208"/>
                </a:cubicBezTo>
                <a:lnTo>
                  <a:pt x="1427" y="2250"/>
                </a:lnTo>
                <a:lnTo>
                  <a:pt x="1470" y="2272"/>
                </a:lnTo>
                <a:lnTo>
                  <a:pt x="1619" y="2336"/>
                </a:lnTo>
                <a:cubicBezTo>
                  <a:pt x="1664" y="2376"/>
                  <a:pt x="1711" y="2393"/>
                  <a:pt x="1756" y="2393"/>
                </a:cubicBezTo>
                <a:cubicBezTo>
                  <a:pt x="1926" y="2393"/>
                  <a:pt x="2061" y="2151"/>
                  <a:pt x="1875" y="2016"/>
                </a:cubicBezTo>
                <a:cubicBezTo>
                  <a:pt x="1811" y="1952"/>
                  <a:pt x="1768" y="1867"/>
                  <a:pt x="1726" y="1824"/>
                </a:cubicBezTo>
                <a:cubicBezTo>
                  <a:pt x="1683" y="1781"/>
                  <a:pt x="1640" y="1696"/>
                  <a:pt x="1577" y="1632"/>
                </a:cubicBezTo>
                <a:cubicBezTo>
                  <a:pt x="1470" y="1483"/>
                  <a:pt x="1385" y="1333"/>
                  <a:pt x="1278" y="1184"/>
                </a:cubicBezTo>
                <a:cubicBezTo>
                  <a:pt x="1193" y="1035"/>
                  <a:pt x="1107" y="886"/>
                  <a:pt x="1022" y="715"/>
                </a:cubicBezTo>
                <a:cubicBezTo>
                  <a:pt x="1022" y="694"/>
                  <a:pt x="1001" y="672"/>
                  <a:pt x="1001" y="651"/>
                </a:cubicBezTo>
                <a:cubicBezTo>
                  <a:pt x="979" y="608"/>
                  <a:pt x="979" y="566"/>
                  <a:pt x="958" y="523"/>
                </a:cubicBezTo>
                <a:cubicBezTo>
                  <a:pt x="915" y="416"/>
                  <a:pt x="873" y="310"/>
                  <a:pt x="809" y="203"/>
                </a:cubicBezTo>
                <a:cubicBezTo>
                  <a:pt x="727" y="61"/>
                  <a:pt x="598" y="0"/>
                  <a:pt x="47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109"/>
          <p:cNvSpPr/>
          <p:nvPr/>
        </p:nvSpPr>
        <p:spPr>
          <a:xfrm>
            <a:off x="7432297" y="5012869"/>
            <a:ext cx="88966" cy="159472"/>
          </a:xfrm>
          <a:custGeom>
            <a:rect b="b" l="l" r="r" t="t"/>
            <a:pathLst>
              <a:path extrusionOk="0" h="3300" w="1841">
                <a:moveTo>
                  <a:pt x="1461" y="0"/>
                </a:moveTo>
                <a:cubicBezTo>
                  <a:pt x="1361" y="0"/>
                  <a:pt x="1260" y="47"/>
                  <a:pt x="1195" y="157"/>
                </a:cubicBezTo>
                <a:lnTo>
                  <a:pt x="1195" y="178"/>
                </a:lnTo>
                <a:cubicBezTo>
                  <a:pt x="1088" y="370"/>
                  <a:pt x="981" y="583"/>
                  <a:pt x="896" y="797"/>
                </a:cubicBezTo>
                <a:cubicBezTo>
                  <a:pt x="811" y="1010"/>
                  <a:pt x="726" y="1223"/>
                  <a:pt x="640" y="1415"/>
                </a:cubicBezTo>
                <a:cubicBezTo>
                  <a:pt x="448" y="1863"/>
                  <a:pt x="235" y="2289"/>
                  <a:pt x="64" y="2759"/>
                </a:cubicBezTo>
                <a:cubicBezTo>
                  <a:pt x="0" y="2993"/>
                  <a:pt x="150" y="3228"/>
                  <a:pt x="384" y="3292"/>
                </a:cubicBezTo>
                <a:cubicBezTo>
                  <a:pt x="412" y="3297"/>
                  <a:pt x="439" y="3300"/>
                  <a:pt x="467" y="3300"/>
                </a:cubicBezTo>
                <a:cubicBezTo>
                  <a:pt x="655" y="3300"/>
                  <a:pt x="843" y="3176"/>
                  <a:pt x="917" y="2972"/>
                </a:cubicBezTo>
                <a:cubicBezTo>
                  <a:pt x="1067" y="2567"/>
                  <a:pt x="1195" y="2119"/>
                  <a:pt x="1365" y="1692"/>
                </a:cubicBezTo>
                <a:cubicBezTo>
                  <a:pt x="1429" y="1500"/>
                  <a:pt x="1493" y="1287"/>
                  <a:pt x="1579" y="1074"/>
                </a:cubicBezTo>
                <a:cubicBezTo>
                  <a:pt x="1643" y="861"/>
                  <a:pt x="1728" y="626"/>
                  <a:pt x="1770" y="413"/>
                </a:cubicBezTo>
                <a:cubicBezTo>
                  <a:pt x="1841" y="174"/>
                  <a:pt x="1652" y="0"/>
                  <a:pt x="146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109"/>
          <p:cNvSpPr/>
          <p:nvPr/>
        </p:nvSpPr>
        <p:spPr>
          <a:xfrm>
            <a:off x="7351883" y="4992862"/>
            <a:ext cx="40255" cy="120088"/>
          </a:xfrm>
          <a:custGeom>
            <a:rect b="b" l="l" r="r" t="t"/>
            <a:pathLst>
              <a:path extrusionOk="0" h="2485" w="833">
                <a:moveTo>
                  <a:pt x="428" y="0"/>
                </a:moveTo>
                <a:cubicBezTo>
                  <a:pt x="225" y="0"/>
                  <a:pt x="22" y="134"/>
                  <a:pt x="22" y="400"/>
                </a:cubicBezTo>
                <a:cubicBezTo>
                  <a:pt x="22" y="443"/>
                  <a:pt x="22" y="507"/>
                  <a:pt x="22" y="549"/>
                </a:cubicBezTo>
                <a:lnTo>
                  <a:pt x="22" y="571"/>
                </a:lnTo>
                <a:lnTo>
                  <a:pt x="22" y="635"/>
                </a:lnTo>
                <a:cubicBezTo>
                  <a:pt x="44" y="720"/>
                  <a:pt x="44" y="784"/>
                  <a:pt x="44" y="848"/>
                </a:cubicBezTo>
                <a:lnTo>
                  <a:pt x="44" y="1317"/>
                </a:lnTo>
                <a:cubicBezTo>
                  <a:pt x="1" y="1637"/>
                  <a:pt x="1" y="1936"/>
                  <a:pt x="1" y="2256"/>
                </a:cubicBezTo>
                <a:cubicBezTo>
                  <a:pt x="1" y="2397"/>
                  <a:pt x="118" y="2484"/>
                  <a:pt x="238" y="2484"/>
                </a:cubicBezTo>
                <a:cubicBezTo>
                  <a:pt x="317" y="2484"/>
                  <a:pt x="398" y="2447"/>
                  <a:pt x="449" y="2362"/>
                </a:cubicBezTo>
                <a:lnTo>
                  <a:pt x="470" y="2383"/>
                </a:lnTo>
                <a:cubicBezTo>
                  <a:pt x="619" y="2085"/>
                  <a:pt x="705" y="1744"/>
                  <a:pt x="726" y="1424"/>
                </a:cubicBezTo>
                <a:cubicBezTo>
                  <a:pt x="769" y="1253"/>
                  <a:pt x="790" y="1061"/>
                  <a:pt x="811" y="891"/>
                </a:cubicBezTo>
                <a:cubicBezTo>
                  <a:pt x="833" y="720"/>
                  <a:pt x="833" y="549"/>
                  <a:pt x="833" y="400"/>
                </a:cubicBezTo>
                <a:cubicBezTo>
                  <a:pt x="833" y="134"/>
                  <a:pt x="630" y="0"/>
                  <a:pt x="4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09"/>
          <p:cNvSpPr/>
          <p:nvPr/>
        </p:nvSpPr>
        <p:spPr>
          <a:xfrm>
            <a:off x="7340575" y="4842134"/>
            <a:ext cx="43348" cy="38177"/>
          </a:xfrm>
          <a:custGeom>
            <a:rect b="b" l="l" r="r" t="t"/>
            <a:pathLst>
              <a:path extrusionOk="0" h="790" w="897">
                <a:moveTo>
                  <a:pt x="683" y="256"/>
                </a:moveTo>
                <a:lnTo>
                  <a:pt x="684" y="260"/>
                </a:lnTo>
                <a:lnTo>
                  <a:pt x="684" y="260"/>
                </a:lnTo>
                <a:cubicBezTo>
                  <a:pt x="684" y="259"/>
                  <a:pt x="683" y="259"/>
                  <a:pt x="683" y="258"/>
                </a:cubicBezTo>
                <a:lnTo>
                  <a:pt x="683" y="258"/>
                </a:lnTo>
                <a:cubicBezTo>
                  <a:pt x="683" y="258"/>
                  <a:pt x="683" y="257"/>
                  <a:pt x="683" y="256"/>
                </a:cubicBezTo>
                <a:close/>
                <a:moveTo>
                  <a:pt x="853" y="597"/>
                </a:moveTo>
                <a:lnTo>
                  <a:pt x="832" y="623"/>
                </a:lnTo>
                <a:lnTo>
                  <a:pt x="832" y="623"/>
                </a:lnTo>
                <a:cubicBezTo>
                  <a:pt x="832" y="622"/>
                  <a:pt x="832" y="620"/>
                  <a:pt x="832" y="619"/>
                </a:cubicBezTo>
                <a:lnTo>
                  <a:pt x="853" y="597"/>
                </a:lnTo>
                <a:close/>
                <a:moveTo>
                  <a:pt x="762" y="725"/>
                </a:moveTo>
                <a:lnTo>
                  <a:pt x="762" y="725"/>
                </a:lnTo>
                <a:cubicBezTo>
                  <a:pt x="760" y="727"/>
                  <a:pt x="758" y="728"/>
                  <a:pt x="756" y="730"/>
                </a:cubicBezTo>
                <a:lnTo>
                  <a:pt x="756" y="730"/>
                </a:lnTo>
                <a:lnTo>
                  <a:pt x="768" y="725"/>
                </a:lnTo>
                <a:close/>
                <a:moveTo>
                  <a:pt x="278" y="0"/>
                </a:moveTo>
                <a:cubicBezTo>
                  <a:pt x="235" y="22"/>
                  <a:pt x="192" y="43"/>
                  <a:pt x="150" y="64"/>
                </a:cubicBezTo>
                <a:cubicBezTo>
                  <a:pt x="107" y="86"/>
                  <a:pt x="86" y="128"/>
                  <a:pt x="64" y="171"/>
                </a:cubicBezTo>
                <a:cubicBezTo>
                  <a:pt x="0" y="278"/>
                  <a:pt x="0" y="406"/>
                  <a:pt x="64" y="512"/>
                </a:cubicBezTo>
                <a:cubicBezTo>
                  <a:pt x="86" y="576"/>
                  <a:pt x="128" y="619"/>
                  <a:pt x="171" y="661"/>
                </a:cubicBezTo>
                <a:cubicBezTo>
                  <a:pt x="214" y="683"/>
                  <a:pt x="235" y="704"/>
                  <a:pt x="278" y="725"/>
                </a:cubicBezTo>
                <a:lnTo>
                  <a:pt x="299" y="725"/>
                </a:lnTo>
                <a:cubicBezTo>
                  <a:pt x="320" y="747"/>
                  <a:pt x="363" y="747"/>
                  <a:pt x="406" y="768"/>
                </a:cubicBezTo>
                <a:lnTo>
                  <a:pt x="427" y="768"/>
                </a:lnTo>
                <a:lnTo>
                  <a:pt x="534" y="789"/>
                </a:lnTo>
                <a:lnTo>
                  <a:pt x="555" y="789"/>
                </a:lnTo>
                <a:cubicBezTo>
                  <a:pt x="598" y="768"/>
                  <a:pt x="619" y="768"/>
                  <a:pt x="662" y="768"/>
                </a:cubicBezTo>
                <a:cubicBezTo>
                  <a:pt x="683" y="768"/>
                  <a:pt x="704" y="747"/>
                  <a:pt x="725" y="747"/>
                </a:cubicBezTo>
                <a:cubicBezTo>
                  <a:pt x="737" y="741"/>
                  <a:pt x="747" y="735"/>
                  <a:pt x="756" y="730"/>
                </a:cubicBezTo>
                <a:lnTo>
                  <a:pt x="756" y="730"/>
                </a:lnTo>
                <a:lnTo>
                  <a:pt x="704" y="747"/>
                </a:lnTo>
                <a:cubicBezTo>
                  <a:pt x="725" y="736"/>
                  <a:pt x="741" y="731"/>
                  <a:pt x="755" y="725"/>
                </a:cubicBezTo>
                <a:lnTo>
                  <a:pt x="762" y="725"/>
                </a:lnTo>
                <a:cubicBezTo>
                  <a:pt x="767" y="722"/>
                  <a:pt x="771" y="719"/>
                  <a:pt x="775" y="716"/>
                </a:cubicBezTo>
                <a:lnTo>
                  <a:pt x="775" y="716"/>
                </a:lnTo>
                <a:cubicBezTo>
                  <a:pt x="780" y="712"/>
                  <a:pt x="785" y="709"/>
                  <a:pt x="789" y="704"/>
                </a:cubicBezTo>
                <a:lnTo>
                  <a:pt x="832" y="683"/>
                </a:lnTo>
                <a:cubicBezTo>
                  <a:pt x="853" y="661"/>
                  <a:pt x="875" y="640"/>
                  <a:pt x="875" y="597"/>
                </a:cubicBezTo>
                <a:cubicBezTo>
                  <a:pt x="896" y="597"/>
                  <a:pt x="896" y="576"/>
                  <a:pt x="896" y="555"/>
                </a:cubicBezTo>
                <a:cubicBezTo>
                  <a:pt x="896" y="534"/>
                  <a:pt x="896" y="491"/>
                  <a:pt x="896" y="470"/>
                </a:cubicBezTo>
                <a:cubicBezTo>
                  <a:pt x="875" y="427"/>
                  <a:pt x="853" y="406"/>
                  <a:pt x="832" y="384"/>
                </a:cubicBezTo>
                <a:cubicBezTo>
                  <a:pt x="814" y="366"/>
                  <a:pt x="796" y="348"/>
                  <a:pt x="778" y="343"/>
                </a:cubicBezTo>
                <a:lnTo>
                  <a:pt x="778" y="343"/>
                </a:lnTo>
                <a:cubicBezTo>
                  <a:pt x="755" y="319"/>
                  <a:pt x="729" y="299"/>
                  <a:pt x="701" y="283"/>
                </a:cubicBezTo>
                <a:lnTo>
                  <a:pt x="701" y="283"/>
                </a:lnTo>
                <a:cubicBezTo>
                  <a:pt x="701" y="282"/>
                  <a:pt x="700" y="281"/>
                  <a:pt x="699" y="280"/>
                </a:cubicBezTo>
                <a:lnTo>
                  <a:pt x="699" y="280"/>
                </a:lnTo>
                <a:cubicBezTo>
                  <a:pt x="682" y="180"/>
                  <a:pt x="623" y="96"/>
                  <a:pt x="534" y="43"/>
                </a:cubicBezTo>
                <a:lnTo>
                  <a:pt x="44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09"/>
          <p:cNvSpPr/>
          <p:nvPr/>
        </p:nvSpPr>
        <p:spPr>
          <a:xfrm rot="10800000">
            <a:off x="-53030" y="3272310"/>
            <a:ext cx="745830" cy="1374241"/>
          </a:xfrm>
          <a:custGeom>
            <a:rect b="b" l="l" r="r" t="t"/>
            <a:pathLst>
              <a:path extrusionOk="0" h="23703" w="14567">
                <a:moveTo>
                  <a:pt x="14567" y="1"/>
                </a:moveTo>
                <a:cubicBezTo>
                  <a:pt x="11709" y="108"/>
                  <a:pt x="8851" y="385"/>
                  <a:pt x="6015" y="385"/>
                </a:cubicBezTo>
                <a:cubicBezTo>
                  <a:pt x="5268" y="427"/>
                  <a:pt x="4543" y="513"/>
                  <a:pt x="3840" y="662"/>
                </a:cubicBezTo>
                <a:cubicBezTo>
                  <a:pt x="3541" y="726"/>
                  <a:pt x="3243" y="811"/>
                  <a:pt x="2965" y="918"/>
                </a:cubicBezTo>
                <a:cubicBezTo>
                  <a:pt x="1" y="2155"/>
                  <a:pt x="747" y="6868"/>
                  <a:pt x="726" y="9512"/>
                </a:cubicBezTo>
                <a:cubicBezTo>
                  <a:pt x="683" y="13287"/>
                  <a:pt x="961" y="17062"/>
                  <a:pt x="1281" y="20815"/>
                </a:cubicBezTo>
                <a:cubicBezTo>
                  <a:pt x="1281" y="21242"/>
                  <a:pt x="1366" y="21668"/>
                  <a:pt x="1536" y="22052"/>
                </a:cubicBezTo>
                <a:cubicBezTo>
                  <a:pt x="2027" y="23012"/>
                  <a:pt x="3285" y="23225"/>
                  <a:pt x="4351" y="23332"/>
                </a:cubicBezTo>
                <a:cubicBezTo>
                  <a:pt x="7315" y="23574"/>
                  <a:pt x="10279" y="23702"/>
                  <a:pt x="13257" y="23702"/>
                </a:cubicBezTo>
                <a:cubicBezTo>
                  <a:pt x="13686" y="23702"/>
                  <a:pt x="14115" y="23700"/>
                  <a:pt x="14545" y="23694"/>
                </a:cubicBezTo>
                <a:lnTo>
                  <a:pt x="14545" y="15484"/>
                </a:lnTo>
                <a:cubicBezTo>
                  <a:pt x="13714" y="15441"/>
                  <a:pt x="12903" y="15377"/>
                  <a:pt x="12071" y="15249"/>
                </a:cubicBezTo>
                <a:cubicBezTo>
                  <a:pt x="11432" y="15142"/>
                  <a:pt x="10749" y="15014"/>
                  <a:pt x="10259" y="14567"/>
                </a:cubicBezTo>
                <a:cubicBezTo>
                  <a:pt x="9768" y="14119"/>
                  <a:pt x="9598" y="13287"/>
                  <a:pt x="10046" y="12818"/>
                </a:cubicBezTo>
                <a:cubicBezTo>
                  <a:pt x="10356" y="12487"/>
                  <a:pt x="10902" y="12402"/>
                  <a:pt x="11476" y="12402"/>
                </a:cubicBezTo>
                <a:cubicBezTo>
                  <a:pt x="12087" y="12402"/>
                  <a:pt x="12731" y="12498"/>
                  <a:pt x="13159" y="12498"/>
                </a:cubicBezTo>
                <a:lnTo>
                  <a:pt x="14567" y="12498"/>
                </a:lnTo>
                <a:lnTo>
                  <a:pt x="1456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09"/>
          <p:cNvSpPr/>
          <p:nvPr/>
        </p:nvSpPr>
        <p:spPr>
          <a:xfrm>
            <a:off x="2213505" y="4690500"/>
            <a:ext cx="884314" cy="276730"/>
          </a:xfrm>
          <a:custGeom>
            <a:rect b="b" l="l" r="r" t="t"/>
            <a:pathLst>
              <a:path extrusionOk="0" h="4544" w="15121">
                <a:moveTo>
                  <a:pt x="15121" y="1"/>
                </a:moveTo>
                <a:cubicBezTo>
                  <a:pt x="10152" y="171"/>
                  <a:pt x="150" y="598"/>
                  <a:pt x="86" y="662"/>
                </a:cubicBezTo>
                <a:cubicBezTo>
                  <a:pt x="0" y="726"/>
                  <a:pt x="107" y="3349"/>
                  <a:pt x="171" y="4543"/>
                </a:cubicBezTo>
                <a:cubicBezTo>
                  <a:pt x="2602" y="4500"/>
                  <a:pt x="13798" y="4031"/>
                  <a:pt x="15121" y="4031"/>
                </a:cubicBezTo>
                <a:lnTo>
                  <a:pt x="1512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09"/>
          <p:cNvSpPr/>
          <p:nvPr/>
        </p:nvSpPr>
        <p:spPr>
          <a:xfrm>
            <a:off x="149624" y="2553001"/>
            <a:ext cx="325126" cy="30082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109"/>
          <p:cNvSpPr/>
          <p:nvPr/>
        </p:nvSpPr>
        <p:spPr>
          <a:xfrm>
            <a:off x="149624" y="1995526"/>
            <a:ext cx="325126" cy="30082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09"/>
          <p:cNvSpPr/>
          <p:nvPr/>
        </p:nvSpPr>
        <p:spPr>
          <a:xfrm rot="10800000">
            <a:off x="8956625" y="2590578"/>
            <a:ext cx="271550" cy="470835"/>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109"/>
          <p:cNvSpPr/>
          <p:nvPr/>
        </p:nvSpPr>
        <p:spPr>
          <a:xfrm rot="10800000">
            <a:off x="8577566" y="3233787"/>
            <a:ext cx="650609" cy="719784"/>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109"/>
          <p:cNvSpPr/>
          <p:nvPr/>
        </p:nvSpPr>
        <p:spPr>
          <a:xfrm>
            <a:off x="8130999" y="-228602"/>
            <a:ext cx="802153" cy="1307041"/>
          </a:xfrm>
          <a:custGeom>
            <a:rect b="b" l="l" r="r" t="t"/>
            <a:pathLst>
              <a:path extrusionOk="0" h="23387" w="14353">
                <a:moveTo>
                  <a:pt x="7038" y="1"/>
                </a:moveTo>
                <a:lnTo>
                  <a:pt x="7038" y="1"/>
                </a:lnTo>
                <a:cubicBezTo>
                  <a:pt x="7166" y="2730"/>
                  <a:pt x="7358" y="5439"/>
                  <a:pt x="7443" y="8168"/>
                </a:cubicBezTo>
                <a:cubicBezTo>
                  <a:pt x="7528" y="9960"/>
                  <a:pt x="7592" y="11773"/>
                  <a:pt x="7294" y="13543"/>
                </a:cubicBezTo>
                <a:cubicBezTo>
                  <a:pt x="7251" y="13905"/>
                  <a:pt x="7145" y="14246"/>
                  <a:pt x="6953" y="14545"/>
                </a:cubicBezTo>
                <a:cubicBezTo>
                  <a:pt x="6590" y="15057"/>
                  <a:pt x="5950" y="15227"/>
                  <a:pt x="5375" y="15377"/>
                </a:cubicBezTo>
                <a:cubicBezTo>
                  <a:pt x="3604" y="15761"/>
                  <a:pt x="1813" y="15974"/>
                  <a:pt x="0" y="15974"/>
                </a:cubicBezTo>
                <a:lnTo>
                  <a:pt x="128" y="22969"/>
                </a:lnTo>
                <a:cubicBezTo>
                  <a:pt x="1486" y="23184"/>
                  <a:pt x="2869" y="23386"/>
                  <a:pt x="4248" y="23386"/>
                </a:cubicBezTo>
                <a:cubicBezTo>
                  <a:pt x="4645" y="23386"/>
                  <a:pt x="5042" y="23369"/>
                  <a:pt x="5439" y="23331"/>
                </a:cubicBezTo>
                <a:cubicBezTo>
                  <a:pt x="7209" y="23161"/>
                  <a:pt x="8979" y="22585"/>
                  <a:pt x="10301" y="21391"/>
                </a:cubicBezTo>
                <a:cubicBezTo>
                  <a:pt x="12625" y="19301"/>
                  <a:pt x="13052" y="15888"/>
                  <a:pt x="13350" y="12796"/>
                </a:cubicBezTo>
                <a:cubicBezTo>
                  <a:pt x="13756" y="8723"/>
                  <a:pt x="13990" y="4692"/>
                  <a:pt x="14353" y="619"/>
                </a:cubicBezTo>
                <a:cubicBezTo>
                  <a:pt x="11900" y="491"/>
                  <a:pt x="9469" y="278"/>
                  <a:pt x="703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0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9" name="Shape 459"/>
        <p:cNvGrpSpPr/>
        <p:nvPr/>
      </p:nvGrpSpPr>
      <p:grpSpPr>
        <a:xfrm>
          <a:off x="0" y="0"/>
          <a:ext cx="0" cy="0"/>
          <a:chOff x="0" y="0"/>
          <a:chExt cx="0" cy="0"/>
        </a:xfrm>
      </p:grpSpPr>
      <p:sp>
        <p:nvSpPr>
          <p:cNvPr id="460" name="Google Shape;460;p110"/>
          <p:cNvSpPr txBox="1"/>
          <p:nvPr>
            <p:ph type="title"/>
          </p:nvPr>
        </p:nvSpPr>
        <p:spPr>
          <a:xfrm>
            <a:off x="648725" y="1388400"/>
            <a:ext cx="4059300" cy="236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49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461" name="Google Shape;461;p110"/>
          <p:cNvSpPr/>
          <p:nvPr/>
        </p:nvSpPr>
        <p:spPr>
          <a:xfrm>
            <a:off x="2237075" y="4850175"/>
            <a:ext cx="64200" cy="64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110"/>
          <p:cNvSpPr/>
          <p:nvPr/>
        </p:nvSpPr>
        <p:spPr>
          <a:xfrm>
            <a:off x="2476425" y="4850175"/>
            <a:ext cx="64200" cy="64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110"/>
          <p:cNvSpPr/>
          <p:nvPr/>
        </p:nvSpPr>
        <p:spPr>
          <a:xfrm>
            <a:off x="2703800" y="4850175"/>
            <a:ext cx="64200" cy="64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110"/>
          <p:cNvSpPr/>
          <p:nvPr/>
        </p:nvSpPr>
        <p:spPr>
          <a:xfrm>
            <a:off x="1997725" y="4850175"/>
            <a:ext cx="64200" cy="64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10"/>
          <p:cNvSpPr/>
          <p:nvPr/>
        </p:nvSpPr>
        <p:spPr>
          <a:xfrm rot="5400000">
            <a:off x="4880377" y="-87248"/>
            <a:ext cx="688876" cy="762122"/>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110"/>
          <p:cNvSpPr/>
          <p:nvPr/>
        </p:nvSpPr>
        <p:spPr>
          <a:xfrm rot="5400000">
            <a:off x="4268240" y="-156129"/>
            <a:ext cx="287523" cy="498530"/>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10"/>
          <p:cNvSpPr/>
          <p:nvPr/>
        </p:nvSpPr>
        <p:spPr>
          <a:xfrm flipH="1">
            <a:off x="146471" y="-1368225"/>
            <a:ext cx="1719274" cy="2266142"/>
          </a:xfrm>
          <a:custGeom>
            <a:rect b="b" l="l" r="r" t="t"/>
            <a:pathLst>
              <a:path extrusionOk="0" h="23387" w="14353">
                <a:moveTo>
                  <a:pt x="7038" y="1"/>
                </a:moveTo>
                <a:lnTo>
                  <a:pt x="7038" y="1"/>
                </a:lnTo>
                <a:cubicBezTo>
                  <a:pt x="7166" y="2730"/>
                  <a:pt x="7358" y="5439"/>
                  <a:pt x="7443" y="8168"/>
                </a:cubicBezTo>
                <a:cubicBezTo>
                  <a:pt x="7528" y="9960"/>
                  <a:pt x="7592" y="11773"/>
                  <a:pt x="7294" y="13543"/>
                </a:cubicBezTo>
                <a:cubicBezTo>
                  <a:pt x="7251" y="13905"/>
                  <a:pt x="7145" y="14246"/>
                  <a:pt x="6953" y="14545"/>
                </a:cubicBezTo>
                <a:cubicBezTo>
                  <a:pt x="6590" y="15057"/>
                  <a:pt x="5950" y="15227"/>
                  <a:pt x="5375" y="15377"/>
                </a:cubicBezTo>
                <a:cubicBezTo>
                  <a:pt x="3604" y="15761"/>
                  <a:pt x="1813" y="15974"/>
                  <a:pt x="0" y="15974"/>
                </a:cubicBezTo>
                <a:lnTo>
                  <a:pt x="128" y="22969"/>
                </a:lnTo>
                <a:cubicBezTo>
                  <a:pt x="1486" y="23184"/>
                  <a:pt x="2869" y="23386"/>
                  <a:pt x="4248" y="23386"/>
                </a:cubicBezTo>
                <a:cubicBezTo>
                  <a:pt x="4645" y="23386"/>
                  <a:pt x="5042" y="23369"/>
                  <a:pt x="5439" y="23331"/>
                </a:cubicBezTo>
                <a:cubicBezTo>
                  <a:pt x="7209" y="23161"/>
                  <a:pt x="8979" y="22585"/>
                  <a:pt x="10301" y="21391"/>
                </a:cubicBezTo>
                <a:cubicBezTo>
                  <a:pt x="12625" y="19301"/>
                  <a:pt x="13052" y="15888"/>
                  <a:pt x="13350" y="12796"/>
                </a:cubicBezTo>
                <a:cubicBezTo>
                  <a:pt x="13756" y="8723"/>
                  <a:pt x="13990" y="4692"/>
                  <a:pt x="14353" y="619"/>
                </a:cubicBezTo>
                <a:cubicBezTo>
                  <a:pt x="11900" y="491"/>
                  <a:pt x="9469" y="278"/>
                  <a:pt x="703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10"/>
          <p:cNvSpPr/>
          <p:nvPr/>
        </p:nvSpPr>
        <p:spPr>
          <a:xfrm>
            <a:off x="-74850" y="4115825"/>
            <a:ext cx="1036334" cy="421674"/>
          </a:xfrm>
          <a:custGeom>
            <a:rect b="b" l="l" r="r" t="t"/>
            <a:pathLst>
              <a:path extrusionOk="0" h="7541" w="22052">
                <a:moveTo>
                  <a:pt x="719" y="0"/>
                </a:moveTo>
                <a:cubicBezTo>
                  <a:pt x="519" y="0"/>
                  <a:pt x="347" y="174"/>
                  <a:pt x="384" y="396"/>
                </a:cubicBezTo>
                <a:cubicBezTo>
                  <a:pt x="171" y="2102"/>
                  <a:pt x="43" y="3830"/>
                  <a:pt x="1" y="5557"/>
                </a:cubicBezTo>
                <a:cubicBezTo>
                  <a:pt x="40" y="5558"/>
                  <a:pt x="86" y="5558"/>
                  <a:pt x="139" y="5558"/>
                </a:cubicBezTo>
                <a:cubicBezTo>
                  <a:pt x="795" y="5558"/>
                  <a:pt x="2502" y="5518"/>
                  <a:pt x="4461" y="5518"/>
                </a:cubicBezTo>
                <a:cubicBezTo>
                  <a:pt x="8264" y="5518"/>
                  <a:pt x="13018" y="5669"/>
                  <a:pt x="12881" y="6560"/>
                </a:cubicBezTo>
                <a:cubicBezTo>
                  <a:pt x="12818" y="6837"/>
                  <a:pt x="12796" y="7178"/>
                  <a:pt x="12775" y="7541"/>
                </a:cubicBezTo>
                <a:lnTo>
                  <a:pt x="21966" y="7541"/>
                </a:lnTo>
                <a:cubicBezTo>
                  <a:pt x="22030" y="5834"/>
                  <a:pt x="22052" y="4128"/>
                  <a:pt x="22030" y="2422"/>
                </a:cubicBezTo>
                <a:cubicBezTo>
                  <a:pt x="22030" y="1953"/>
                  <a:pt x="21988" y="1484"/>
                  <a:pt x="21710" y="1143"/>
                </a:cubicBezTo>
                <a:cubicBezTo>
                  <a:pt x="21348" y="716"/>
                  <a:pt x="20751" y="652"/>
                  <a:pt x="20196" y="631"/>
                </a:cubicBezTo>
                <a:cubicBezTo>
                  <a:pt x="13713" y="311"/>
                  <a:pt x="7294" y="76"/>
                  <a:pt x="811" y="12"/>
                </a:cubicBezTo>
                <a:cubicBezTo>
                  <a:pt x="780" y="4"/>
                  <a:pt x="749" y="0"/>
                  <a:pt x="7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110"/>
          <p:cNvSpPr/>
          <p:nvPr/>
        </p:nvSpPr>
        <p:spPr>
          <a:xfrm>
            <a:off x="4405701" y="5046047"/>
            <a:ext cx="365828" cy="33855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10"/>
          <p:cNvSpPr/>
          <p:nvPr/>
        </p:nvSpPr>
        <p:spPr>
          <a:xfrm flipH="1" rot="5400000">
            <a:off x="3683446" y="4569195"/>
            <a:ext cx="1348541" cy="1834168"/>
          </a:xfrm>
          <a:custGeom>
            <a:rect b="b" l="l" r="r" t="t"/>
            <a:pathLst>
              <a:path extrusionOk="0" h="31473" w="23140">
                <a:moveTo>
                  <a:pt x="22831" y="1"/>
                </a:moveTo>
                <a:cubicBezTo>
                  <a:pt x="22697" y="1"/>
                  <a:pt x="22564" y="86"/>
                  <a:pt x="22564" y="257"/>
                </a:cubicBezTo>
                <a:lnTo>
                  <a:pt x="22585" y="257"/>
                </a:lnTo>
                <a:cubicBezTo>
                  <a:pt x="22351" y="3648"/>
                  <a:pt x="22329" y="7060"/>
                  <a:pt x="22180" y="10451"/>
                </a:cubicBezTo>
                <a:cubicBezTo>
                  <a:pt x="22137" y="11943"/>
                  <a:pt x="22009" y="13436"/>
                  <a:pt x="21114" y="14716"/>
                </a:cubicBezTo>
                <a:cubicBezTo>
                  <a:pt x="20282" y="15804"/>
                  <a:pt x="19152" y="16635"/>
                  <a:pt x="17851" y="17083"/>
                </a:cubicBezTo>
                <a:cubicBezTo>
                  <a:pt x="16401" y="17616"/>
                  <a:pt x="14844" y="17829"/>
                  <a:pt x="13308" y="17957"/>
                </a:cubicBezTo>
                <a:cubicBezTo>
                  <a:pt x="11602" y="18128"/>
                  <a:pt x="9896" y="18213"/>
                  <a:pt x="8190" y="18235"/>
                </a:cubicBezTo>
                <a:cubicBezTo>
                  <a:pt x="6505" y="18235"/>
                  <a:pt x="4821" y="18171"/>
                  <a:pt x="3136" y="18043"/>
                </a:cubicBezTo>
                <a:cubicBezTo>
                  <a:pt x="2709" y="18000"/>
                  <a:pt x="2304" y="17957"/>
                  <a:pt x="1878" y="17915"/>
                </a:cubicBezTo>
                <a:cubicBezTo>
                  <a:pt x="1758" y="17891"/>
                  <a:pt x="1632" y="17879"/>
                  <a:pt x="1504" y="17879"/>
                </a:cubicBezTo>
                <a:cubicBezTo>
                  <a:pt x="1292" y="17879"/>
                  <a:pt x="1075" y="17912"/>
                  <a:pt x="875" y="17979"/>
                </a:cubicBezTo>
                <a:cubicBezTo>
                  <a:pt x="172" y="18256"/>
                  <a:pt x="172" y="18981"/>
                  <a:pt x="172" y="19621"/>
                </a:cubicBezTo>
                <a:cubicBezTo>
                  <a:pt x="129" y="23460"/>
                  <a:pt x="44" y="27298"/>
                  <a:pt x="1" y="31137"/>
                </a:cubicBezTo>
                <a:cubicBezTo>
                  <a:pt x="12" y="31361"/>
                  <a:pt x="182" y="31473"/>
                  <a:pt x="356" y="31473"/>
                </a:cubicBezTo>
                <a:cubicBezTo>
                  <a:pt x="529" y="31473"/>
                  <a:pt x="705" y="31361"/>
                  <a:pt x="726" y="31137"/>
                </a:cubicBezTo>
                <a:cubicBezTo>
                  <a:pt x="790" y="27703"/>
                  <a:pt x="811" y="24291"/>
                  <a:pt x="897" y="20879"/>
                </a:cubicBezTo>
                <a:lnTo>
                  <a:pt x="918" y="19621"/>
                </a:lnTo>
                <a:cubicBezTo>
                  <a:pt x="918" y="19365"/>
                  <a:pt x="854" y="18853"/>
                  <a:pt x="1195" y="18789"/>
                </a:cubicBezTo>
                <a:cubicBezTo>
                  <a:pt x="1275" y="18784"/>
                  <a:pt x="1355" y="18781"/>
                  <a:pt x="1435" y="18781"/>
                </a:cubicBezTo>
                <a:cubicBezTo>
                  <a:pt x="1675" y="18781"/>
                  <a:pt x="1915" y="18805"/>
                  <a:pt x="2155" y="18853"/>
                </a:cubicBezTo>
                <a:cubicBezTo>
                  <a:pt x="2581" y="18896"/>
                  <a:pt x="3008" y="18917"/>
                  <a:pt x="3456" y="18960"/>
                </a:cubicBezTo>
                <a:cubicBezTo>
                  <a:pt x="4721" y="19039"/>
                  <a:pt x="5986" y="19083"/>
                  <a:pt x="7252" y="19083"/>
                </a:cubicBezTo>
                <a:cubicBezTo>
                  <a:pt x="7693" y="19083"/>
                  <a:pt x="8133" y="19077"/>
                  <a:pt x="8574" y="19066"/>
                </a:cubicBezTo>
                <a:cubicBezTo>
                  <a:pt x="10237" y="19024"/>
                  <a:pt x="11901" y="18917"/>
                  <a:pt x="13564" y="18725"/>
                </a:cubicBezTo>
                <a:cubicBezTo>
                  <a:pt x="15121" y="18555"/>
                  <a:pt x="16678" y="18320"/>
                  <a:pt x="18128" y="17766"/>
                </a:cubicBezTo>
                <a:cubicBezTo>
                  <a:pt x="19408" y="17318"/>
                  <a:pt x="20538" y="16550"/>
                  <a:pt x="21434" y="15548"/>
                </a:cubicBezTo>
                <a:cubicBezTo>
                  <a:pt x="22393" y="14417"/>
                  <a:pt x="22777" y="13074"/>
                  <a:pt x="22905" y="11602"/>
                </a:cubicBezTo>
                <a:cubicBezTo>
                  <a:pt x="23054" y="9768"/>
                  <a:pt x="22990" y="7913"/>
                  <a:pt x="23033" y="6079"/>
                </a:cubicBezTo>
                <a:cubicBezTo>
                  <a:pt x="23076" y="4138"/>
                  <a:pt x="23140" y="2197"/>
                  <a:pt x="23097" y="257"/>
                </a:cubicBezTo>
                <a:cubicBezTo>
                  <a:pt x="23097" y="86"/>
                  <a:pt x="22964" y="1"/>
                  <a:pt x="22831"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10"/>
          <p:cNvSpPr/>
          <p:nvPr/>
        </p:nvSpPr>
        <p:spPr>
          <a:xfrm flipH="1" rot="5400000">
            <a:off x="3618933" y="4444130"/>
            <a:ext cx="1436773" cy="1807127"/>
          </a:xfrm>
          <a:custGeom>
            <a:rect b="b" l="l" r="r" t="t"/>
            <a:pathLst>
              <a:path extrusionOk="0" h="31009" w="24654">
                <a:moveTo>
                  <a:pt x="24280" y="0"/>
                </a:moveTo>
                <a:cubicBezTo>
                  <a:pt x="24105" y="0"/>
                  <a:pt x="23929" y="112"/>
                  <a:pt x="23907" y="336"/>
                </a:cubicBezTo>
                <a:cubicBezTo>
                  <a:pt x="23886" y="3108"/>
                  <a:pt x="23779" y="5859"/>
                  <a:pt x="23502" y="8610"/>
                </a:cubicBezTo>
                <a:cubicBezTo>
                  <a:pt x="23267" y="10892"/>
                  <a:pt x="23054" y="13345"/>
                  <a:pt x="21924" y="15413"/>
                </a:cubicBezTo>
                <a:cubicBezTo>
                  <a:pt x="19685" y="19529"/>
                  <a:pt x="14417" y="19465"/>
                  <a:pt x="10323" y="19700"/>
                </a:cubicBezTo>
                <a:cubicBezTo>
                  <a:pt x="7209" y="19871"/>
                  <a:pt x="4074" y="20063"/>
                  <a:pt x="960" y="20169"/>
                </a:cubicBezTo>
                <a:cubicBezTo>
                  <a:pt x="769" y="20169"/>
                  <a:pt x="619" y="20318"/>
                  <a:pt x="598" y="20510"/>
                </a:cubicBezTo>
                <a:cubicBezTo>
                  <a:pt x="107" y="23901"/>
                  <a:pt x="1" y="27356"/>
                  <a:pt x="278" y="30768"/>
                </a:cubicBezTo>
                <a:cubicBezTo>
                  <a:pt x="278" y="30928"/>
                  <a:pt x="395" y="31008"/>
                  <a:pt x="513" y="31008"/>
                </a:cubicBezTo>
                <a:cubicBezTo>
                  <a:pt x="630" y="31008"/>
                  <a:pt x="747" y="30928"/>
                  <a:pt x="747" y="30768"/>
                </a:cubicBezTo>
                <a:cubicBezTo>
                  <a:pt x="871" y="27448"/>
                  <a:pt x="975" y="24148"/>
                  <a:pt x="1290" y="20849"/>
                </a:cubicBezTo>
                <a:lnTo>
                  <a:pt x="1290" y="20849"/>
                </a:lnTo>
                <a:cubicBezTo>
                  <a:pt x="4059" y="20651"/>
                  <a:pt x="6828" y="20548"/>
                  <a:pt x="9597" y="20425"/>
                </a:cubicBezTo>
                <a:cubicBezTo>
                  <a:pt x="11965" y="20318"/>
                  <a:pt x="14396" y="20318"/>
                  <a:pt x="16699" y="19785"/>
                </a:cubicBezTo>
                <a:cubicBezTo>
                  <a:pt x="18789" y="19316"/>
                  <a:pt x="20772" y="18335"/>
                  <a:pt x="22031" y="16565"/>
                </a:cubicBezTo>
                <a:cubicBezTo>
                  <a:pt x="23395" y="14646"/>
                  <a:pt x="23737" y="12172"/>
                  <a:pt x="24035" y="9911"/>
                </a:cubicBezTo>
                <a:cubicBezTo>
                  <a:pt x="24462" y="6734"/>
                  <a:pt x="24654" y="3535"/>
                  <a:pt x="24654" y="336"/>
                </a:cubicBezTo>
                <a:cubicBezTo>
                  <a:pt x="24632" y="112"/>
                  <a:pt x="24456" y="0"/>
                  <a:pt x="2428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110"/>
          <p:cNvSpPr/>
          <p:nvPr/>
        </p:nvSpPr>
        <p:spPr>
          <a:xfrm flipH="1" rot="5400000">
            <a:off x="3889807" y="4487485"/>
            <a:ext cx="1397611" cy="1336944"/>
          </a:xfrm>
          <a:custGeom>
            <a:rect b="b" l="l" r="r" t="t"/>
            <a:pathLst>
              <a:path extrusionOk="0" h="22941" w="23982">
                <a:moveTo>
                  <a:pt x="23573" y="1"/>
                </a:moveTo>
                <a:cubicBezTo>
                  <a:pt x="23368" y="1"/>
                  <a:pt x="23160" y="134"/>
                  <a:pt x="23160" y="401"/>
                </a:cubicBezTo>
                <a:cubicBezTo>
                  <a:pt x="22990" y="5903"/>
                  <a:pt x="22307" y="11384"/>
                  <a:pt x="21070" y="16736"/>
                </a:cubicBezTo>
                <a:cubicBezTo>
                  <a:pt x="20814" y="17824"/>
                  <a:pt x="20558" y="18976"/>
                  <a:pt x="19876" y="19871"/>
                </a:cubicBezTo>
                <a:cubicBezTo>
                  <a:pt x="19236" y="20724"/>
                  <a:pt x="18277" y="21194"/>
                  <a:pt x="17274" y="21449"/>
                </a:cubicBezTo>
                <a:cubicBezTo>
                  <a:pt x="16208" y="21684"/>
                  <a:pt x="15120" y="21812"/>
                  <a:pt x="14033" y="21855"/>
                </a:cubicBezTo>
                <a:cubicBezTo>
                  <a:pt x="12604" y="21919"/>
                  <a:pt x="11175" y="21983"/>
                  <a:pt x="9768" y="22025"/>
                </a:cubicBezTo>
                <a:cubicBezTo>
                  <a:pt x="6633" y="22132"/>
                  <a:pt x="3498" y="22132"/>
                  <a:pt x="341" y="22196"/>
                </a:cubicBezTo>
                <a:cubicBezTo>
                  <a:pt x="0" y="22196"/>
                  <a:pt x="0" y="22729"/>
                  <a:pt x="341" y="22729"/>
                </a:cubicBezTo>
                <a:cubicBezTo>
                  <a:pt x="2323" y="22875"/>
                  <a:pt x="4305" y="22941"/>
                  <a:pt x="6287" y="22941"/>
                </a:cubicBezTo>
                <a:cubicBezTo>
                  <a:pt x="7206" y="22941"/>
                  <a:pt x="8124" y="22927"/>
                  <a:pt x="9042" y="22900"/>
                </a:cubicBezTo>
                <a:cubicBezTo>
                  <a:pt x="10493" y="22857"/>
                  <a:pt x="11964" y="22814"/>
                  <a:pt x="13414" y="22729"/>
                </a:cubicBezTo>
                <a:cubicBezTo>
                  <a:pt x="14609" y="22686"/>
                  <a:pt x="15803" y="22580"/>
                  <a:pt x="16976" y="22388"/>
                </a:cubicBezTo>
                <a:cubicBezTo>
                  <a:pt x="18042" y="22196"/>
                  <a:pt x="19066" y="21748"/>
                  <a:pt x="19897" y="21044"/>
                </a:cubicBezTo>
                <a:cubicBezTo>
                  <a:pt x="20772" y="20298"/>
                  <a:pt x="21262" y="19210"/>
                  <a:pt x="21561" y="18123"/>
                </a:cubicBezTo>
                <a:cubicBezTo>
                  <a:pt x="21945" y="16822"/>
                  <a:pt x="22179" y="15478"/>
                  <a:pt x="22414" y="14156"/>
                </a:cubicBezTo>
                <a:cubicBezTo>
                  <a:pt x="22691" y="12748"/>
                  <a:pt x="22904" y="11362"/>
                  <a:pt x="23096" y="9976"/>
                </a:cubicBezTo>
                <a:cubicBezTo>
                  <a:pt x="23544" y="6798"/>
                  <a:pt x="23843" y="3600"/>
                  <a:pt x="23971" y="401"/>
                </a:cubicBezTo>
                <a:cubicBezTo>
                  <a:pt x="23981" y="134"/>
                  <a:pt x="23779" y="1"/>
                  <a:pt x="23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110"/>
          <p:cNvSpPr/>
          <p:nvPr/>
        </p:nvSpPr>
        <p:spPr>
          <a:xfrm>
            <a:off x="4843751" y="5046047"/>
            <a:ext cx="365828" cy="33855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1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3_1_1_1">
    <p:spTree>
      <p:nvGrpSpPr>
        <p:cNvPr id="475" name="Shape 475"/>
        <p:cNvGrpSpPr/>
        <p:nvPr/>
      </p:nvGrpSpPr>
      <p:grpSpPr>
        <a:xfrm>
          <a:off x="0" y="0"/>
          <a:ext cx="0" cy="0"/>
          <a:chOff x="0" y="0"/>
          <a:chExt cx="0" cy="0"/>
        </a:xfrm>
      </p:grpSpPr>
      <p:sp>
        <p:nvSpPr>
          <p:cNvPr id="476" name="Google Shape;476;p111"/>
          <p:cNvSpPr txBox="1"/>
          <p:nvPr>
            <p:ph type="title"/>
          </p:nvPr>
        </p:nvSpPr>
        <p:spPr>
          <a:xfrm>
            <a:off x="713225" y="356016"/>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477" name="Google Shape;477;p111"/>
          <p:cNvSpPr txBox="1"/>
          <p:nvPr>
            <p:ph idx="1" type="subTitle"/>
          </p:nvPr>
        </p:nvSpPr>
        <p:spPr>
          <a:xfrm>
            <a:off x="1265650" y="2207475"/>
            <a:ext cx="2647800" cy="129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15000"/>
              </a:lnSpc>
              <a:spcBef>
                <a:spcPts val="1600"/>
              </a:spcBef>
              <a:spcAft>
                <a:spcPts val="0"/>
              </a:spcAft>
              <a:buSzPts val="1400"/>
              <a:buNone/>
              <a:defRPr sz="1800"/>
            </a:lvl2pPr>
            <a:lvl3pPr lvl="2" algn="l">
              <a:lnSpc>
                <a:spcPct val="115000"/>
              </a:lnSpc>
              <a:spcBef>
                <a:spcPts val="1600"/>
              </a:spcBef>
              <a:spcAft>
                <a:spcPts val="0"/>
              </a:spcAft>
              <a:buSzPts val="1400"/>
              <a:buNone/>
              <a:defRPr sz="1800"/>
            </a:lvl3pPr>
            <a:lvl4pPr lvl="3" algn="l">
              <a:lnSpc>
                <a:spcPct val="115000"/>
              </a:lnSpc>
              <a:spcBef>
                <a:spcPts val="1600"/>
              </a:spcBef>
              <a:spcAft>
                <a:spcPts val="0"/>
              </a:spcAft>
              <a:buSzPts val="1400"/>
              <a:buNone/>
              <a:defRPr sz="1800"/>
            </a:lvl4pPr>
            <a:lvl5pPr lvl="4" algn="l">
              <a:lnSpc>
                <a:spcPct val="115000"/>
              </a:lnSpc>
              <a:spcBef>
                <a:spcPts val="1600"/>
              </a:spcBef>
              <a:spcAft>
                <a:spcPts val="0"/>
              </a:spcAft>
              <a:buSzPts val="1400"/>
              <a:buNone/>
              <a:defRPr sz="1800"/>
            </a:lvl5pPr>
            <a:lvl6pPr lvl="5" algn="l">
              <a:lnSpc>
                <a:spcPct val="115000"/>
              </a:lnSpc>
              <a:spcBef>
                <a:spcPts val="1600"/>
              </a:spcBef>
              <a:spcAft>
                <a:spcPts val="0"/>
              </a:spcAft>
              <a:buSzPts val="1400"/>
              <a:buNone/>
              <a:defRPr sz="1800"/>
            </a:lvl6pPr>
            <a:lvl7pPr lvl="6" algn="l">
              <a:lnSpc>
                <a:spcPct val="115000"/>
              </a:lnSpc>
              <a:spcBef>
                <a:spcPts val="1600"/>
              </a:spcBef>
              <a:spcAft>
                <a:spcPts val="0"/>
              </a:spcAft>
              <a:buSzPts val="1400"/>
              <a:buNone/>
              <a:defRPr sz="1800"/>
            </a:lvl7pPr>
            <a:lvl8pPr lvl="7" algn="l">
              <a:lnSpc>
                <a:spcPct val="115000"/>
              </a:lnSpc>
              <a:spcBef>
                <a:spcPts val="1600"/>
              </a:spcBef>
              <a:spcAft>
                <a:spcPts val="0"/>
              </a:spcAft>
              <a:buSzPts val="1400"/>
              <a:buNone/>
              <a:defRPr sz="1800"/>
            </a:lvl8pPr>
            <a:lvl9pPr lvl="8" algn="l">
              <a:lnSpc>
                <a:spcPct val="115000"/>
              </a:lnSpc>
              <a:spcBef>
                <a:spcPts val="1600"/>
              </a:spcBef>
              <a:spcAft>
                <a:spcPts val="1600"/>
              </a:spcAft>
              <a:buSzPts val="1400"/>
              <a:buNone/>
              <a:defRPr sz="1800"/>
            </a:lvl9pPr>
          </a:lstStyle>
          <a:p/>
        </p:txBody>
      </p:sp>
      <p:sp>
        <p:nvSpPr>
          <p:cNvPr id="478" name="Google Shape;478;p111"/>
          <p:cNvSpPr/>
          <p:nvPr/>
        </p:nvSpPr>
        <p:spPr>
          <a:xfrm>
            <a:off x="0" y="1752175"/>
            <a:ext cx="512516" cy="739493"/>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11"/>
          <p:cNvSpPr/>
          <p:nvPr/>
        </p:nvSpPr>
        <p:spPr>
          <a:xfrm>
            <a:off x="-166750" y="2703143"/>
            <a:ext cx="257248" cy="446055"/>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111"/>
          <p:cNvSpPr/>
          <p:nvPr/>
        </p:nvSpPr>
        <p:spPr>
          <a:xfrm>
            <a:off x="9183153" y="3924479"/>
            <a:ext cx="175678" cy="83287"/>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111"/>
          <p:cNvSpPr/>
          <p:nvPr/>
        </p:nvSpPr>
        <p:spPr>
          <a:xfrm>
            <a:off x="9136332" y="4085408"/>
            <a:ext cx="125013" cy="131676"/>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11"/>
          <p:cNvSpPr/>
          <p:nvPr/>
        </p:nvSpPr>
        <p:spPr>
          <a:xfrm>
            <a:off x="8851956" y="3737825"/>
            <a:ext cx="197480" cy="86424"/>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11"/>
          <p:cNvSpPr/>
          <p:nvPr/>
        </p:nvSpPr>
        <p:spPr>
          <a:xfrm>
            <a:off x="8821840" y="3944320"/>
            <a:ext cx="167364" cy="164849"/>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111"/>
          <p:cNvSpPr/>
          <p:nvPr/>
        </p:nvSpPr>
        <p:spPr>
          <a:xfrm>
            <a:off x="8852897" y="4236143"/>
            <a:ext cx="184775" cy="163438"/>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111"/>
          <p:cNvSpPr/>
          <p:nvPr/>
        </p:nvSpPr>
        <p:spPr>
          <a:xfrm>
            <a:off x="9027554" y="4446952"/>
            <a:ext cx="169796" cy="162967"/>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111"/>
          <p:cNvSpPr/>
          <p:nvPr/>
        </p:nvSpPr>
        <p:spPr>
          <a:xfrm>
            <a:off x="9157586" y="5029342"/>
            <a:ext cx="209637" cy="107834"/>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111"/>
          <p:cNvSpPr/>
          <p:nvPr/>
        </p:nvSpPr>
        <p:spPr>
          <a:xfrm>
            <a:off x="9010849" y="5163607"/>
            <a:ext cx="194108" cy="88542"/>
          </a:xfrm>
          <a:custGeom>
            <a:rect b="b" l="l" r="r" t="t"/>
            <a:pathLst>
              <a:path extrusionOk="0" h="1129" w="2475">
                <a:moveTo>
                  <a:pt x="2149" y="0"/>
                </a:moveTo>
                <a:cubicBezTo>
                  <a:pt x="2122" y="0"/>
                  <a:pt x="2095" y="4"/>
                  <a:pt x="2069" y="11"/>
                </a:cubicBezTo>
                <a:cubicBezTo>
                  <a:pt x="1494" y="97"/>
                  <a:pt x="939" y="203"/>
                  <a:pt x="363" y="331"/>
                </a:cubicBezTo>
                <a:cubicBezTo>
                  <a:pt x="129" y="374"/>
                  <a:pt x="1" y="608"/>
                  <a:pt x="65" y="822"/>
                </a:cubicBezTo>
                <a:cubicBezTo>
                  <a:pt x="120" y="1007"/>
                  <a:pt x="306" y="1128"/>
                  <a:pt x="493" y="1128"/>
                </a:cubicBezTo>
                <a:cubicBezTo>
                  <a:pt x="521" y="1128"/>
                  <a:pt x="549" y="1126"/>
                  <a:pt x="577" y="1120"/>
                </a:cubicBezTo>
                <a:cubicBezTo>
                  <a:pt x="1131" y="950"/>
                  <a:pt x="1685" y="758"/>
                  <a:pt x="2219" y="566"/>
                </a:cubicBezTo>
                <a:cubicBezTo>
                  <a:pt x="2389" y="523"/>
                  <a:pt x="2475" y="352"/>
                  <a:pt x="2432" y="203"/>
                </a:cubicBezTo>
                <a:cubicBezTo>
                  <a:pt x="2397" y="80"/>
                  <a:pt x="2274" y="0"/>
                  <a:pt x="21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111"/>
          <p:cNvSpPr/>
          <p:nvPr/>
        </p:nvSpPr>
        <p:spPr>
          <a:xfrm>
            <a:off x="8789450" y="5051380"/>
            <a:ext cx="134503" cy="112540"/>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111"/>
          <p:cNvSpPr/>
          <p:nvPr/>
        </p:nvSpPr>
        <p:spPr>
          <a:xfrm>
            <a:off x="8975714" y="4867392"/>
            <a:ext cx="83996" cy="147674"/>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11"/>
          <p:cNvSpPr/>
          <p:nvPr/>
        </p:nvSpPr>
        <p:spPr>
          <a:xfrm>
            <a:off x="9124568" y="4719481"/>
            <a:ext cx="99054" cy="96698"/>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111"/>
          <p:cNvSpPr/>
          <p:nvPr/>
        </p:nvSpPr>
        <p:spPr>
          <a:xfrm>
            <a:off x="8799410" y="4528985"/>
            <a:ext cx="92780" cy="233785"/>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111"/>
          <p:cNvSpPr/>
          <p:nvPr/>
        </p:nvSpPr>
        <p:spPr>
          <a:xfrm flipH="1" rot="5400000">
            <a:off x="-324405" y="4512843"/>
            <a:ext cx="1347442" cy="1832673"/>
          </a:xfrm>
          <a:custGeom>
            <a:rect b="b" l="l" r="r" t="t"/>
            <a:pathLst>
              <a:path extrusionOk="0" h="31473" w="23140">
                <a:moveTo>
                  <a:pt x="22831" y="1"/>
                </a:moveTo>
                <a:cubicBezTo>
                  <a:pt x="22697" y="1"/>
                  <a:pt x="22564" y="86"/>
                  <a:pt x="22564" y="257"/>
                </a:cubicBezTo>
                <a:lnTo>
                  <a:pt x="22585" y="257"/>
                </a:lnTo>
                <a:cubicBezTo>
                  <a:pt x="22351" y="3648"/>
                  <a:pt x="22329" y="7060"/>
                  <a:pt x="22180" y="10451"/>
                </a:cubicBezTo>
                <a:cubicBezTo>
                  <a:pt x="22137" y="11943"/>
                  <a:pt x="22009" y="13436"/>
                  <a:pt x="21114" y="14716"/>
                </a:cubicBezTo>
                <a:cubicBezTo>
                  <a:pt x="20282" y="15804"/>
                  <a:pt x="19152" y="16635"/>
                  <a:pt x="17851" y="17083"/>
                </a:cubicBezTo>
                <a:cubicBezTo>
                  <a:pt x="16401" y="17616"/>
                  <a:pt x="14844" y="17829"/>
                  <a:pt x="13308" y="17957"/>
                </a:cubicBezTo>
                <a:cubicBezTo>
                  <a:pt x="11602" y="18128"/>
                  <a:pt x="9896" y="18213"/>
                  <a:pt x="8190" y="18235"/>
                </a:cubicBezTo>
                <a:cubicBezTo>
                  <a:pt x="6505" y="18235"/>
                  <a:pt x="4821" y="18171"/>
                  <a:pt x="3136" y="18043"/>
                </a:cubicBezTo>
                <a:cubicBezTo>
                  <a:pt x="2709" y="18000"/>
                  <a:pt x="2304" y="17957"/>
                  <a:pt x="1878" y="17915"/>
                </a:cubicBezTo>
                <a:cubicBezTo>
                  <a:pt x="1758" y="17891"/>
                  <a:pt x="1632" y="17879"/>
                  <a:pt x="1504" y="17879"/>
                </a:cubicBezTo>
                <a:cubicBezTo>
                  <a:pt x="1292" y="17879"/>
                  <a:pt x="1075" y="17912"/>
                  <a:pt x="875" y="17979"/>
                </a:cubicBezTo>
                <a:cubicBezTo>
                  <a:pt x="172" y="18256"/>
                  <a:pt x="172" y="18981"/>
                  <a:pt x="172" y="19621"/>
                </a:cubicBezTo>
                <a:cubicBezTo>
                  <a:pt x="129" y="23460"/>
                  <a:pt x="44" y="27298"/>
                  <a:pt x="1" y="31137"/>
                </a:cubicBezTo>
                <a:cubicBezTo>
                  <a:pt x="12" y="31361"/>
                  <a:pt x="182" y="31473"/>
                  <a:pt x="356" y="31473"/>
                </a:cubicBezTo>
                <a:cubicBezTo>
                  <a:pt x="529" y="31473"/>
                  <a:pt x="705" y="31361"/>
                  <a:pt x="726" y="31137"/>
                </a:cubicBezTo>
                <a:cubicBezTo>
                  <a:pt x="790" y="27703"/>
                  <a:pt x="811" y="24291"/>
                  <a:pt x="897" y="20879"/>
                </a:cubicBezTo>
                <a:lnTo>
                  <a:pt x="918" y="19621"/>
                </a:lnTo>
                <a:cubicBezTo>
                  <a:pt x="918" y="19365"/>
                  <a:pt x="854" y="18853"/>
                  <a:pt x="1195" y="18789"/>
                </a:cubicBezTo>
                <a:cubicBezTo>
                  <a:pt x="1275" y="18784"/>
                  <a:pt x="1355" y="18781"/>
                  <a:pt x="1435" y="18781"/>
                </a:cubicBezTo>
                <a:cubicBezTo>
                  <a:pt x="1675" y="18781"/>
                  <a:pt x="1915" y="18805"/>
                  <a:pt x="2155" y="18853"/>
                </a:cubicBezTo>
                <a:cubicBezTo>
                  <a:pt x="2581" y="18896"/>
                  <a:pt x="3008" y="18917"/>
                  <a:pt x="3456" y="18960"/>
                </a:cubicBezTo>
                <a:cubicBezTo>
                  <a:pt x="4721" y="19039"/>
                  <a:pt x="5986" y="19083"/>
                  <a:pt x="7252" y="19083"/>
                </a:cubicBezTo>
                <a:cubicBezTo>
                  <a:pt x="7693" y="19083"/>
                  <a:pt x="8133" y="19077"/>
                  <a:pt x="8574" y="19066"/>
                </a:cubicBezTo>
                <a:cubicBezTo>
                  <a:pt x="10237" y="19024"/>
                  <a:pt x="11901" y="18917"/>
                  <a:pt x="13564" y="18725"/>
                </a:cubicBezTo>
                <a:cubicBezTo>
                  <a:pt x="15121" y="18555"/>
                  <a:pt x="16678" y="18320"/>
                  <a:pt x="18128" y="17766"/>
                </a:cubicBezTo>
                <a:cubicBezTo>
                  <a:pt x="19408" y="17318"/>
                  <a:pt x="20538" y="16550"/>
                  <a:pt x="21434" y="15548"/>
                </a:cubicBezTo>
                <a:cubicBezTo>
                  <a:pt x="22393" y="14417"/>
                  <a:pt x="22777" y="13074"/>
                  <a:pt x="22905" y="11602"/>
                </a:cubicBezTo>
                <a:cubicBezTo>
                  <a:pt x="23054" y="9768"/>
                  <a:pt x="22990" y="7913"/>
                  <a:pt x="23033" y="6079"/>
                </a:cubicBezTo>
                <a:cubicBezTo>
                  <a:pt x="23076" y="4138"/>
                  <a:pt x="23140" y="2197"/>
                  <a:pt x="23097" y="257"/>
                </a:cubicBezTo>
                <a:cubicBezTo>
                  <a:pt x="23097" y="86"/>
                  <a:pt x="22964" y="1"/>
                  <a:pt x="2283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111"/>
          <p:cNvSpPr/>
          <p:nvPr/>
        </p:nvSpPr>
        <p:spPr>
          <a:xfrm flipH="1" rot="5400000">
            <a:off x="-388865" y="4387882"/>
            <a:ext cx="1435602" cy="1805654"/>
          </a:xfrm>
          <a:custGeom>
            <a:rect b="b" l="l" r="r" t="t"/>
            <a:pathLst>
              <a:path extrusionOk="0" h="31009" w="24654">
                <a:moveTo>
                  <a:pt x="24280" y="0"/>
                </a:moveTo>
                <a:cubicBezTo>
                  <a:pt x="24105" y="0"/>
                  <a:pt x="23929" y="112"/>
                  <a:pt x="23907" y="336"/>
                </a:cubicBezTo>
                <a:cubicBezTo>
                  <a:pt x="23886" y="3108"/>
                  <a:pt x="23779" y="5859"/>
                  <a:pt x="23502" y="8610"/>
                </a:cubicBezTo>
                <a:cubicBezTo>
                  <a:pt x="23267" y="10892"/>
                  <a:pt x="23054" y="13345"/>
                  <a:pt x="21924" y="15413"/>
                </a:cubicBezTo>
                <a:cubicBezTo>
                  <a:pt x="19685" y="19529"/>
                  <a:pt x="14417" y="19465"/>
                  <a:pt x="10323" y="19700"/>
                </a:cubicBezTo>
                <a:cubicBezTo>
                  <a:pt x="7209" y="19871"/>
                  <a:pt x="4074" y="20063"/>
                  <a:pt x="960" y="20169"/>
                </a:cubicBezTo>
                <a:cubicBezTo>
                  <a:pt x="769" y="20169"/>
                  <a:pt x="619" y="20318"/>
                  <a:pt x="598" y="20510"/>
                </a:cubicBezTo>
                <a:cubicBezTo>
                  <a:pt x="107" y="23901"/>
                  <a:pt x="1" y="27356"/>
                  <a:pt x="278" y="30768"/>
                </a:cubicBezTo>
                <a:cubicBezTo>
                  <a:pt x="278" y="30928"/>
                  <a:pt x="395" y="31008"/>
                  <a:pt x="513" y="31008"/>
                </a:cubicBezTo>
                <a:cubicBezTo>
                  <a:pt x="630" y="31008"/>
                  <a:pt x="747" y="30928"/>
                  <a:pt x="747" y="30768"/>
                </a:cubicBezTo>
                <a:cubicBezTo>
                  <a:pt x="871" y="27448"/>
                  <a:pt x="975" y="24148"/>
                  <a:pt x="1290" y="20849"/>
                </a:cubicBezTo>
                <a:lnTo>
                  <a:pt x="1290" y="20849"/>
                </a:lnTo>
                <a:cubicBezTo>
                  <a:pt x="4059" y="20651"/>
                  <a:pt x="6828" y="20548"/>
                  <a:pt x="9597" y="20425"/>
                </a:cubicBezTo>
                <a:cubicBezTo>
                  <a:pt x="11965" y="20318"/>
                  <a:pt x="14396" y="20318"/>
                  <a:pt x="16699" y="19785"/>
                </a:cubicBezTo>
                <a:cubicBezTo>
                  <a:pt x="18789" y="19316"/>
                  <a:pt x="20772" y="18335"/>
                  <a:pt x="22031" y="16565"/>
                </a:cubicBezTo>
                <a:cubicBezTo>
                  <a:pt x="23395" y="14646"/>
                  <a:pt x="23737" y="12172"/>
                  <a:pt x="24035" y="9911"/>
                </a:cubicBezTo>
                <a:cubicBezTo>
                  <a:pt x="24462" y="6734"/>
                  <a:pt x="24654" y="3535"/>
                  <a:pt x="24654" y="336"/>
                </a:cubicBezTo>
                <a:cubicBezTo>
                  <a:pt x="24632" y="112"/>
                  <a:pt x="24456" y="0"/>
                  <a:pt x="2428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111"/>
          <p:cNvSpPr/>
          <p:nvPr/>
        </p:nvSpPr>
        <p:spPr>
          <a:xfrm flipH="1" rot="5400000">
            <a:off x="-118213" y="4431208"/>
            <a:ext cx="1396472" cy="1335854"/>
          </a:xfrm>
          <a:custGeom>
            <a:rect b="b" l="l" r="r" t="t"/>
            <a:pathLst>
              <a:path extrusionOk="0" h="22941" w="23982">
                <a:moveTo>
                  <a:pt x="23573" y="1"/>
                </a:moveTo>
                <a:cubicBezTo>
                  <a:pt x="23368" y="1"/>
                  <a:pt x="23160" y="134"/>
                  <a:pt x="23160" y="401"/>
                </a:cubicBezTo>
                <a:cubicBezTo>
                  <a:pt x="22990" y="5903"/>
                  <a:pt x="22307" y="11384"/>
                  <a:pt x="21070" y="16736"/>
                </a:cubicBezTo>
                <a:cubicBezTo>
                  <a:pt x="20814" y="17824"/>
                  <a:pt x="20558" y="18976"/>
                  <a:pt x="19876" y="19871"/>
                </a:cubicBezTo>
                <a:cubicBezTo>
                  <a:pt x="19236" y="20724"/>
                  <a:pt x="18277" y="21194"/>
                  <a:pt x="17274" y="21449"/>
                </a:cubicBezTo>
                <a:cubicBezTo>
                  <a:pt x="16208" y="21684"/>
                  <a:pt x="15120" y="21812"/>
                  <a:pt x="14033" y="21855"/>
                </a:cubicBezTo>
                <a:cubicBezTo>
                  <a:pt x="12604" y="21919"/>
                  <a:pt x="11175" y="21983"/>
                  <a:pt x="9768" y="22025"/>
                </a:cubicBezTo>
                <a:cubicBezTo>
                  <a:pt x="6633" y="22132"/>
                  <a:pt x="3498" y="22132"/>
                  <a:pt x="341" y="22196"/>
                </a:cubicBezTo>
                <a:cubicBezTo>
                  <a:pt x="0" y="22196"/>
                  <a:pt x="0" y="22729"/>
                  <a:pt x="341" y="22729"/>
                </a:cubicBezTo>
                <a:cubicBezTo>
                  <a:pt x="2323" y="22875"/>
                  <a:pt x="4305" y="22941"/>
                  <a:pt x="6287" y="22941"/>
                </a:cubicBezTo>
                <a:cubicBezTo>
                  <a:pt x="7206" y="22941"/>
                  <a:pt x="8124" y="22927"/>
                  <a:pt x="9042" y="22900"/>
                </a:cubicBezTo>
                <a:cubicBezTo>
                  <a:pt x="10493" y="22857"/>
                  <a:pt x="11964" y="22814"/>
                  <a:pt x="13414" y="22729"/>
                </a:cubicBezTo>
                <a:cubicBezTo>
                  <a:pt x="14609" y="22686"/>
                  <a:pt x="15803" y="22580"/>
                  <a:pt x="16976" y="22388"/>
                </a:cubicBezTo>
                <a:cubicBezTo>
                  <a:pt x="18042" y="22196"/>
                  <a:pt x="19066" y="21748"/>
                  <a:pt x="19897" y="21044"/>
                </a:cubicBezTo>
                <a:cubicBezTo>
                  <a:pt x="20772" y="20298"/>
                  <a:pt x="21262" y="19210"/>
                  <a:pt x="21561" y="18123"/>
                </a:cubicBezTo>
                <a:cubicBezTo>
                  <a:pt x="21945" y="16822"/>
                  <a:pt x="22179" y="15478"/>
                  <a:pt x="22414" y="14156"/>
                </a:cubicBezTo>
                <a:cubicBezTo>
                  <a:pt x="22691" y="12748"/>
                  <a:pt x="22904" y="11362"/>
                  <a:pt x="23096" y="9976"/>
                </a:cubicBezTo>
                <a:cubicBezTo>
                  <a:pt x="23544" y="6798"/>
                  <a:pt x="23843" y="3600"/>
                  <a:pt x="23971" y="401"/>
                </a:cubicBezTo>
                <a:cubicBezTo>
                  <a:pt x="23981" y="134"/>
                  <a:pt x="23779" y="1"/>
                  <a:pt x="2357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111"/>
          <p:cNvSpPr/>
          <p:nvPr/>
        </p:nvSpPr>
        <p:spPr>
          <a:xfrm flipH="1" rot="5400000">
            <a:off x="685216" y="-394832"/>
            <a:ext cx="554819" cy="1344500"/>
          </a:xfrm>
          <a:custGeom>
            <a:rect b="b" l="l" r="r" t="t"/>
            <a:pathLst>
              <a:path extrusionOk="0" h="15542" w="5588">
                <a:moveTo>
                  <a:pt x="4548" y="1"/>
                </a:moveTo>
                <a:cubicBezTo>
                  <a:pt x="3927" y="1"/>
                  <a:pt x="3303" y="39"/>
                  <a:pt x="2688" y="121"/>
                </a:cubicBezTo>
                <a:cubicBezTo>
                  <a:pt x="2282" y="143"/>
                  <a:pt x="1899" y="292"/>
                  <a:pt x="1579" y="548"/>
                </a:cubicBezTo>
                <a:cubicBezTo>
                  <a:pt x="1365" y="804"/>
                  <a:pt x="1216" y="1102"/>
                  <a:pt x="1174" y="1422"/>
                </a:cubicBezTo>
                <a:cubicBezTo>
                  <a:pt x="256" y="5367"/>
                  <a:pt x="1" y="9419"/>
                  <a:pt x="384" y="13429"/>
                </a:cubicBezTo>
                <a:cubicBezTo>
                  <a:pt x="448" y="14026"/>
                  <a:pt x="555" y="14687"/>
                  <a:pt x="1046" y="15092"/>
                </a:cubicBezTo>
                <a:cubicBezTo>
                  <a:pt x="1493" y="15455"/>
                  <a:pt x="2112" y="15497"/>
                  <a:pt x="2709" y="15519"/>
                </a:cubicBezTo>
                <a:cubicBezTo>
                  <a:pt x="3076" y="15535"/>
                  <a:pt x="3442" y="15542"/>
                  <a:pt x="3809" y="15542"/>
                </a:cubicBezTo>
                <a:cubicBezTo>
                  <a:pt x="4402" y="15542"/>
                  <a:pt x="4995" y="15524"/>
                  <a:pt x="5588" y="15497"/>
                </a:cubicBezTo>
                <a:lnTo>
                  <a:pt x="5588" y="36"/>
                </a:lnTo>
                <a:cubicBezTo>
                  <a:pt x="5244" y="13"/>
                  <a:pt x="4896" y="1"/>
                  <a:pt x="454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111"/>
          <p:cNvSpPr/>
          <p:nvPr/>
        </p:nvSpPr>
        <p:spPr>
          <a:xfrm flipH="1" rot="-5400000">
            <a:off x="8416615" y="-31640"/>
            <a:ext cx="1321191" cy="571471"/>
          </a:xfrm>
          <a:custGeom>
            <a:rect b="b" l="l" r="r" t="t"/>
            <a:pathLst>
              <a:path extrusionOk="0" h="13201" w="28024">
                <a:moveTo>
                  <a:pt x="18832" y="0"/>
                </a:moveTo>
                <a:cubicBezTo>
                  <a:pt x="18747" y="1024"/>
                  <a:pt x="18640" y="2197"/>
                  <a:pt x="18000" y="2644"/>
                </a:cubicBezTo>
                <a:cubicBezTo>
                  <a:pt x="17700" y="2838"/>
                  <a:pt x="17126" y="2891"/>
                  <a:pt x="16517" y="2891"/>
                </a:cubicBezTo>
                <a:cubicBezTo>
                  <a:pt x="15787" y="2891"/>
                  <a:pt x="15007" y="2815"/>
                  <a:pt x="14588" y="2815"/>
                </a:cubicBezTo>
                <a:cubicBezTo>
                  <a:pt x="12519" y="2986"/>
                  <a:pt x="10408" y="2922"/>
                  <a:pt x="8318" y="2964"/>
                </a:cubicBezTo>
                <a:cubicBezTo>
                  <a:pt x="5546" y="3028"/>
                  <a:pt x="2773" y="3071"/>
                  <a:pt x="1" y="3114"/>
                </a:cubicBezTo>
                <a:lnTo>
                  <a:pt x="1" y="13201"/>
                </a:lnTo>
                <a:lnTo>
                  <a:pt x="25208" y="12540"/>
                </a:lnTo>
                <a:cubicBezTo>
                  <a:pt x="25550" y="12540"/>
                  <a:pt x="25891" y="12476"/>
                  <a:pt x="26211" y="12326"/>
                </a:cubicBezTo>
                <a:cubicBezTo>
                  <a:pt x="26722" y="12028"/>
                  <a:pt x="26872" y="11388"/>
                  <a:pt x="26957" y="10791"/>
                </a:cubicBezTo>
                <a:cubicBezTo>
                  <a:pt x="27533" y="7230"/>
                  <a:pt x="27895" y="3625"/>
                  <a:pt x="2802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111"/>
          <p:cNvSpPr/>
          <p:nvPr/>
        </p:nvSpPr>
        <p:spPr>
          <a:xfrm>
            <a:off x="459300" y="4981850"/>
            <a:ext cx="309896" cy="286774"/>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111"/>
          <p:cNvSpPr/>
          <p:nvPr/>
        </p:nvSpPr>
        <p:spPr>
          <a:xfrm>
            <a:off x="856925" y="4981850"/>
            <a:ext cx="309896" cy="286774"/>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111"/>
          <p:cNvSpPr/>
          <p:nvPr/>
        </p:nvSpPr>
        <p:spPr>
          <a:xfrm>
            <a:off x="8373375" y="466850"/>
            <a:ext cx="309896" cy="286774"/>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1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01" name="Shape 501"/>
        <p:cNvGrpSpPr/>
        <p:nvPr/>
      </p:nvGrpSpPr>
      <p:grpSpPr>
        <a:xfrm>
          <a:off x="0" y="0"/>
          <a:ext cx="0" cy="0"/>
          <a:chOff x="0" y="0"/>
          <a:chExt cx="0" cy="0"/>
        </a:xfrm>
      </p:grpSpPr>
      <p:sp>
        <p:nvSpPr>
          <p:cNvPr id="502" name="Google Shape;502;p112"/>
          <p:cNvSpPr txBox="1"/>
          <p:nvPr>
            <p:ph type="title"/>
          </p:nvPr>
        </p:nvSpPr>
        <p:spPr>
          <a:xfrm>
            <a:off x="4355050" y="1567513"/>
            <a:ext cx="4031700" cy="2008500"/>
          </a:xfrm>
          <a:prstGeom prst="rect">
            <a:avLst/>
          </a:prstGeom>
          <a:noFill/>
          <a:ln>
            <a:noFill/>
          </a:ln>
        </p:spPr>
        <p:txBody>
          <a:bodyPr anchorCtr="0" anchor="t" bIns="91425" lIns="91425" spcFirstLastPara="1" rIns="91425" wrap="square" tIns="91425">
            <a:noAutofit/>
          </a:bodyPr>
          <a:lstStyle>
            <a:lvl1pPr lvl="0" algn="r">
              <a:lnSpc>
                <a:spcPct val="80000"/>
              </a:lnSpc>
              <a:spcBef>
                <a:spcPts val="0"/>
              </a:spcBef>
              <a:spcAft>
                <a:spcPts val="0"/>
              </a:spcAft>
              <a:buSzPts val="3000"/>
              <a:buNone/>
              <a:defRPr sz="81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03" name="Google Shape;503;p112"/>
          <p:cNvSpPr/>
          <p:nvPr/>
        </p:nvSpPr>
        <p:spPr>
          <a:xfrm rot="-5400000">
            <a:off x="7435019" y="4142620"/>
            <a:ext cx="1348541" cy="1834168"/>
          </a:xfrm>
          <a:custGeom>
            <a:rect b="b" l="l" r="r" t="t"/>
            <a:pathLst>
              <a:path extrusionOk="0" h="31473" w="23140">
                <a:moveTo>
                  <a:pt x="22831" y="1"/>
                </a:moveTo>
                <a:cubicBezTo>
                  <a:pt x="22697" y="1"/>
                  <a:pt x="22564" y="86"/>
                  <a:pt x="22564" y="257"/>
                </a:cubicBezTo>
                <a:lnTo>
                  <a:pt x="22585" y="257"/>
                </a:lnTo>
                <a:cubicBezTo>
                  <a:pt x="22351" y="3648"/>
                  <a:pt x="22329" y="7060"/>
                  <a:pt x="22180" y="10451"/>
                </a:cubicBezTo>
                <a:cubicBezTo>
                  <a:pt x="22137" y="11943"/>
                  <a:pt x="22009" y="13436"/>
                  <a:pt x="21114" y="14716"/>
                </a:cubicBezTo>
                <a:cubicBezTo>
                  <a:pt x="20282" y="15804"/>
                  <a:pt x="19152" y="16635"/>
                  <a:pt x="17851" y="17083"/>
                </a:cubicBezTo>
                <a:cubicBezTo>
                  <a:pt x="16401" y="17616"/>
                  <a:pt x="14844" y="17829"/>
                  <a:pt x="13308" y="17957"/>
                </a:cubicBezTo>
                <a:cubicBezTo>
                  <a:pt x="11602" y="18128"/>
                  <a:pt x="9896" y="18213"/>
                  <a:pt x="8190" y="18235"/>
                </a:cubicBezTo>
                <a:cubicBezTo>
                  <a:pt x="6505" y="18235"/>
                  <a:pt x="4821" y="18171"/>
                  <a:pt x="3136" y="18043"/>
                </a:cubicBezTo>
                <a:cubicBezTo>
                  <a:pt x="2709" y="18000"/>
                  <a:pt x="2304" y="17957"/>
                  <a:pt x="1878" y="17915"/>
                </a:cubicBezTo>
                <a:cubicBezTo>
                  <a:pt x="1758" y="17891"/>
                  <a:pt x="1632" y="17879"/>
                  <a:pt x="1504" y="17879"/>
                </a:cubicBezTo>
                <a:cubicBezTo>
                  <a:pt x="1292" y="17879"/>
                  <a:pt x="1075" y="17912"/>
                  <a:pt x="875" y="17979"/>
                </a:cubicBezTo>
                <a:cubicBezTo>
                  <a:pt x="172" y="18256"/>
                  <a:pt x="172" y="18981"/>
                  <a:pt x="172" y="19621"/>
                </a:cubicBezTo>
                <a:cubicBezTo>
                  <a:pt x="129" y="23460"/>
                  <a:pt x="44" y="27298"/>
                  <a:pt x="1" y="31137"/>
                </a:cubicBezTo>
                <a:cubicBezTo>
                  <a:pt x="12" y="31361"/>
                  <a:pt x="182" y="31473"/>
                  <a:pt x="356" y="31473"/>
                </a:cubicBezTo>
                <a:cubicBezTo>
                  <a:pt x="529" y="31473"/>
                  <a:pt x="705" y="31361"/>
                  <a:pt x="726" y="31137"/>
                </a:cubicBezTo>
                <a:cubicBezTo>
                  <a:pt x="790" y="27703"/>
                  <a:pt x="811" y="24291"/>
                  <a:pt x="897" y="20879"/>
                </a:cubicBezTo>
                <a:lnTo>
                  <a:pt x="918" y="19621"/>
                </a:lnTo>
                <a:cubicBezTo>
                  <a:pt x="918" y="19365"/>
                  <a:pt x="854" y="18853"/>
                  <a:pt x="1195" y="18789"/>
                </a:cubicBezTo>
                <a:cubicBezTo>
                  <a:pt x="1275" y="18784"/>
                  <a:pt x="1355" y="18781"/>
                  <a:pt x="1435" y="18781"/>
                </a:cubicBezTo>
                <a:cubicBezTo>
                  <a:pt x="1675" y="18781"/>
                  <a:pt x="1915" y="18805"/>
                  <a:pt x="2155" y="18853"/>
                </a:cubicBezTo>
                <a:cubicBezTo>
                  <a:pt x="2581" y="18896"/>
                  <a:pt x="3008" y="18917"/>
                  <a:pt x="3456" y="18960"/>
                </a:cubicBezTo>
                <a:cubicBezTo>
                  <a:pt x="4721" y="19039"/>
                  <a:pt x="5986" y="19083"/>
                  <a:pt x="7252" y="19083"/>
                </a:cubicBezTo>
                <a:cubicBezTo>
                  <a:pt x="7693" y="19083"/>
                  <a:pt x="8133" y="19077"/>
                  <a:pt x="8574" y="19066"/>
                </a:cubicBezTo>
                <a:cubicBezTo>
                  <a:pt x="10237" y="19024"/>
                  <a:pt x="11901" y="18917"/>
                  <a:pt x="13564" y="18725"/>
                </a:cubicBezTo>
                <a:cubicBezTo>
                  <a:pt x="15121" y="18555"/>
                  <a:pt x="16678" y="18320"/>
                  <a:pt x="18128" y="17766"/>
                </a:cubicBezTo>
                <a:cubicBezTo>
                  <a:pt x="19408" y="17318"/>
                  <a:pt x="20538" y="16550"/>
                  <a:pt x="21434" y="15548"/>
                </a:cubicBezTo>
                <a:cubicBezTo>
                  <a:pt x="22393" y="14417"/>
                  <a:pt x="22777" y="13074"/>
                  <a:pt x="22905" y="11602"/>
                </a:cubicBezTo>
                <a:cubicBezTo>
                  <a:pt x="23054" y="9768"/>
                  <a:pt x="22990" y="7913"/>
                  <a:pt x="23033" y="6079"/>
                </a:cubicBezTo>
                <a:cubicBezTo>
                  <a:pt x="23076" y="4138"/>
                  <a:pt x="23140" y="2197"/>
                  <a:pt x="23097" y="257"/>
                </a:cubicBezTo>
                <a:cubicBezTo>
                  <a:pt x="23097" y="86"/>
                  <a:pt x="22964" y="1"/>
                  <a:pt x="22831"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112"/>
          <p:cNvSpPr/>
          <p:nvPr/>
        </p:nvSpPr>
        <p:spPr>
          <a:xfrm rot="-5400000">
            <a:off x="7411301" y="4017555"/>
            <a:ext cx="1436773" cy="1807127"/>
          </a:xfrm>
          <a:custGeom>
            <a:rect b="b" l="l" r="r" t="t"/>
            <a:pathLst>
              <a:path extrusionOk="0" h="31009" w="24654">
                <a:moveTo>
                  <a:pt x="24280" y="0"/>
                </a:moveTo>
                <a:cubicBezTo>
                  <a:pt x="24105" y="0"/>
                  <a:pt x="23929" y="112"/>
                  <a:pt x="23907" y="336"/>
                </a:cubicBezTo>
                <a:cubicBezTo>
                  <a:pt x="23886" y="3108"/>
                  <a:pt x="23779" y="5859"/>
                  <a:pt x="23502" y="8610"/>
                </a:cubicBezTo>
                <a:cubicBezTo>
                  <a:pt x="23267" y="10892"/>
                  <a:pt x="23054" y="13345"/>
                  <a:pt x="21924" y="15413"/>
                </a:cubicBezTo>
                <a:cubicBezTo>
                  <a:pt x="19685" y="19529"/>
                  <a:pt x="14417" y="19465"/>
                  <a:pt x="10323" y="19700"/>
                </a:cubicBezTo>
                <a:cubicBezTo>
                  <a:pt x="7209" y="19871"/>
                  <a:pt x="4074" y="20063"/>
                  <a:pt x="960" y="20169"/>
                </a:cubicBezTo>
                <a:cubicBezTo>
                  <a:pt x="769" y="20169"/>
                  <a:pt x="619" y="20318"/>
                  <a:pt x="598" y="20510"/>
                </a:cubicBezTo>
                <a:cubicBezTo>
                  <a:pt x="107" y="23901"/>
                  <a:pt x="1" y="27356"/>
                  <a:pt x="278" y="30768"/>
                </a:cubicBezTo>
                <a:cubicBezTo>
                  <a:pt x="278" y="30928"/>
                  <a:pt x="395" y="31008"/>
                  <a:pt x="513" y="31008"/>
                </a:cubicBezTo>
                <a:cubicBezTo>
                  <a:pt x="630" y="31008"/>
                  <a:pt x="747" y="30928"/>
                  <a:pt x="747" y="30768"/>
                </a:cubicBezTo>
                <a:cubicBezTo>
                  <a:pt x="871" y="27448"/>
                  <a:pt x="975" y="24148"/>
                  <a:pt x="1290" y="20849"/>
                </a:cubicBezTo>
                <a:lnTo>
                  <a:pt x="1290" y="20849"/>
                </a:lnTo>
                <a:cubicBezTo>
                  <a:pt x="4059" y="20651"/>
                  <a:pt x="6828" y="20548"/>
                  <a:pt x="9597" y="20425"/>
                </a:cubicBezTo>
                <a:cubicBezTo>
                  <a:pt x="11965" y="20318"/>
                  <a:pt x="14396" y="20318"/>
                  <a:pt x="16699" y="19785"/>
                </a:cubicBezTo>
                <a:cubicBezTo>
                  <a:pt x="18789" y="19316"/>
                  <a:pt x="20772" y="18335"/>
                  <a:pt x="22031" y="16565"/>
                </a:cubicBezTo>
                <a:cubicBezTo>
                  <a:pt x="23395" y="14646"/>
                  <a:pt x="23737" y="12172"/>
                  <a:pt x="24035" y="9911"/>
                </a:cubicBezTo>
                <a:cubicBezTo>
                  <a:pt x="24462" y="6734"/>
                  <a:pt x="24654" y="3535"/>
                  <a:pt x="24654" y="336"/>
                </a:cubicBezTo>
                <a:cubicBezTo>
                  <a:pt x="24632" y="112"/>
                  <a:pt x="24456" y="0"/>
                  <a:pt x="2428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112"/>
          <p:cNvSpPr/>
          <p:nvPr/>
        </p:nvSpPr>
        <p:spPr>
          <a:xfrm rot="-5400000">
            <a:off x="7179589" y="4060910"/>
            <a:ext cx="1397611" cy="1336944"/>
          </a:xfrm>
          <a:custGeom>
            <a:rect b="b" l="l" r="r" t="t"/>
            <a:pathLst>
              <a:path extrusionOk="0" h="22941" w="23982">
                <a:moveTo>
                  <a:pt x="23573" y="1"/>
                </a:moveTo>
                <a:cubicBezTo>
                  <a:pt x="23368" y="1"/>
                  <a:pt x="23160" y="134"/>
                  <a:pt x="23160" y="401"/>
                </a:cubicBezTo>
                <a:cubicBezTo>
                  <a:pt x="22990" y="5903"/>
                  <a:pt x="22307" y="11384"/>
                  <a:pt x="21070" y="16736"/>
                </a:cubicBezTo>
                <a:cubicBezTo>
                  <a:pt x="20814" y="17824"/>
                  <a:pt x="20558" y="18976"/>
                  <a:pt x="19876" y="19871"/>
                </a:cubicBezTo>
                <a:cubicBezTo>
                  <a:pt x="19236" y="20724"/>
                  <a:pt x="18277" y="21194"/>
                  <a:pt x="17274" y="21449"/>
                </a:cubicBezTo>
                <a:cubicBezTo>
                  <a:pt x="16208" y="21684"/>
                  <a:pt x="15120" y="21812"/>
                  <a:pt x="14033" y="21855"/>
                </a:cubicBezTo>
                <a:cubicBezTo>
                  <a:pt x="12604" y="21919"/>
                  <a:pt x="11175" y="21983"/>
                  <a:pt x="9768" y="22025"/>
                </a:cubicBezTo>
                <a:cubicBezTo>
                  <a:pt x="6633" y="22132"/>
                  <a:pt x="3498" y="22132"/>
                  <a:pt x="341" y="22196"/>
                </a:cubicBezTo>
                <a:cubicBezTo>
                  <a:pt x="0" y="22196"/>
                  <a:pt x="0" y="22729"/>
                  <a:pt x="341" y="22729"/>
                </a:cubicBezTo>
                <a:cubicBezTo>
                  <a:pt x="2323" y="22875"/>
                  <a:pt x="4305" y="22941"/>
                  <a:pt x="6287" y="22941"/>
                </a:cubicBezTo>
                <a:cubicBezTo>
                  <a:pt x="7206" y="22941"/>
                  <a:pt x="8124" y="22927"/>
                  <a:pt x="9042" y="22900"/>
                </a:cubicBezTo>
                <a:cubicBezTo>
                  <a:pt x="10493" y="22857"/>
                  <a:pt x="11964" y="22814"/>
                  <a:pt x="13414" y="22729"/>
                </a:cubicBezTo>
                <a:cubicBezTo>
                  <a:pt x="14609" y="22686"/>
                  <a:pt x="15803" y="22580"/>
                  <a:pt x="16976" y="22388"/>
                </a:cubicBezTo>
                <a:cubicBezTo>
                  <a:pt x="18042" y="22196"/>
                  <a:pt x="19066" y="21748"/>
                  <a:pt x="19897" y="21044"/>
                </a:cubicBezTo>
                <a:cubicBezTo>
                  <a:pt x="20772" y="20298"/>
                  <a:pt x="21262" y="19210"/>
                  <a:pt x="21561" y="18123"/>
                </a:cubicBezTo>
                <a:cubicBezTo>
                  <a:pt x="21945" y="16822"/>
                  <a:pt x="22179" y="15478"/>
                  <a:pt x="22414" y="14156"/>
                </a:cubicBezTo>
                <a:cubicBezTo>
                  <a:pt x="22691" y="12748"/>
                  <a:pt x="22904" y="11362"/>
                  <a:pt x="23096" y="9976"/>
                </a:cubicBezTo>
                <a:cubicBezTo>
                  <a:pt x="23544" y="6798"/>
                  <a:pt x="23843" y="3600"/>
                  <a:pt x="23971" y="401"/>
                </a:cubicBezTo>
                <a:cubicBezTo>
                  <a:pt x="23981" y="134"/>
                  <a:pt x="23779" y="1"/>
                  <a:pt x="235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12"/>
          <p:cNvSpPr/>
          <p:nvPr/>
        </p:nvSpPr>
        <p:spPr>
          <a:xfrm>
            <a:off x="480847" y="-259118"/>
            <a:ext cx="135656" cy="102805"/>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112"/>
          <p:cNvSpPr/>
          <p:nvPr/>
        </p:nvSpPr>
        <p:spPr>
          <a:xfrm>
            <a:off x="465279" y="-69149"/>
            <a:ext cx="152596" cy="134079"/>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112"/>
          <p:cNvSpPr/>
          <p:nvPr/>
        </p:nvSpPr>
        <p:spPr>
          <a:xfrm>
            <a:off x="304664" y="-126071"/>
            <a:ext cx="153625" cy="72835"/>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112"/>
          <p:cNvSpPr/>
          <p:nvPr/>
        </p:nvSpPr>
        <p:spPr>
          <a:xfrm>
            <a:off x="263721" y="14656"/>
            <a:ext cx="109321" cy="115150"/>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112"/>
          <p:cNvSpPr/>
          <p:nvPr/>
        </p:nvSpPr>
        <p:spPr>
          <a:xfrm>
            <a:off x="15049" y="-289294"/>
            <a:ext cx="172691" cy="75578"/>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12"/>
          <p:cNvSpPr/>
          <p:nvPr/>
        </p:nvSpPr>
        <p:spPr>
          <a:xfrm>
            <a:off x="-11286" y="-108720"/>
            <a:ext cx="146355" cy="144160"/>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112"/>
          <p:cNvSpPr/>
          <p:nvPr/>
        </p:nvSpPr>
        <p:spPr>
          <a:xfrm>
            <a:off x="15872" y="146469"/>
            <a:ext cx="161580" cy="142926"/>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112"/>
          <p:cNvSpPr/>
          <p:nvPr/>
        </p:nvSpPr>
        <p:spPr>
          <a:xfrm>
            <a:off x="168600" y="330814"/>
            <a:ext cx="148481" cy="142514"/>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112"/>
          <p:cNvSpPr/>
          <p:nvPr/>
        </p:nvSpPr>
        <p:spPr>
          <a:xfrm>
            <a:off x="384628" y="255924"/>
            <a:ext cx="149716" cy="153213"/>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12"/>
          <p:cNvSpPr/>
          <p:nvPr/>
        </p:nvSpPr>
        <p:spPr>
          <a:xfrm>
            <a:off x="498952" y="118213"/>
            <a:ext cx="112887" cy="121185"/>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112"/>
          <p:cNvSpPr/>
          <p:nvPr/>
        </p:nvSpPr>
        <p:spPr>
          <a:xfrm>
            <a:off x="474331" y="633872"/>
            <a:ext cx="117070" cy="164804"/>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112"/>
          <p:cNvSpPr/>
          <p:nvPr/>
        </p:nvSpPr>
        <p:spPr>
          <a:xfrm>
            <a:off x="518154" y="500483"/>
            <a:ext cx="90803" cy="90735"/>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112"/>
          <p:cNvSpPr/>
          <p:nvPr/>
        </p:nvSpPr>
        <p:spPr>
          <a:xfrm>
            <a:off x="253434" y="569132"/>
            <a:ext cx="86620" cy="84562"/>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112"/>
          <p:cNvSpPr/>
          <p:nvPr/>
        </p:nvSpPr>
        <p:spPr>
          <a:xfrm>
            <a:off x="-30900" y="402549"/>
            <a:ext cx="81133" cy="204444"/>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112"/>
          <p:cNvSpPr/>
          <p:nvPr/>
        </p:nvSpPr>
        <p:spPr>
          <a:xfrm>
            <a:off x="639541" y="245499"/>
            <a:ext cx="79213" cy="157054"/>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112"/>
          <p:cNvSpPr/>
          <p:nvPr/>
        </p:nvSpPr>
        <p:spPr>
          <a:xfrm>
            <a:off x="671774" y="-162350"/>
            <a:ext cx="76127" cy="183938"/>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112"/>
          <p:cNvSpPr/>
          <p:nvPr/>
        </p:nvSpPr>
        <p:spPr>
          <a:xfrm rot="10800000">
            <a:off x="7676342" y="226373"/>
            <a:ext cx="1538182" cy="807377"/>
          </a:xfrm>
          <a:custGeom>
            <a:rect b="b" l="l" r="r" t="t"/>
            <a:pathLst>
              <a:path extrusionOk="0" h="7541" w="22052">
                <a:moveTo>
                  <a:pt x="719" y="0"/>
                </a:moveTo>
                <a:cubicBezTo>
                  <a:pt x="519" y="0"/>
                  <a:pt x="347" y="174"/>
                  <a:pt x="384" y="396"/>
                </a:cubicBezTo>
                <a:cubicBezTo>
                  <a:pt x="171" y="2102"/>
                  <a:pt x="43" y="3830"/>
                  <a:pt x="1" y="5557"/>
                </a:cubicBezTo>
                <a:cubicBezTo>
                  <a:pt x="40" y="5558"/>
                  <a:pt x="86" y="5558"/>
                  <a:pt x="139" y="5558"/>
                </a:cubicBezTo>
                <a:cubicBezTo>
                  <a:pt x="795" y="5558"/>
                  <a:pt x="2502" y="5518"/>
                  <a:pt x="4461" y="5518"/>
                </a:cubicBezTo>
                <a:cubicBezTo>
                  <a:pt x="8264" y="5518"/>
                  <a:pt x="13018" y="5669"/>
                  <a:pt x="12881" y="6560"/>
                </a:cubicBezTo>
                <a:cubicBezTo>
                  <a:pt x="12818" y="6837"/>
                  <a:pt x="12796" y="7178"/>
                  <a:pt x="12775" y="7541"/>
                </a:cubicBezTo>
                <a:lnTo>
                  <a:pt x="21966" y="7541"/>
                </a:lnTo>
                <a:cubicBezTo>
                  <a:pt x="22030" y="5834"/>
                  <a:pt x="22052" y="4128"/>
                  <a:pt x="22030" y="2422"/>
                </a:cubicBezTo>
                <a:cubicBezTo>
                  <a:pt x="22030" y="1953"/>
                  <a:pt x="21988" y="1484"/>
                  <a:pt x="21710" y="1143"/>
                </a:cubicBezTo>
                <a:cubicBezTo>
                  <a:pt x="21348" y="716"/>
                  <a:pt x="20751" y="652"/>
                  <a:pt x="20196" y="631"/>
                </a:cubicBezTo>
                <a:cubicBezTo>
                  <a:pt x="13713" y="311"/>
                  <a:pt x="7294" y="76"/>
                  <a:pt x="811" y="12"/>
                </a:cubicBezTo>
                <a:cubicBezTo>
                  <a:pt x="780" y="4"/>
                  <a:pt x="749" y="0"/>
                  <a:pt x="71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112"/>
          <p:cNvSpPr/>
          <p:nvPr/>
        </p:nvSpPr>
        <p:spPr>
          <a:xfrm>
            <a:off x="7287176" y="4629297"/>
            <a:ext cx="365828" cy="33855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12"/>
          <p:cNvSpPr/>
          <p:nvPr/>
        </p:nvSpPr>
        <p:spPr>
          <a:xfrm>
            <a:off x="7725226" y="4629297"/>
            <a:ext cx="365828" cy="33855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112"/>
          <p:cNvSpPr/>
          <p:nvPr/>
        </p:nvSpPr>
        <p:spPr>
          <a:xfrm>
            <a:off x="6921351" y="167872"/>
            <a:ext cx="365828" cy="33855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112"/>
          <p:cNvSpPr/>
          <p:nvPr/>
        </p:nvSpPr>
        <p:spPr>
          <a:xfrm>
            <a:off x="4282375" y="4874400"/>
            <a:ext cx="722368" cy="338551"/>
          </a:xfrm>
          <a:custGeom>
            <a:rect b="b" l="l" r="r" t="t"/>
            <a:pathLst>
              <a:path extrusionOk="0" h="4544" w="15121">
                <a:moveTo>
                  <a:pt x="15121" y="1"/>
                </a:moveTo>
                <a:cubicBezTo>
                  <a:pt x="10152" y="171"/>
                  <a:pt x="150" y="598"/>
                  <a:pt x="86" y="662"/>
                </a:cubicBezTo>
                <a:cubicBezTo>
                  <a:pt x="0" y="726"/>
                  <a:pt x="107" y="3349"/>
                  <a:pt x="171" y="4543"/>
                </a:cubicBezTo>
                <a:cubicBezTo>
                  <a:pt x="2602" y="4500"/>
                  <a:pt x="13798" y="4031"/>
                  <a:pt x="15121" y="4031"/>
                </a:cubicBezTo>
                <a:lnTo>
                  <a:pt x="1512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12"/>
          <p:cNvSpPr/>
          <p:nvPr/>
        </p:nvSpPr>
        <p:spPr>
          <a:xfrm rot="5400000">
            <a:off x="-594858" y="4111358"/>
            <a:ext cx="1361466" cy="290800"/>
          </a:xfrm>
          <a:custGeom>
            <a:rect b="b" l="l" r="r" t="t"/>
            <a:pathLst>
              <a:path extrusionOk="0" h="11632" w="13756">
                <a:moveTo>
                  <a:pt x="8819" y="0"/>
                </a:moveTo>
                <a:cubicBezTo>
                  <a:pt x="6385" y="0"/>
                  <a:pt x="3951" y="157"/>
                  <a:pt x="1536" y="457"/>
                </a:cubicBezTo>
                <a:cubicBezTo>
                  <a:pt x="1302" y="457"/>
                  <a:pt x="1088" y="606"/>
                  <a:pt x="1024" y="820"/>
                </a:cubicBezTo>
                <a:cubicBezTo>
                  <a:pt x="896" y="1075"/>
                  <a:pt x="811" y="1353"/>
                  <a:pt x="768" y="1651"/>
                </a:cubicBezTo>
                <a:cubicBezTo>
                  <a:pt x="598" y="2632"/>
                  <a:pt x="470" y="3635"/>
                  <a:pt x="385" y="4637"/>
                </a:cubicBezTo>
                <a:cubicBezTo>
                  <a:pt x="257" y="6108"/>
                  <a:pt x="193" y="7580"/>
                  <a:pt x="107" y="9051"/>
                </a:cubicBezTo>
                <a:cubicBezTo>
                  <a:pt x="65" y="9904"/>
                  <a:pt x="22" y="10757"/>
                  <a:pt x="1" y="11632"/>
                </a:cubicBezTo>
                <a:lnTo>
                  <a:pt x="385" y="11632"/>
                </a:lnTo>
                <a:cubicBezTo>
                  <a:pt x="470" y="10054"/>
                  <a:pt x="555" y="8476"/>
                  <a:pt x="662" y="6897"/>
                </a:cubicBezTo>
                <a:cubicBezTo>
                  <a:pt x="747" y="5639"/>
                  <a:pt x="854" y="4381"/>
                  <a:pt x="1024" y="3123"/>
                </a:cubicBezTo>
                <a:cubicBezTo>
                  <a:pt x="1067" y="2419"/>
                  <a:pt x="1216" y="1715"/>
                  <a:pt x="1430" y="1054"/>
                </a:cubicBezTo>
                <a:cubicBezTo>
                  <a:pt x="1430" y="1054"/>
                  <a:pt x="1451" y="990"/>
                  <a:pt x="1472" y="948"/>
                </a:cubicBezTo>
                <a:cubicBezTo>
                  <a:pt x="1472" y="926"/>
                  <a:pt x="1494" y="926"/>
                  <a:pt x="1494" y="905"/>
                </a:cubicBezTo>
                <a:cubicBezTo>
                  <a:pt x="1622" y="905"/>
                  <a:pt x="1749" y="884"/>
                  <a:pt x="1877" y="862"/>
                </a:cubicBezTo>
                <a:cubicBezTo>
                  <a:pt x="3647" y="649"/>
                  <a:pt x="5439" y="521"/>
                  <a:pt x="7230" y="478"/>
                </a:cubicBezTo>
                <a:cubicBezTo>
                  <a:pt x="7693" y="467"/>
                  <a:pt x="8157" y="462"/>
                  <a:pt x="8622" y="462"/>
                </a:cubicBezTo>
                <a:cubicBezTo>
                  <a:pt x="9957" y="462"/>
                  <a:pt x="11297" y="506"/>
                  <a:pt x="12626" y="585"/>
                </a:cubicBezTo>
                <a:cubicBezTo>
                  <a:pt x="12677" y="585"/>
                  <a:pt x="12762" y="578"/>
                  <a:pt x="12853" y="578"/>
                </a:cubicBezTo>
                <a:cubicBezTo>
                  <a:pt x="12989" y="578"/>
                  <a:pt x="13138" y="593"/>
                  <a:pt x="13202" y="670"/>
                </a:cubicBezTo>
                <a:cubicBezTo>
                  <a:pt x="13287" y="798"/>
                  <a:pt x="13244" y="1118"/>
                  <a:pt x="13244" y="1267"/>
                </a:cubicBezTo>
                <a:cubicBezTo>
                  <a:pt x="13244" y="1737"/>
                  <a:pt x="13244" y="2184"/>
                  <a:pt x="13266" y="2654"/>
                </a:cubicBezTo>
                <a:cubicBezTo>
                  <a:pt x="13266" y="3549"/>
                  <a:pt x="13287" y="4466"/>
                  <a:pt x="13287" y="5362"/>
                </a:cubicBezTo>
                <a:cubicBezTo>
                  <a:pt x="13287" y="7452"/>
                  <a:pt x="13266" y="9542"/>
                  <a:pt x="13244" y="11632"/>
                </a:cubicBezTo>
                <a:lnTo>
                  <a:pt x="13692" y="11632"/>
                </a:lnTo>
                <a:cubicBezTo>
                  <a:pt x="13692" y="10971"/>
                  <a:pt x="13713" y="10310"/>
                  <a:pt x="13713" y="9649"/>
                </a:cubicBezTo>
                <a:cubicBezTo>
                  <a:pt x="13735" y="7815"/>
                  <a:pt x="13735" y="5959"/>
                  <a:pt x="13713" y="4125"/>
                </a:cubicBezTo>
                <a:cubicBezTo>
                  <a:pt x="13713" y="3208"/>
                  <a:pt x="13713" y="2291"/>
                  <a:pt x="13692" y="1374"/>
                </a:cubicBezTo>
                <a:cubicBezTo>
                  <a:pt x="13692" y="1033"/>
                  <a:pt x="13756" y="564"/>
                  <a:pt x="13479" y="329"/>
                </a:cubicBezTo>
                <a:cubicBezTo>
                  <a:pt x="13223" y="94"/>
                  <a:pt x="12754" y="137"/>
                  <a:pt x="12412" y="116"/>
                </a:cubicBezTo>
                <a:cubicBezTo>
                  <a:pt x="11216" y="38"/>
                  <a:pt x="10018" y="0"/>
                  <a:pt x="881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1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529" name="Shape 529"/>
        <p:cNvGrpSpPr/>
        <p:nvPr/>
      </p:nvGrpSpPr>
      <p:grpSpPr>
        <a:xfrm>
          <a:off x="0" y="0"/>
          <a:ext cx="0" cy="0"/>
          <a:chOff x="0" y="0"/>
          <a:chExt cx="0" cy="0"/>
        </a:xfrm>
      </p:grpSpPr>
      <p:sp>
        <p:nvSpPr>
          <p:cNvPr id="530" name="Google Shape;530;p113"/>
          <p:cNvSpPr txBox="1"/>
          <p:nvPr>
            <p:ph type="title"/>
          </p:nvPr>
        </p:nvSpPr>
        <p:spPr>
          <a:xfrm>
            <a:off x="726100" y="356016"/>
            <a:ext cx="769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531" name="Google Shape;531;p113"/>
          <p:cNvSpPr/>
          <p:nvPr/>
        </p:nvSpPr>
        <p:spPr>
          <a:xfrm>
            <a:off x="591492" y="-143992"/>
            <a:ext cx="107588" cy="81534"/>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13"/>
          <p:cNvSpPr/>
          <p:nvPr/>
        </p:nvSpPr>
        <p:spPr>
          <a:xfrm>
            <a:off x="579145" y="6678"/>
            <a:ext cx="121023" cy="106337"/>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113"/>
          <p:cNvSpPr/>
          <p:nvPr/>
        </p:nvSpPr>
        <p:spPr>
          <a:xfrm>
            <a:off x="451756" y="-38469"/>
            <a:ext cx="121839" cy="57765"/>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113"/>
          <p:cNvSpPr/>
          <p:nvPr/>
        </p:nvSpPr>
        <p:spPr>
          <a:xfrm>
            <a:off x="419283" y="73146"/>
            <a:ext cx="86702" cy="91325"/>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113"/>
          <p:cNvSpPr/>
          <p:nvPr/>
        </p:nvSpPr>
        <p:spPr>
          <a:xfrm>
            <a:off x="222053" y="-167925"/>
            <a:ext cx="136960" cy="59941"/>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113"/>
          <p:cNvSpPr/>
          <p:nvPr/>
        </p:nvSpPr>
        <p:spPr>
          <a:xfrm>
            <a:off x="201166" y="-24707"/>
            <a:ext cx="116074" cy="114333"/>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113"/>
          <p:cNvSpPr/>
          <p:nvPr/>
        </p:nvSpPr>
        <p:spPr>
          <a:xfrm>
            <a:off x="222706" y="177690"/>
            <a:ext cx="128149" cy="113354"/>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113"/>
          <p:cNvSpPr/>
          <p:nvPr/>
        </p:nvSpPr>
        <p:spPr>
          <a:xfrm>
            <a:off x="343840" y="323899"/>
            <a:ext cx="117760" cy="113028"/>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113"/>
          <p:cNvSpPr/>
          <p:nvPr/>
        </p:nvSpPr>
        <p:spPr>
          <a:xfrm>
            <a:off x="515179" y="264502"/>
            <a:ext cx="118739" cy="121513"/>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113"/>
          <p:cNvSpPr/>
          <p:nvPr/>
        </p:nvSpPr>
        <p:spPr>
          <a:xfrm>
            <a:off x="605852" y="155280"/>
            <a:ext cx="89530" cy="96112"/>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113"/>
          <p:cNvSpPr/>
          <p:nvPr/>
        </p:nvSpPr>
        <p:spPr>
          <a:xfrm>
            <a:off x="586325" y="564263"/>
            <a:ext cx="92848" cy="130705"/>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113"/>
          <p:cNvSpPr/>
          <p:nvPr/>
        </p:nvSpPr>
        <p:spPr>
          <a:xfrm>
            <a:off x="621082" y="458468"/>
            <a:ext cx="72016" cy="71961"/>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113"/>
          <p:cNvSpPr/>
          <p:nvPr/>
        </p:nvSpPr>
        <p:spPr>
          <a:xfrm>
            <a:off x="434024" y="727824"/>
            <a:ext cx="145391" cy="74790"/>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13"/>
          <p:cNvSpPr/>
          <p:nvPr/>
        </p:nvSpPr>
        <p:spPr>
          <a:xfrm>
            <a:off x="662856" y="789071"/>
            <a:ext cx="67338" cy="77346"/>
          </a:xfrm>
          <a:custGeom>
            <a:rect b="b" l="l" r="r" t="t"/>
            <a:pathLst>
              <a:path extrusionOk="0" h="1422" w="1238">
                <a:moveTo>
                  <a:pt x="342" y="0"/>
                </a:moveTo>
                <a:cubicBezTo>
                  <a:pt x="257" y="0"/>
                  <a:pt x="214" y="21"/>
                  <a:pt x="150" y="64"/>
                </a:cubicBezTo>
                <a:cubicBezTo>
                  <a:pt x="43" y="149"/>
                  <a:pt x="1" y="320"/>
                  <a:pt x="86" y="448"/>
                </a:cubicBezTo>
                <a:lnTo>
                  <a:pt x="86" y="469"/>
                </a:lnTo>
                <a:lnTo>
                  <a:pt x="342" y="875"/>
                </a:lnTo>
                <a:cubicBezTo>
                  <a:pt x="427" y="1002"/>
                  <a:pt x="512" y="1130"/>
                  <a:pt x="619" y="1258"/>
                </a:cubicBezTo>
                <a:cubicBezTo>
                  <a:pt x="662" y="1344"/>
                  <a:pt x="726" y="1386"/>
                  <a:pt x="811" y="1408"/>
                </a:cubicBezTo>
                <a:cubicBezTo>
                  <a:pt x="846" y="1416"/>
                  <a:pt x="882" y="1422"/>
                  <a:pt x="917" y="1422"/>
                </a:cubicBezTo>
                <a:cubicBezTo>
                  <a:pt x="967" y="1422"/>
                  <a:pt x="1017" y="1411"/>
                  <a:pt x="1067" y="1386"/>
                </a:cubicBezTo>
                <a:cubicBezTo>
                  <a:pt x="1131" y="1344"/>
                  <a:pt x="1195" y="1280"/>
                  <a:pt x="1216" y="1194"/>
                </a:cubicBezTo>
                <a:cubicBezTo>
                  <a:pt x="1238" y="1088"/>
                  <a:pt x="1238" y="1002"/>
                  <a:pt x="1174" y="917"/>
                </a:cubicBezTo>
                <a:cubicBezTo>
                  <a:pt x="1067" y="768"/>
                  <a:pt x="960" y="619"/>
                  <a:pt x="854" y="469"/>
                </a:cubicBezTo>
                <a:lnTo>
                  <a:pt x="534" y="85"/>
                </a:lnTo>
                <a:cubicBezTo>
                  <a:pt x="491" y="43"/>
                  <a:pt x="406" y="0"/>
                  <a:pt x="3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113"/>
          <p:cNvSpPr/>
          <p:nvPr/>
        </p:nvSpPr>
        <p:spPr>
          <a:xfrm>
            <a:off x="332254" y="820945"/>
            <a:ext cx="134621" cy="61409"/>
          </a:xfrm>
          <a:custGeom>
            <a:rect b="b" l="l" r="r" t="t"/>
            <a:pathLst>
              <a:path extrusionOk="0" h="1129" w="2475">
                <a:moveTo>
                  <a:pt x="2149" y="0"/>
                </a:moveTo>
                <a:cubicBezTo>
                  <a:pt x="2122" y="0"/>
                  <a:pt x="2095" y="4"/>
                  <a:pt x="2069" y="11"/>
                </a:cubicBezTo>
                <a:cubicBezTo>
                  <a:pt x="1494" y="97"/>
                  <a:pt x="939" y="203"/>
                  <a:pt x="363" y="331"/>
                </a:cubicBezTo>
                <a:cubicBezTo>
                  <a:pt x="129" y="374"/>
                  <a:pt x="1" y="608"/>
                  <a:pt x="65" y="822"/>
                </a:cubicBezTo>
                <a:cubicBezTo>
                  <a:pt x="120" y="1007"/>
                  <a:pt x="306" y="1128"/>
                  <a:pt x="493" y="1128"/>
                </a:cubicBezTo>
                <a:cubicBezTo>
                  <a:pt x="521" y="1128"/>
                  <a:pt x="549" y="1126"/>
                  <a:pt x="577" y="1120"/>
                </a:cubicBezTo>
                <a:cubicBezTo>
                  <a:pt x="1131" y="950"/>
                  <a:pt x="1685" y="758"/>
                  <a:pt x="2219" y="566"/>
                </a:cubicBezTo>
                <a:cubicBezTo>
                  <a:pt x="2389" y="523"/>
                  <a:pt x="2475" y="352"/>
                  <a:pt x="2432" y="203"/>
                </a:cubicBezTo>
                <a:cubicBezTo>
                  <a:pt x="2397" y="80"/>
                  <a:pt x="2274" y="0"/>
                  <a:pt x="21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113"/>
          <p:cNvSpPr/>
          <p:nvPr/>
        </p:nvSpPr>
        <p:spPr>
          <a:xfrm>
            <a:off x="178702" y="743109"/>
            <a:ext cx="93283" cy="78053"/>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13"/>
          <p:cNvSpPr/>
          <p:nvPr/>
        </p:nvSpPr>
        <p:spPr>
          <a:xfrm>
            <a:off x="307886" y="615502"/>
            <a:ext cx="58254" cy="102421"/>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13"/>
          <p:cNvSpPr/>
          <p:nvPr/>
        </p:nvSpPr>
        <p:spPr>
          <a:xfrm>
            <a:off x="411124" y="512916"/>
            <a:ext cx="68698" cy="67066"/>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113"/>
          <p:cNvSpPr/>
          <p:nvPr/>
        </p:nvSpPr>
        <p:spPr>
          <a:xfrm>
            <a:off x="185610" y="380795"/>
            <a:ext cx="64346" cy="162144"/>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113"/>
          <p:cNvSpPr/>
          <p:nvPr/>
        </p:nvSpPr>
        <p:spPr>
          <a:xfrm>
            <a:off x="717359" y="256234"/>
            <a:ext cx="62823" cy="124559"/>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113"/>
          <p:cNvSpPr/>
          <p:nvPr/>
        </p:nvSpPr>
        <p:spPr>
          <a:xfrm>
            <a:off x="744066" y="568452"/>
            <a:ext cx="37150" cy="113952"/>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113"/>
          <p:cNvSpPr/>
          <p:nvPr/>
        </p:nvSpPr>
        <p:spPr>
          <a:xfrm>
            <a:off x="742923" y="-67243"/>
            <a:ext cx="60376" cy="145881"/>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13"/>
          <p:cNvSpPr/>
          <p:nvPr/>
        </p:nvSpPr>
        <p:spPr>
          <a:xfrm>
            <a:off x="144325" y="989075"/>
            <a:ext cx="605606" cy="52217"/>
          </a:xfrm>
          <a:custGeom>
            <a:rect b="b" l="l" r="r" t="t"/>
            <a:pathLst>
              <a:path extrusionOk="0" h="960" w="11134">
                <a:moveTo>
                  <a:pt x="10153" y="1"/>
                </a:moveTo>
                <a:cubicBezTo>
                  <a:pt x="9433" y="1"/>
                  <a:pt x="8723" y="63"/>
                  <a:pt x="7998" y="98"/>
                </a:cubicBezTo>
                <a:cubicBezTo>
                  <a:pt x="7124" y="119"/>
                  <a:pt x="6292" y="141"/>
                  <a:pt x="5418" y="141"/>
                </a:cubicBezTo>
                <a:cubicBezTo>
                  <a:pt x="4815" y="156"/>
                  <a:pt x="4211" y="171"/>
                  <a:pt x="3601" y="171"/>
                </a:cubicBezTo>
                <a:cubicBezTo>
                  <a:pt x="3348" y="171"/>
                  <a:pt x="3093" y="168"/>
                  <a:pt x="2837" y="162"/>
                </a:cubicBezTo>
                <a:cubicBezTo>
                  <a:pt x="2436" y="162"/>
                  <a:pt x="2025" y="143"/>
                  <a:pt x="1616" y="143"/>
                </a:cubicBezTo>
                <a:cubicBezTo>
                  <a:pt x="1155" y="143"/>
                  <a:pt x="697" y="167"/>
                  <a:pt x="257" y="268"/>
                </a:cubicBezTo>
                <a:cubicBezTo>
                  <a:pt x="1" y="354"/>
                  <a:pt x="1" y="695"/>
                  <a:pt x="257" y="802"/>
                </a:cubicBezTo>
                <a:cubicBezTo>
                  <a:pt x="763" y="935"/>
                  <a:pt x="1320" y="960"/>
                  <a:pt x="1874" y="960"/>
                </a:cubicBezTo>
                <a:cubicBezTo>
                  <a:pt x="2207" y="960"/>
                  <a:pt x="2539" y="951"/>
                  <a:pt x="2859" y="951"/>
                </a:cubicBezTo>
                <a:cubicBezTo>
                  <a:pt x="3733" y="951"/>
                  <a:pt x="4607" y="930"/>
                  <a:pt x="5503" y="930"/>
                </a:cubicBezTo>
                <a:cubicBezTo>
                  <a:pt x="6377" y="908"/>
                  <a:pt x="7209" y="887"/>
                  <a:pt x="8083" y="844"/>
                </a:cubicBezTo>
                <a:cubicBezTo>
                  <a:pt x="8979" y="823"/>
                  <a:pt x="9854" y="780"/>
                  <a:pt x="10749" y="674"/>
                </a:cubicBezTo>
                <a:cubicBezTo>
                  <a:pt x="11133" y="610"/>
                  <a:pt x="11005" y="13"/>
                  <a:pt x="10664" y="13"/>
                </a:cubicBezTo>
                <a:cubicBezTo>
                  <a:pt x="10493" y="4"/>
                  <a:pt x="10323" y="1"/>
                  <a:pt x="1015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113"/>
          <p:cNvSpPr/>
          <p:nvPr/>
        </p:nvSpPr>
        <p:spPr>
          <a:xfrm rot="10800000">
            <a:off x="7426925" y="4675798"/>
            <a:ext cx="1399060" cy="467701"/>
          </a:xfrm>
          <a:custGeom>
            <a:rect b="b" l="l" r="r" t="t"/>
            <a:pathLst>
              <a:path extrusionOk="0" h="6595" w="19728">
                <a:moveTo>
                  <a:pt x="214" y="0"/>
                </a:moveTo>
                <a:cubicBezTo>
                  <a:pt x="107" y="1408"/>
                  <a:pt x="43" y="2410"/>
                  <a:pt x="43" y="2687"/>
                </a:cubicBezTo>
                <a:cubicBezTo>
                  <a:pt x="1" y="3092"/>
                  <a:pt x="65" y="3519"/>
                  <a:pt x="235" y="3903"/>
                </a:cubicBezTo>
                <a:cubicBezTo>
                  <a:pt x="534" y="4415"/>
                  <a:pt x="1174" y="4628"/>
                  <a:pt x="1750" y="4756"/>
                </a:cubicBezTo>
                <a:cubicBezTo>
                  <a:pt x="2453" y="4948"/>
                  <a:pt x="3136" y="5097"/>
                  <a:pt x="3839" y="5246"/>
                </a:cubicBezTo>
                <a:cubicBezTo>
                  <a:pt x="6569" y="5822"/>
                  <a:pt x="9342" y="6227"/>
                  <a:pt x="12114" y="6547"/>
                </a:cubicBezTo>
                <a:cubicBezTo>
                  <a:pt x="12392" y="6579"/>
                  <a:pt x="12661" y="6595"/>
                  <a:pt x="12922" y="6595"/>
                </a:cubicBezTo>
                <a:cubicBezTo>
                  <a:pt x="16666" y="6595"/>
                  <a:pt x="18691" y="3409"/>
                  <a:pt x="197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113"/>
          <p:cNvSpPr/>
          <p:nvPr/>
        </p:nvSpPr>
        <p:spPr>
          <a:xfrm flipH="1" rot="10800000">
            <a:off x="7855825" y="-147025"/>
            <a:ext cx="1149907" cy="1373049"/>
          </a:xfrm>
          <a:custGeom>
            <a:rect b="b" l="l" r="r" t="t"/>
            <a:pathLst>
              <a:path extrusionOk="0" h="32915" w="33547">
                <a:moveTo>
                  <a:pt x="18691" y="1"/>
                </a:moveTo>
                <a:cubicBezTo>
                  <a:pt x="15706" y="1"/>
                  <a:pt x="12724" y="318"/>
                  <a:pt x="9789" y="947"/>
                </a:cubicBezTo>
                <a:cubicBezTo>
                  <a:pt x="7507" y="1438"/>
                  <a:pt x="5161" y="2163"/>
                  <a:pt x="3519" y="3847"/>
                </a:cubicBezTo>
                <a:cubicBezTo>
                  <a:pt x="2687" y="4722"/>
                  <a:pt x="2026" y="5788"/>
                  <a:pt x="1621" y="6940"/>
                </a:cubicBezTo>
                <a:cubicBezTo>
                  <a:pt x="1088" y="8390"/>
                  <a:pt x="747" y="9883"/>
                  <a:pt x="555" y="11418"/>
                </a:cubicBezTo>
                <a:cubicBezTo>
                  <a:pt x="469" y="12143"/>
                  <a:pt x="0" y="20396"/>
                  <a:pt x="150" y="20396"/>
                </a:cubicBezTo>
                <a:lnTo>
                  <a:pt x="13158" y="19927"/>
                </a:lnTo>
                <a:cubicBezTo>
                  <a:pt x="13542" y="18861"/>
                  <a:pt x="13372" y="17688"/>
                  <a:pt x="13521" y="16579"/>
                </a:cubicBezTo>
                <a:cubicBezTo>
                  <a:pt x="13670" y="15513"/>
                  <a:pt x="14353" y="14489"/>
                  <a:pt x="15504" y="14340"/>
                </a:cubicBezTo>
                <a:cubicBezTo>
                  <a:pt x="15595" y="14329"/>
                  <a:pt x="15686" y="14323"/>
                  <a:pt x="15776" y="14323"/>
                </a:cubicBezTo>
                <a:cubicBezTo>
                  <a:pt x="16534" y="14323"/>
                  <a:pt x="17258" y="14715"/>
                  <a:pt x="17658" y="15364"/>
                </a:cubicBezTo>
                <a:cubicBezTo>
                  <a:pt x="17914" y="15833"/>
                  <a:pt x="18063" y="16323"/>
                  <a:pt x="18127" y="16835"/>
                </a:cubicBezTo>
                <a:cubicBezTo>
                  <a:pt x="18597" y="19842"/>
                  <a:pt x="18554" y="22913"/>
                  <a:pt x="18490" y="25963"/>
                </a:cubicBezTo>
                <a:lnTo>
                  <a:pt x="18341" y="32915"/>
                </a:lnTo>
                <a:lnTo>
                  <a:pt x="33546" y="32915"/>
                </a:lnTo>
                <a:cubicBezTo>
                  <a:pt x="33525" y="27114"/>
                  <a:pt x="33503" y="21335"/>
                  <a:pt x="33482" y="15534"/>
                </a:cubicBezTo>
                <a:cubicBezTo>
                  <a:pt x="33482" y="12954"/>
                  <a:pt x="33376" y="10075"/>
                  <a:pt x="32778" y="7537"/>
                </a:cubicBezTo>
                <a:cubicBezTo>
                  <a:pt x="32352" y="5681"/>
                  <a:pt x="31478" y="3869"/>
                  <a:pt x="30027" y="2632"/>
                </a:cubicBezTo>
                <a:cubicBezTo>
                  <a:pt x="28215" y="1075"/>
                  <a:pt x="25762" y="542"/>
                  <a:pt x="23395" y="265"/>
                </a:cubicBezTo>
                <a:cubicBezTo>
                  <a:pt x="21830" y="88"/>
                  <a:pt x="20260" y="1"/>
                  <a:pt x="1869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113"/>
          <p:cNvSpPr/>
          <p:nvPr/>
        </p:nvSpPr>
        <p:spPr>
          <a:xfrm>
            <a:off x="6598800" y="4909625"/>
            <a:ext cx="597010" cy="290800"/>
          </a:xfrm>
          <a:custGeom>
            <a:rect b="b" l="l" r="r" t="t"/>
            <a:pathLst>
              <a:path extrusionOk="0" h="11632" w="13756">
                <a:moveTo>
                  <a:pt x="8819" y="0"/>
                </a:moveTo>
                <a:cubicBezTo>
                  <a:pt x="6385" y="0"/>
                  <a:pt x="3951" y="157"/>
                  <a:pt x="1536" y="457"/>
                </a:cubicBezTo>
                <a:cubicBezTo>
                  <a:pt x="1302" y="457"/>
                  <a:pt x="1088" y="606"/>
                  <a:pt x="1024" y="820"/>
                </a:cubicBezTo>
                <a:cubicBezTo>
                  <a:pt x="896" y="1075"/>
                  <a:pt x="811" y="1353"/>
                  <a:pt x="768" y="1651"/>
                </a:cubicBezTo>
                <a:cubicBezTo>
                  <a:pt x="598" y="2632"/>
                  <a:pt x="470" y="3635"/>
                  <a:pt x="385" y="4637"/>
                </a:cubicBezTo>
                <a:cubicBezTo>
                  <a:pt x="257" y="6108"/>
                  <a:pt x="193" y="7580"/>
                  <a:pt x="107" y="9051"/>
                </a:cubicBezTo>
                <a:cubicBezTo>
                  <a:pt x="65" y="9904"/>
                  <a:pt x="22" y="10757"/>
                  <a:pt x="1" y="11632"/>
                </a:cubicBezTo>
                <a:lnTo>
                  <a:pt x="385" y="11632"/>
                </a:lnTo>
                <a:cubicBezTo>
                  <a:pt x="470" y="10054"/>
                  <a:pt x="555" y="8476"/>
                  <a:pt x="662" y="6897"/>
                </a:cubicBezTo>
                <a:cubicBezTo>
                  <a:pt x="747" y="5639"/>
                  <a:pt x="854" y="4381"/>
                  <a:pt x="1024" y="3123"/>
                </a:cubicBezTo>
                <a:cubicBezTo>
                  <a:pt x="1067" y="2419"/>
                  <a:pt x="1216" y="1715"/>
                  <a:pt x="1430" y="1054"/>
                </a:cubicBezTo>
                <a:cubicBezTo>
                  <a:pt x="1430" y="1054"/>
                  <a:pt x="1451" y="990"/>
                  <a:pt x="1472" y="948"/>
                </a:cubicBezTo>
                <a:cubicBezTo>
                  <a:pt x="1472" y="926"/>
                  <a:pt x="1494" y="926"/>
                  <a:pt x="1494" y="905"/>
                </a:cubicBezTo>
                <a:cubicBezTo>
                  <a:pt x="1622" y="905"/>
                  <a:pt x="1749" y="884"/>
                  <a:pt x="1877" y="862"/>
                </a:cubicBezTo>
                <a:cubicBezTo>
                  <a:pt x="3647" y="649"/>
                  <a:pt x="5439" y="521"/>
                  <a:pt x="7230" y="478"/>
                </a:cubicBezTo>
                <a:cubicBezTo>
                  <a:pt x="7693" y="467"/>
                  <a:pt x="8157" y="462"/>
                  <a:pt x="8622" y="462"/>
                </a:cubicBezTo>
                <a:cubicBezTo>
                  <a:pt x="9957" y="462"/>
                  <a:pt x="11297" y="506"/>
                  <a:pt x="12626" y="585"/>
                </a:cubicBezTo>
                <a:cubicBezTo>
                  <a:pt x="12677" y="585"/>
                  <a:pt x="12762" y="578"/>
                  <a:pt x="12853" y="578"/>
                </a:cubicBezTo>
                <a:cubicBezTo>
                  <a:pt x="12989" y="578"/>
                  <a:pt x="13138" y="593"/>
                  <a:pt x="13202" y="670"/>
                </a:cubicBezTo>
                <a:cubicBezTo>
                  <a:pt x="13287" y="798"/>
                  <a:pt x="13244" y="1118"/>
                  <a:pt x="13244" y="1267"/>
                </a:cubicBezTo>
                <a:cubicBezTo>
                  <a:pt x="13244" y="1737"/>
                  <a:pt x="13244" y="2184"/>
                  <a:pt x="13266" y="2654"/>
                </a:cubicBezTo>
                <a:cubicBezTo>
                  <a:pt x="13266" y="3549"/>
                  <a:pt x="13287" y="4466"/>
                  <a:pt x="13287" y="5362"/>
                </a:cubicBezTo>
                <a:cubicBezTo>
                  <a:pt x="13287" y="7452"/>
                  <a:pt x="13266" y="9542"/>
                  <a:pt x="13244" y="11632"/>
                </a:cubicBezTo>
                <a:lnTo>
                  <a:pt x="13692" y="11632"/>
                </a:lnTo>
                <a:cubicBezTo>
                  <a:pt x="13692" y="10971"/>
                  <a:pt x="13713" y="10310"/>
                  <a:pt x="13713" y="9649"/>
                </a:cubicBezTo>
                <a:cubicBezTo>
                  <a:pt x="13735" y="7815"/>
                  <a:pt x="13735" y="5959"/>
                  <a:pt x="13713" y="4125"/>
                </a:cubicBezTo>
                <a:cubicBezTo>
                  <a:pt x="13713" y="3208"/>
                  <a:pt x="13713" y="2291"/>
                  <a:pt x="13692" y="1374"/>
                </a:cubicBezTo>
                <a:cubicBezTo>
                  <a:pt x="13692" y="1033"/>
                  <a:pt x="13756" y="564"/>
                  <a:pt x="13479" y="329"/>
                </a:cubicBezTo>
                <a:cubicBezTo>
                  <a:pt x="13223" y="94"/>
                  <a:pt x="12754" y="137"/>
                  <a:pt x="12412" y="116"/>
                </a:cubicBezTo>
                <a:cubicBezTo>
                  <a:pt x="11216" y="38"/>
                  <a:pt x="10018" y="0"/>
                  <a:pt x="88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113"/>
          <p:cNvSpPr/>
          <p:nvPr/>
        </p:nvSpPr>
        <p:spPr>
          <a:xfrm rot="-5400000">
            <a:off x="-459987" y="4616185"/>
            <a:ext cx="1077315" cy="248194"/>
          </a:xfrm>
          <a:custGeom>
            <a:rect b="b" l="l" r="r" t="t"/>
            <a:pathLst>
              <a:path extrusionOk="0" h="5267" w="22862">
                <a:moveTo>
                  <a:pt x="22360" y="1"/>
                </a:moveTo>
                <a:cubicBezTo>
                  <a:pt x="22110" y="1"/>
                  <a:pt x="21859" y="166"/>
                  <a:pt x="21859" y="496"/>
                </a:cubicBezTo>
                <a:cubicBezTo>
                  <a:pt x="21859" y="1307"/>
                  <a:pt x="21838" y="2139"/>
                  <a:pt x="21838" y="2970"/>
                </a:cubicBezTo>
                <a:cubicBezTo>
                  <a:pt x="21838" y="3269"/>
                  <a:pt x="21902" y="3717"/>
                  <a:pt x="21795" y="4015"/>
                </a:cubicBezTo>
                <a:cubicBezTo>
                  <a:pt x="21736" y="4224"/>
                  <a:pt x="21550" y="4256"/>
                  <a:pt x="21364" y="4256"/>
                </a:cubicBezTo>
                <a:cubicBezTo>
                  <a:pt x="21285" y="4256"/>
                  <a:pt x="21205" y="4250"/>
                  <a:pt x="21134" y="4250"/>
                </a:cubicBezTo>
                <a:cubicBezTo>
                  <a:pt x="19471" y="4250"/>
                  <a:pt x="17807" y="4207"/>
                  <a:pt x="16123" y="4207"/>
                </a:cubicBezTo>
                <a:cubicBezTo>
                  <a:pt x="12817" y="4165"/>
                  <a:pt x="9490" y="4122"/>
                  <a:pt x="6163" y="4101"/>
                </a:cubicBezTo>
                <a:lnTo>
                  <a:pt x="469" y="4101"/>
                </a:lnTo>
                <a:cubicBezTo>
                  <a:pt x="7" y="4101"/>
                  <a:pt x="0" y="4783"/>
                  <a:pt x="449" y="4783"/>
                </a:cubicBezTo>
                <a:cubicBezTo>
                  <a:pt x="452" y="4783"/>
                  <a:pt x="456" y="4783"/>
                  <a:pt x="459" y="4783"/>
                </a:cubicBezTo>
                <a:lnTo>
                  <a:pt x="459" y="4783"/>
                </a:lnTo>
                <a:cubicBezTo>
                  <a:pt x="4017" y="4890"/>
                  <a:pt x="7575" y="4996"/>
                  <a:pt x="11132" y="5060"/>
                </a:cubicBezTo>
                <a:lnTo>
                  <a:pt x="16442" y="5146"/>
                </a:lnTo>
                <a:lnTo>
                  <a:pt x="19108" y="5210"/>
                </a:lnTo>
                <a:cubicBezTo>
                  <a:pt x="19663" y="5210"/>
                  <a:pt x="20246" y="5266"/>
                  <a:pt x="20813" y="5266"/>
                </a:cubicBezTo>
                <a:cubicBezTo>
                  <a:pt x="21096" y="5266"/>
                  <a:pt x="21376" y="5252"/>
                  <a:pt x="21646" y="5210"/>
                </a:cubicBezTo>
                <a:cubicBezTo>
                  <a:pt x="22009" y="5146"/>
                  <a:pt x="22328" y="4954"/>
                  <a:pt x="22563" y="4676"/>
                </a:cubicBezTo>
                <a:cubicBezTo>
                  <a:pt x="22755" y="4314"/>
                  <a:pt x="22840" y="3887"/>
                  <a:pt x="22819" y="3482"/>
                </a:cubicBezTo>
                <a:cubicBezTo>
                  <a:pt x="22840" y="2480"/>
                  <a:pt x="22862" y="1477"/>
                  <a:pt x="22862" y="496"/>
                </a:cubicBezTo>
                <a:cubicBezTo>
                  <a:pt x="22862" y="166"/>
                  <a:pt x="22611" y="1"/>
                  <a:pt x="2236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13"/>
          <p:cNvSpPr/>
          <p:nvPr/>
        </p:nvSpPr>
        <p:spPr>
          <a:xfrm rot="-5400000">
            <a:off x="-479518" y="4459620"/>
            <a:ext cx="1242102" cy="398515"/>
          </a:xfrm>
          <a:custGeom>
            <a:rect b="b" l="l" r="r" t="t"/>
            <a:pathLst>
              <a:path extrusionOk="0" h="8457" w="26359">
                <a:moveTo>
                  <a:pt x="25900" y="0"/>
                </a:moveTo>
                <a:cubicBezTo>
                  <a:pt x="25692" y="0"/>
                  <a:pt x="25484" y="139"/>
                  <a:pt x="25484" y="416"/>
                </a:cubicBezTo>
                <a:lnTo>
                  <a:pt x="25506" y="416"/>
                </a:lnTo>
                <a:cubicBezTo>
                  <a:pt x="25399" y="2485"/>
                  <a:pt x="25292" y="4575"/>
                  <a:pt x="25228" y="6665"/>
                </a:cubicBezTo>
                <a:cubicBezTo>
                  <a:pt x="25228" y="6857"/>
                  <a:pt x="25228" y="7027"/>
                  <a:pt x="25207" y="7219"/>
                </a:cubicBezTo>
                <a:cubicBezTo>
                  <a:pt x="25186" y="7390"/>
                  <a:pt x="25122" y="7433"/>
                  <a:pt x="24951" y="7454"/>
                </a:cubicBezTo>
                <a:cubicBezTo>
                  <a:pt x="24664" y="7479"/>
                  <a:pt x="24377" y="7489"/>
                  <a:pt x="24089" y="7489"/>
                </a:cubicBezTo>
                <a:cubicBezTo>
                  <a:pt x="23886" y="7489"/>
                  <a:pt x="23683" y="7484"/>
                  <a:pt x="23480" y="7475"/>
                </a:cubicBezTo>
                <a:lnTo>
                  <a:pt x="20302" y="7475"/>
                </a:lnTo>
                <a:cubicBezTo>
                  <a:pt x="16101" y="7454"/>
                  <a:pt x="11900" y="7433"/>
                  <a:pt x="7698" y="7326"/>
                </a:cubicBezTo>
                <a:cubicBezTo>
                  <a:pt x="5374" y="7241"/>
                  <a:pt x="3028" y="7091"/>
                  <a:pt x="682" y="7006"/>
                </a:cubicBezTo>
                <a:cubicBezTo>
                  <a:pt x="675" y="7006"/>
                  <a:pt x="669" y="7006"/>
                  <a:pt x="662" y="7006"/>
                </a:cubicBezTo>
                <a:cubicBezTo>
                  <a:pt x="0" y="7006"/>
                  <a:pt x="28" y="8030"/>
                  <a:pt x="682" y="8072"/>
                </a:cubicBezTo>
                <a:cubicBezTo>
                  <a:pt x="2879" y="8179"/>
                  <a:pt x="5097" y="8200"/>
                  <a:pt x="7315" y="8243"/>
                </a:cubicBezTo>
                <a:cubicBezTo>
                  <a:pt x="9511" y="8307"/>
                  <a:pt x="11729" y="8328"/>
                  <a:pt x="13926" y="8371"/>
                </a:cubicBezTo>
                <a:cubicBezTo>
                  <a:pt x="16101" y="8414"/>
                  <a:pt x="18255" y="8456"/>
                  <a:pt x="20430" y="8456"/>
                </a:cubicBezTo>
                <a:cubicBezTo>
                  <a:pt x="21539" y="8456"/>
                  <a:pt x="22627" y="8435"/>
                  <a:pt x="23736" y="8414"/>
                </a:cubicBezTo>
                <a:cubicBezTo>
                  <a:pt x="23922" y="8414"/>
                  <a:pt x="24129" y="8421"/>
                  <a:pt x="24342" y="8421"/>
                </a:cubicBezTo>
                <a:cubicBezTo>
                  <a:pt x="25056" y="8421"/>
                  <a:pt x="25830" y="8333"/>
                  <a:pt x="26060" y="7560"/>
                </a:cubicBezTo>
                <a:cubicBezTo>
                  <a:pt x="26167" y="7006"/>
                  <a:pt x="26231" y="6452"/>
                  <a:pt x="26231" y="5897"/>
                </a:cubicBezTo>
                <a:cubicBezTo>
                  <a:pt x="26273" y="5279"/>
                  <a:pt x="26295" y="4681"/>
                  <a:pt x="26316" y="4063"/>
                </a:cubicBezTo>
                <a:cubicBezTo>
                  <a:pt x="26337" y="2847"/>
                  <a:pt x="26359" y="1632"/>
                  <a:pt x="26316" y="416"/>
                </a:cubicBezTo>
                <a:cubicBezTo>
                  <a:pt x="26316" y="139"/>
                  <a:pt x="26108" y="0"/>
                  <a:pt x="2590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13"/>
          <p:cNvSpPr/>
          <p:nvPr/>
        </p:nvSpPr>
        <p:spPr>
          <a:xfrm rot="-5400000">
            <a:off x="-495777" y="4334698"/>
            <a:ext cx="1421497" cy="491111"/>
          </a:xfrm>
          <a:custGeom>
            <a:rect b="b" l="l" r="r" t="t"/>
            <a:pathLst>
              <a:path extrusionOk="0" h="10422" w="30166">
                <a:moveTo>
                  <a:pt x="29662" y="0"/>
                </a:moveTo>
                <a:cubicBezTo>
                  <a:pt x="29409" y="0"/>
                  <a:pt x="29153" y="160"/>
                  <a:pt x="29153" y="480"/>
                </a:cubicBezTo>
                <a:cubicBezTo>
                  <a:pt x="29110" y="2954"/>
                  <a:pt x="29046" y="5406"/>
                  <a:pt x="28982" y="7880"/>
                </a:cubicBezTo>
                <a:cubicBezTo>
                  <a:pt x="28982" y="8264"/>
                  <a:pt x="29089" y="8989"/>
                  <a:pt x="28790" y="9309"/>
                </a:cubicBezTo>
                <a:cubicBezTo>
                  <a:pt x="28604" y="9483"/>
                  <a:pt x="28330" y="9519"/>
                  <a:pt x="28062" y="9519"/>
                </a:cubicBezTo>
                <a:cubicBezTo>
                  <a:pt x="27871" y="9519"/>
                  <a:pt x="27683" y="9501"/>
                  <a:pt x="27532" y="9501"/>
                </a:cubicBezTo>
                <a:lnTo>
                  <a:pt x="23757" y="9480"/>
                </a:lnTo>
                <a:cubicBezTo>
                  <a:pt x="18788" y="9437"/>
                  <a:pt x="13841" y="9458"/>
                  <a:pt x="8893" y="9416"/>
                </a:cubicBezTo>
                <a:cubicBezTo>
                  <a:pt x="7354" y="9392"/>
                  <a:pt x="5814" y="9356"/>
                  <a:pt x="4278" y="9356"/>
                </a:cubicBezTo>
                <a:cubicBezTo>
                  <a:pt x="3005" y="9356"/>
                  <a:pt x="1735" y="9381"/>
                  <a:pt x="469" y="9458"/>
                </a:cubicBezTo>
                <a:cubicBezTo>
                  <a:pt x="0" y="9458"/>
                  <a:pt x="0" y="10162"/>
                  <a:pt x="469" y="10162"/>
                </a:cubicBezTo>
                <a:lnTo>
                  <a:pt x="469" y="10183"/>
                </a:lnTo>
                <a:cubicBezTo>
                  <a:pt x="3050" y="10354"/>
                  <a:pt x="5652" y="10311"/>
                  <a:pt x="8232" y="10333"/>
                </a:cubicBezTo>
                <a:cubicBezTo>
                  <a:pt x="10812" y="10333"/>
                  <a:pt x="13393" y="10333"/>
                  <a:pt x="15995" y="10354"/>
                </a:cubicBezTo>
                <a:cubicBezTo>
                  <a:pt x="18575" y="10375"/>
                  <a:pt x="21156" y="10397"/>
                  <a:pt x="23757" y="10418"/>
                </a:cubicBezTo>
                <a:lnTo>
                  <a:pt x="27660" y="10418"/>
                </a:lnTo>
                <a:cubicBezTo>
                  <a:pt x="27720" y="10421"/>
                  <a:pt x="27779" y="10422"/>
                  <a:pt x="27838" y="10422"/>
                </a:cubicBezTo>
                <a:cubicBezTo>
                  <a:pt x="28264" y="10422"/>
                  <a:pt x="28674" y="10352"/>
                  <a:pt x="29068" y="10183"/>
                </a:cubicBezTo>
                <a:cubicBezTo>
                  <a:pt x="29494" y="9949"/>
                  <a:pt x="29771" y="9522"/>
                  <a:pt x="29814" y="9032"/>
                </a:cubicBezTo>
                <a:cubicBezTo>
                  <a:pt x="29878" y="8371"/>
                  <a:pt x="29921" y="7688"/>
                  <a:pt x="29921" y="7006"/>
                </a:cubicBezTo>
                <a:cubicBezTo>
                  <a:pt x="29942" y="6281"/>
                  <a:pt x="29963" y="5556"/>
                  <a:pt x="29985" y="4831"/>
                </a:cubicBezTo>
                <a:cubicBezTo>
                  <a:pt x="30027" y="3380"/>
                  <a:pt x="30091" y="1930"/>
                  <a:pt x="30155" y="480"/>
                </a:cubicBezTo>
                <a:cubicBezTo>
                  <a:pt x="30166" y="160"/>
                  <a:pt x="29915" y="0"/>
                  <a:pt x="2966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1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1" name="Shape 561"/>
        <p:cNvGrpSpPr/>
        <p:nvPr/>
      </p:nvGrpSpPr>
      <p:grpSpPr>
        <a:xfrm>
          <a:off x="0" y="0"/>
          <a:ext cx="0" cy="0"/>
          <a:chOff x="0" y="0"/>
          <a:chExt cx="0" cy="0"/>
        </a:xfrm>
      </p:grpSpPr>
      <p:sp>
        <p:nvSpPr>
          <p:cNvPr id="562" name="Google Shape;562;p114"/>
          <p:cNvSpPr txBox="1"/>
          <p:nvPr>
            <p:ph hasCustomPrompt="1" type="title"/>
          </p:nvPr>
        </p:nvSpPr>
        <p:spPr>
          <a:xfrm>
            <a:off x="1761300" y="1705288"/>
            <a:ext cx="5621400" cy="1212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0"/>
              <a:buNone/>
              <a:defRPr sz="96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63" name="Google Shape;563;p114"/>
          <p:cNvSpPr txBox="1"/>
          <p:nvPr>
            <p:ph idx="1" type="subTitle"/>
          </p:nvPr>
        </p:nvSpPr>
        <p:spPr>
          <a:xfrm>
            <a:off x="1761300" y="3046413"/>
            <a:ext cx="5621400" cy="39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15000"/>
              </a:lnSpc>
              <a:spcBef>
                <a:spcPts val="1600"/>
              </a:spcBef>
              <a:spcAft>
                <a:spcPts val="0"/>
              </a:spcAft>
              <a:buSzPts val="1400"/>
              <a:buNone/>
              <a:defRPr/>
            </a:lvl2pPr>
            <a:lvl3pPr lvl="2" algn="ctr">
              <a:lnSpc>
                <a:spcPct val="115000"/>
              </a:lnSpc>
              <a:spcBef>
                <a:spcPts val="1600"/>
              </a:spcBef>
              <a:spcAft>
                <a:spcPts val="0"/>
              </a:spcAft>
              <a:buSzPts val="1400"/>
              <a:buNone/>
              <a:defRPr/>
            </a:lvl3pPr>
            <a:lvl4pPr lvl="3" algn="ctr">
              <a:lnSpc>
                <a:spcPct val="115000"/>
              </a:lnSpc>
              <a:spcBef>
                <a:spcPts val="1600"/>
              </a:spcBef>
              <a:spcAft>
                <a:spcPts val="0"/>
              </a:spcAft>
              <a:buSzPts val="1400"/>
              <a:buNone/>
              <a:defRPr/>
            </a:lvl4pPr>
            <a:lvl5pPr lvl="4" algn="ctr">
              <a:lnSpc>
                <a:spcPct val="115000"/>
              </a:lnSpc>
              <a:spcBef>
                <a:spcPts val="1600"/>
              </a:spcBef>
              <a:spcAft>
                <a:spcPts val="0"/>
              </a:spcAft>
              <a:buSzPts val="1400"/>
              <a:buNone/>
              <a:defRPr/>
            </a:lvl5pPr>
            <a:lvl6pPr lvl="5" algn="ctr">
              <a:lnSpc>
                <a:spcPct val="115000"/>
              </a:lnSpc>
              <a:spcBef>
                <a:spcPts val="1600"/>
              </a:spcBef>
              <a:spcAft>
                <a:spcPts val="0"/>
              </a:spcAft>
              <a:buSzPts val="1400"/>
              <a:buNone/>
              <a:defRPr/>
            </a:lvl6pPr>
            <a:lvl7pPr lvl="6" algn="ctr">
              <a:lnSpc>
                <a:spcPct val="115000"/>
              </a:lnSpc>
              <a:spcBef>
                <a:spcPts val="1600"/>
              </a:spcBef>
              <a:spcAft>
                <a:spcPts val="0"/>
              </a:spcAft>
              <a:buSzPts val="1400"/>
              <a:buNone/>
              <a:defRPr/>
            </a:lvl7pPr>
            <a:lvl8pPr lvl="7" algn="ctr">
              <a:lnSpc>
                <a:spcPct val="115000"/>
              </a:lnSpc>
              <a:spcBef>
                <a:spcPts val="1600"/>
              </a:spcBef>
              <a:spcAft>
                <a:spcPts val="0"/>
              </a:spcAft>
              <a:buSzPts val="1400"/>
              <a:buNone/>
              <a:defRPr/>
            </a:lvl8pPr>
            <a:lvl9pPr lvl="8" algn="ctr">
              <a:lnSpc>
                <a:spcPct val="115000"/>
              </a:lnSpc>
              <a:spcBef>
                <a:spcPts val="1600"/>
              </a:spcBef>
              <a:spcAft>
                <a:spcPts val="1600"/>
              </a:spcAft>
              <a:buSzPts val="1400"/>
              <a:buNone/>
              <a:defRPr/>
            </a:lvl9pPr>
          </a:lstStyle>
          <a:p/>
        </p:txBody>
      </p:sp>
      <p:sp>
        <p:nvSpPr>
          <p:cNvPr id="564" name="Google Shape;564;p114"/>
          <p:cNvSpPr/>
          <p:nvPr/>
        </p:nvSpPr>
        <p:spPr>
          <a:xfrm rot="5400000">
            <a:off x="289926" y="1117124"/>
            <a:ext cx="160293" cy="121527"/>
          </a:xfrm>
          <a:custGeom>
            <a:rect b="b" l="l" r="r" t="t"/>
            <a:pathLst>
              <a:path extrusionOk="0" h="2022" w="2667">
                <a:moveTo>
                  <a:pt x="2287" y="0"/>
                </a:moveTo>
                <a:cubicBezTo>
                  <a:pt x="2251" y="0"/>
                  <a:pt x="2213" y="5"/>
                  <a:pt x="2176" y="16"/>
                </a:cubicBezTo>
                <a:cubicBezTo>
                  <a:pt x="2048" y="37"/>
                  <a:pt x="1941" y="80"/>
                  <a:pt x="1856" y="165"/>
                </a:cubicBezTo>
                <a:lnTo>
                  <a:pt x="1600" y="336"/>
                </a:lnTo>
                <a:cubicBezTo>
                  <a:pt x="1451" y="443"/>
                  <a:pt x="1280" y="549"/>
                  <a:pt x="1131" y="677"/>
                </a:cubicBezTo>
                <a:cubicBezTo>
                  <a:pt x="790" y="912"/>
                  <a:pt x="470" y="1146"/>
                  <a:pt x="129" y="1424"/>
                </a:cubicBezTo>
                <a:cubicBezTo>
                  <a:pt x="1" y="1530"/>
                  <a:pt x="1" y="1744"/>
                  <a:pt x="107" y="1871"/>
                </a:cubicBezTo>
                <a:cubicBezTo>
                  <a:pt x="177" y="1970"/>
                  <a:pt x="284" y="2022"/>
                  <a:pt x="398" y="2022"/>
                </a:cubicBezTo>
                <a:cubicBezTo>
                  <a:pt x="457" y="2022"/>
                  <a:pt x="518" y="2007"/>
                  <a:pt x="576" y="1978"/>
                </a:cubicBezTo>
                <a:cubicBezTo>
                  <a:pt x="918" y="1765"/>
                  <a:pt x="1238" y="1552"/>
                  <a:pt x="1557" y="1338"/>
                </a:cubicBezTo>
                <a:cubicBezTo>
                  <a:pt x="1728" y="1232"/>
                  <a:pt x="1899" y="1125"/>
                  <a:pt x="2048" y="1018"/>
                </a:cubicBezTo>
                <a:lnTo>
                  <a:pt x="2283" y="848"/>
                </a:lnTo>
                <a:cubicBezTo>
                  <a:pt x="2411" y="763"/>
                  <a:pt x="2517" y="677"/>
                  <a:pt x="2602" y="549"/>
                </a:cubicBezTo>
                <a:cubicBezTo>
                  <a:pt x="2666" y="421"/>
                  <a:pt x="2645" y="251"/>
                  <a:pt x="2560" y="144"/>
                </a:cubicBezTo>
                <a:cubicBezTo>
                  <a:pt x="2496" y="48"/>
                  <a:pt x="2396" y="0"/>
                  <a:pt x="22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114"/>
          <p:cNvSpPr/>
          <p:nvPr/>
        </p:nvSpPr>
        <p:spPr>
          <a:xfrm rot="5400000">
            <a:off x="104008" y="1182902"/>
            <a:ext cx="98748" cy="151518"/>
          </a:xfrm>
          <a:custGeom>
            <a:rect b="b" l="l" r="r" t="t"/>
            <a:pathLst>
              <a:path extrusionOk="0" h="2521" w="1643">
                <a:moveTo>
                  <a:pt x="394" y="0"/>
                </a:moveTo>
                <a:cubicBezTo>
                  <a:pt x="370" y="0"/>
                  <a:pt x="345" y="3"/>
                  <a:pt x="320" y="8"/>
                </a:cubicBezTo>
                <a:cubicBezTo>
                  <a:pt x="149" y="30"/>
                  <a:pt x="0" y="179"/>
                  <a:pt x="0" y="371"/>
                </a:cubicBezTo>
                <a:lnTo>
                  <a:pt x="21" y="371"/>
                </a:lnTo>
                <a:cubicBezTo>
                  <a:pt x="43" y="1053"/>
                  <a:pt x="256" y="1736"/>
                  <a:pt x="682" y="2290"/>
                </a:cubicBezTo>
                <a:cubicBezTo>
                  <a:pt x="746" y="2397"/>
                  <a:pt x="832" y="2461"/>
                  <a:pt x="960" y="2503"/>
                </a:cubicBezTo>
                <a:cubicBezTo>
                  <a:pt x="1000" y="2515"/>
                  <a:pt x="1040" y="2520"/>
                  <a:pt x="1079" y="2520"/>
                </a:cubicBezTo>
                <a:cubicBezTo>
                  <a:pt x="1187" y="2520"/>
                  <a:pt x="1293" y="2481"/>
                  <a:pt x="1386" y="2418"/>
                </a:cubicBezTo>
                <a:cubicBezTo>
                  <a:pt x="1600" y="2248"/>
                  <a:pt x="1642" y="1906"/>
                  <a:pt x="1429" y="1693"/>
                </a:cubicBezTo>
                <a:cubicBezTo>
                  <a:pt x="1391" y="1655"/>
                  <a:pt x="1335" y="1599"/>
                  <a:pt x="1293" y="1542"/>
                </a:cubicBezTo>
                <a:lnTo>
                  <a:pt x="1293" y="1542"/>
                </a:lnTo>
                <a:lnTo>
                  <a:pt x="1280" y="1501"/>
                </a:lnTo>
                <a:cubicBezTo>
                  <a:pt x="1258" y="1480"/>
                  <a:pt x="1216" y="1437"/>
                  <a:pt x="1216" y="1416"/>
                </a:cubicBezTo>
                <a:cubicBezTo>
                  <a:pt x="1130" y="1288"/>
                  <a:pt x="1045" y="1160"/>
                  <a:pt x="981" y="1032"/>
                </a:cubicBezTo>
                <a:lnTo>
                  <a:pt x="960" y="947"/>
                </a:lnTo>
                <a:cubicBezTo>
                  <a:pt x="950" y="927"/>
                  <a:pt x="945" y="917"/>
                  <a:pt x="944" y="917"/>
                </a:cubicBezTo>
                <a:lnTo>
                  <a:pt x="944" y="917"/>
                </a:lnTo>
                <a:cubicBezTo>
                  <a:pt x="943" y="917"/>
                  <a:pt x="948" y="933"/>
                  <a:pt x="960" y="968"/>
                </a:cubicBezTo>
                <a:cubicBezTo>
                  <a:pt x="938" y="947"/>
                  <a:pt x="938" y="925"/>
                  <a:pt x="938" y="925"/>
                </a:cubicBezTo>
                <a:cubicBezTo>
                  <a:pt x="896" y="840"/>
                  <a:pt x="874" y="776"/>
                  <a:pt x="853" y="712"/>
                </a:cubicBezTo>
                <a:cubicBezTo>
                  <a:pt x="810" y="563"/>
                  <a:pt x="768" y="413"/>
                  <a:pt x="725" y="264"/>
                </a:cubicBezTo>
                <a:cubicBezTo>
                  <a:pt x="688" y="116"/>
                  <a:pt x="555" y="0"/>
                  <a:pt x="39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114"/>
          <p:cNvSpPr/>
          <p:nvPr/>
        </p:nvSpPr>
        <p:spPr>
          <a:xfrm rot="5400000">
            <a:off x="164588" y="1359298"/>
            <a:ext cx="141061" cy="110168"/>
          </a:xfrm>
          <a:custGeom>
            <a:rect b="b" l="l" r="r" t="t"/>
            <a:pathLst>
              <a:path extrusionOk="0" h="1833" w="2347">
                <a:moveTo>
                  <a:pt x="363" y="1"/>
                </a:moveTo>
                <a:cubicBezTo>
                  <a:pt x="278" y="1"/>
                  <a:pt x="171" y="43"/>
                  <a:pt x="107" y="107"/>
                </a:cubicBezTo>
                <a:cubicBezTo>
                  <a:pt x="64" y="171"/>
                  <a:pt x="22" y="235"/>
                  <a:pt x="22" y="321"/>
                </a:cubicBezTo>
                <a:cubicBezTo>
                  <a:pt x="0" y="491"/>
                  <a:pt x="107" y="640"/>
                  <a:pt x="278" y="704"/>
                </a:cubicBezTo>
                <a:lnTo>
                  <a:pt x="278" y="683"/>
                </a:lnTo>
                <a:lnTo>
                  <a:pt x="363" y="704"/>
                </a:lnTo>
                <a:lnTo>
                  <a:pt x="342" y="704"/>
                </a:lnTo>
                <a:lnTo>
                  <a:pt x="384" y="726"/>
                </a:lnTo>
                <a:lnTo>
                  <a:pt x="555" y="811"/>
                </a:lnTo>
                <a:cubicBezTo>
                  <a:pt x="661" y="875"/>
                  <a:pt x="768" y="939"/>
                  <a:pt x="875" y="1003"/>
                </a:cubicBezTo>
                <a:lnTo>
                  <a:pt x="917" y="1046"/>
                </a:lnTo>
                <a:cubicBezTo>
                  <a:pt x="926" y="1050"/>
                  <a:pt x="930" y="1052"/>
                  <a:pt x="931" y="1052"/>
                </a:cubicBezTo>
                <a:cubicBezTo>
                  <a:pt x="937" y="1052"/>
                  <a:pt x="896" y="1024"/>
                  <a:pt x="896" y="1024"/>
                </a:cubicBezTo>
                <a:lnTo>
                  <a:pt x="896" y="1024"/>
                </a:lnTo>
                <a:lnTo>
                  <a:pt x="1003" y="1088"/>
                </a:lnTo>
                <a:cubicBezTo>
                  <a:pt x="1003" y="1088"/>
                  <a:pt x="976" y="1075"/>
                  <a:pt x="960" y="1067"/>
                </a:cubicBezTo>
                <a:lnTo>
                  <a:pt x="960" y="1067"/>
                </a:lnTo>
                <a:cubicBezTo>
                  <a:pt x="1003" y="1110"/>
                  <a:pt x="1067" y="1152"/>
                  <a:pt x="1109" y="1195"/>
                </a:cubicBezTo>
                <a:cubicBezTo>
                  <a:pt x="1191" y="1277"/>
                  <a:pt x="1273" y="1378"/>
                  <a:pt x="1354" y="1480"/>
                </a:cubicBezTo>
                <a:lnTo>
                  <a:pt x="1354" y="1480"/>
                </a:lnTo>
                <a:lnTo>
                  <a:pt x="1386" y="1536"/>
                </a:lnTo>
                <a:cubicBezTo>
                  <a:pt x="1450" y="1621"/>
                  <a:pt x="1536" y="1707"/>
                  <a:pt x="1642" y="1771"/>
                </a:cubicBezTo>
                <a:cubicBezTo>
                  <a:pt x="1713" y="1811"/>
                  <a:pt x="1798" y="1832"/>
                  <a:pt x="1881" y="1832"/>
                </a:cubicBezTo>
                <a:cubicBezTo>
                  <a:pt x="1974" y="1832"/>
                  <a:pt x="2065" y="1806"/>
                  <a:pt x="2133" y="1749"/>
                </a:cubicBezTo>
                <a:cubicBezTo>
                  <a:pt x="2282" y="1621"/>
                  <a:pt x="2346" y="1451"/>
                  <a:pt x="2303" y="1259"/>
                </a:cubicBezTo>
                <a:cubicBezTo>
                  <a:pt x="2218" y="1067"/>
                  <a:pt x="2090" y="875"/>
                  <a:pt x="1920" y="726"/>
                </a:cubicBezTo>
                <a:cubicBezTo>
                  <a:pt x="1770" y="598"/>
                  <a:pt x="1600" y="470"/>
                  <a:pt x="1450" y="363"/>
                </a:cubicBezTo>
                <a:cubicBezTo>
                  <a:pt x="1109" y="171"/>
                  <a:pt x="747" y="43"/>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114"/>
          <p:cNvSpPr/>
          <p:nvPr/>
        </p:nvSpPr>
        <p:spPr>
          <a:xfrm rot="5400000">
            <a:off x="423709" y="1344842"/>
            <a:ext cx="80658" cy="168347"/>
          </a:xfrm>
          <a:custGeom>
            <a:rect b="b" l="l" r="r" t="t"/>
            <a:pathLst>
              <a:path extrusionOk="0" h="2801" w="1342">
                <a:moveTo>
                  <a:pt x="1008" y="0"/>
                </a:moveTo>
                <a:cubicBezTo>
                  <a:pt x="956" y="0"/>
                  <a:pt x="903" y="16"/>
                  <a:pt x="854" y="50"/>
                </a:cubicBezTo>
                <a:lnTo>
                  <a:pt x="875" y="50"/>
                </a:lnTo>
                <a:cubicBezTo>
                  <a:pt x="811" y="114"/>
                  <a:pt x="747" y="178"/>
                  <a:pt x="683" y="242"/>
                </a:cubicBezTo>
                <a:lnTo>
                  <a:pt x="640" y="306"/>
                </a:lnTo>
                <a:cubicBezTo>
                  <a:pt x="653" y="299"/>
                  <a:pt x="660" y="297"/>
                  <a:pt x="663" y="297"/>
                </a:cubicBezTo>
                <a:lnTo>
                  <a:pt x="663" y="297"/>
                </a:lnTo>
                <a:cubicBezTo>
                  <a:pt x="669" y="297"/>
                  <a:pt x="649" y="312"/>
                  <a:pt x="619" y="327"/>
                </a:cubicBezTo>
                <a:cubicBezTo>
                  <a:pt x="598" y="327"/>
                  <a:pt x="577" y="348"/>
                  <a:pt x="577" y="370"/>
                </a:cubicBezTo>
                <a:cubicBezTo>
                  <a:pt x="534" y="434"/>
                  <a:pt x="513" y="476"/>
                  <a:pt x="470" y="519"/>
                </a:cubicBezTo>
                <a:cubicBezTo>
                  <a:pt x="363" y="711"/>
                  <a:pt x="278" y="903"/>
                  <a:pt x="193" y="1095"/>
                </a:cubicBezTo>
                <a:cubicBezTo>
                  <a:pt x="129" y="1265"/>
                  <a:pt x="86" y="1436"/>
                  <a:pt x="65" y="1628"/>
                </a:cubicBezTo>
                <a:cubicBezTo>
                  <a:pt x="65" y="1649"/>
                  <a:pt x="65" y="1671"/>
                  <a:pt x="65" y="1692"/>
                </a:cubicBezTo>
                <a:cubicBezTo>
                  <a:pt x="65" y="1722"/>
                  <a:pt x="54" y="1807"/>
                  <a:pt x="55" y="1807"/>
                </a:cubicBezTo>
                <a:cubicBezTo>
                  <a:pt x="56" y="1807"/>
                  <a:pt x="59" y="1793"/>
                  <a:pt x="65" y="1756"/>
                </a:cubicBezTo>
                <a:lnTo>
                  <a:pt x="65" y="1756"/>
                </a:lnTo>
                <a:cubicBezTo>
                  <a:pt x="65" y="1841"/>
                  <a:pt x="43" y="1926"/>
                  <a:pt x="22" y="2012"/>
                </a:cubicBezTo>
                <a:lnTo>
                  <a:pt x="22" y="2076"/>
                </a:lnTo>
                <a:lnTo>
                  <a:pt x="22" y="2097"/>
                </a:lnTo>
                <a:cubicBezTo>
                  <a:pt x="22" y="2121"/>
                  <a:pt x="22" y="2161"/>
                  <a:pt x="22" y="2161"/>
                </a:cubicBezTo>
                <a:cubicBezTo>
                  <a:pt x="1" y="2204"/>
                  <a:pt x="1" y="2246"/>
                  <a:pt x="22" y="2289"/>
                </a:cubicBezTo>
                <a:cubicBezTo>
                  <a:pt x="22" y="2545"/>
                  <a:pt x="214" y="2758"/>
                  <a:pt x="470" y="2801"/>
                </a:cubicBezTo>
                <a:cubicBezTo>
                  <a:pt x="726" y="2801"/>
                  <a:pt x="939" y="2566"/>
                  <a:pt x="960" y="2310"/>
                </a:cubicBezTo>
                <a:cubicBezTo>
                  <a:pt x="960" y="2243"/>
                  <a:pt x="960" y="2108"/>
                  <a:pt x="918" y="2034"/>
                </a:cubicBezTo>
                <a:lnTo>
                  <a:pt x="918" y="2034"/>
                </a:lnTo>
                <a:lnTo>
                  <a:pt x="918" y="2033"/>
                </a:lnTo>
                <a:lnTo>
                  <a:pt x="918" y="1777"/>
                </a:lnTo>
                <a:lnTo>
                  <a:pt x="918" y="1649"/>
                </a:lnTo>
                <a:lnTo>
                  <a:pt x="918" y="1585"/>
                </a:lnTo>
                <a:cubicBezTo>
                  <a:pt x="918" y="1500"/>
                  <a:pt x="939" y="1393"/>
                  <a:pt x="960" y="1308"/>
                </a:cubicBezTo>
                <a:cubicBezTo>
                  <a:pt x="1003" y="1137"/>
                  <a:pt x="1046" y="988"/>
                  <a:pt x="1088" y="817"/>
                </a:cubicBezTo>
                <a:cubicBezTo>
                  <a:pt x="1088" y="817"/>
                  <a:pt x="1133" y="743"/>
                  <a:pt x="1123" y="743"/>
                </a:cubicBezTo>
                <a:lnTo>
                  <a:pt x="1123" y="743"/>
                </a:lnTo>
                <a:cubicBezTo>
                  <a:pt x="1121" y="743"/>
                  <a:pt x="1117" y="746"/>
                  <a:pt x="1110" y="754"/>
                </a:cubicBezTo>
                <a:cubicBezTo>
                  <a:pt x="1152" y="711"/>
                  <a:pt x="1174" y="647"/>
                  <a:pt x="1174" y="583"/>
                </a:cubicBezTo>
                <a:cubicBezTo>
                  <a:pt x="1174" y="540"/>
                  <a:pt x="1216" y="455"/>
                  <a:pt x="1259" y="370"/>
                </a:cubicBezTo>
                <a:cubicBezTo>
                  <a:pt x="1341" y="172"/>
                  <a:pt x="1183"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14"/>
          <p:cNvSpPr/>
          <p:nvPr/>
        </p:nvSpPr>
        <p:spPr>
          <a:xfrm rot="5400000">
            <a:off x="530747" y="1236302"/>
            <a:ext cx="100191" cy="135471"/>
          </a:xfrm>
          <a:custGeom>
            <a:rect b="b" l="l" r="r" t="t"/>
            <a:pathLst>
              <a:path extrusionOk="0" h="2254" w="1667">
                <a:moveTo>
                  <a:pt x="321" y="0"/>
                </a:moveTo>
                <a:cubicBezTo>
                  <a:pt x="153" y="0"/>
                  <a:pt x="0" y="155"/>
                  <a:pt x="46" y="355"/>
                </a:cubicBezTo>
                <a:cubicBezTo>
                  <a:pt x="153" y="653"/>
                  <a:pt x="259" y="931"/>
                  <a:pt x="409" y="1187"/>
                </a:cubicBezTo>
                <a:cubicBezTo>
                  <a:pt x="520" y="1428"/>
                  <a:pt x="631" y="1637"/>
                  <a:pt x="729" y="1855"/>
                </a:cubicBezTo>
                <a:lnTo>
                  <a:pt x="729" y="1855"/>
                </a:lnTo>
                <a:cubicBezTo>
                  <a:pt x="729" y="1874"/>
                  <a:pt x="729" y="1893"/>
                  <a:pt x="729" y="1912"/>
                </a:cubicBezTo>
                <a:cubicBezTo>
                  <a:pt x="771" y="2082"/>
                  <a:pt x="899" y="2189"/>
                  <a:pt x="1048" y="2232"/>
                </a:cubicBezTo>
                <a:cubicBezTo>
                  <a:pt x="1094" y="2247"/>
                  <a:pt x="1139" y="2254"/>
                  <a:pt x="1183" y="2254"/>
                </a:cubicBezTo>
                <a:cubicBezTo>
                  <a:pt x="1264" y="2254"/>
                  <a:pt x="1342" y="2230"/>
                  <a:pt x="1411" y="2189"/>
                </a:cubicBezTo>
                <a:cubicBezTo>
                  <a:pt x="1518" y="2125"/>
                  <a:pt x="1603" y="2040"/>
                  <a:pt x="1624" y="1912"/>
                </a:cubicBezTo>
                <a:cubicBezTo>
                  <a:pt x="1667" y="1741"/>
                  <a:pt x="1624" y="1570"/>
                  <a:pt x="1518" y="1443"/>
                </a:cubicBezTo>
                <a:cubicBezTo>
                  <a:pt x="1502" y="1435"/>
                  <a:pt x="1492" y="1430"/>
                  <a:pt x="1488" y="1430"/>
                </a:cubicBezTo>
                <a:lnTo>
                  <a:pt x="1488" y="1430"/>
                </a:lnTo>
                <a:cubicBezTo>
                  <a:pt x="1481" y="1430"/>
                  <a:pt x="1491" y="1445"/>
                  <a:pt x="1518" y="1485"/>
                </a:cubicBezTo>
                <a:lnTo>
                  <a:pt x="1475" y="1443"/>
                </a:lnTo>
                <a:lnTo>
                  <a:pt x="1411" y="1357"/>
                </a:lnTo>
                <a:cubicBezTo>
                  <a:pt x="1368" y="1293"/>
                  <a:pt x="1326" y="1229"/>
                  <a:pt x="1283" y="1165"/>
                </a:cubicBezTo>
                <a:lnTo>
                  <a:pt x="1048" y="803"/>
                </a:lnTo>
                <a:cubicBezTo>
                  <a:pt x="899" y="568"/>
                  <a:pt x="707" y="312"/>
                  <a:pt x="515" y="78"/>
                </a:cubicBezTo>
                <a:cubicBezTo>
                  <a:pt x="455" y="24"/>
                  <a:pt x="387" y="0"/>
                  <a:pt x="32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114"/>
          <p:cNvSpPr/>
          <p:nvPr/>
        </p:nvSpPr>
        <p:spPr>
          <a:xfrm rot="5400000">
            <a:off x="510734" y="1029977"/>
            <a:ext cx="93640" cy="131805"/>
          </a:xfrm>
          <a:custGeom>
            <a:rect b="b" l="l" r="r" t="t"/>
            <a:pathLst>
              <a:path extrusionOk="0" h="2193" w="1558">
                <a:moveTo>
                  <a:pt x="378" y="1"/>
                </a:moveTo>
                <a:cubicBezTo>
                  <a:pt x="204" y="1"/>
                  <a:pt x="33" y="120"/>
                  <a:pt x="22" y="342"/>
                </a:cubicBezTo>
                <a:lnTo>
                  <a:pt x="0" y="363"/>
                </a:lnTo>
                <a:cubicBezTo>
                  <a:pt x="0" y="662"/>
                  <a:pt x="64" y="961"/>
                  <a:pt x="192" y="1238"/>
                </a:cubicBezTo>
                <a:cubicBezTo>
                  <a:pt x="235" y="1387"/>
                  <a:pt x="320" y="1515"/>
                  <a:pt x="405" y="1664"/>
                </a:cubicBezTo>
                <a:cubicBezTo>
                  <a:pt x="448" y="1728"/>
                  <a:pt x="469" y="1792"/>
                  <a:pt x="512" y="1835"/>
                </a:cubicBezTo>
                <a:cubicBezTo>
                  <a:pt x="533" y="1899"/>
                  <a:pt x="576" y="1942"/>
                  <a:pt x="640" y="2006"/>
                </a:cubicBezTo>
                <a:cubicBezTo>
                  <a:pt x="683" y="2048"/>
                  <a:pt x="747" y="2091"/>
                  <a:pt x="811" y="2133"/>
                </a:cubicBezTo>
                <a:lnTo>
                  <a:pt x="917" y="2176"/>
                </a:lnTo>
                <a:cubicBezTo>
                  <a:pt x="949" y="2187"/>
                  <a:pt x="981" y="2192"/>
                  <a:pt x="1013" y="2192"/>
                </a:cubicBezTo>
                <a:cubicBezTo>
                  <a:pt x="1045" y="2192"/>
                  <a:pt x="1077" y="2187"/>
                  <a:pt x="1109" y="2176"/>
                </a:cubicBezTo>
                <a:cubicBezTo>
                  <a:pt x="1216" y="2176"/>
                  <a:pt x="1323" y="2133"/>
                  <a:pt x="1408" y="2048"/>
                </a:cubicBezTo>
                <a:cubicBezTo>
                  <a:pt x="1450" y="1984"/>
                  <a:pt x="1493" y="1920"/>
                  <a:pt x="1536" y="1835"/>
                </a:cubicBezTo>
                <a:cubicBezTo>
                  <a:pt x="1557" y="1707"/>
                  <a:pt x="1536" y="1558"/>
                  <a:pt x="1472" y="1451"/>
                </a:cubicBezTo>
                <a:cubicBezTo>
                  <a:pt x="1429" y="1387"/>
                  <a:pt x="1386" y="1323"/>
                  <a:pt x="1323" y="1259"/>
                </a:cubicBezTo>
                <a:lnTo>
                  <a:pt x="1237" y="1174"/>
                </a:lnTo>
                <a:cubicBezTo>
                  <a:pt x="1183" y="1120"/>
                  <a:pt x="1130" y="1066"/>
                  <a:pt x="1076" y="1012"/>
                </a:cubicBezTo>
                <a:lnTo>
                  <a:pt x="1076" y="1012"/>
                </a:lnTo>
                <a:cubicBezTo>
                  <a:pt x="991" y="889"/>
                  <a:pt x="916" y="759"/>
                  <a:pt x="852" y="636"/>
                </a:cubicBezTo>
                <a:lnTo>
                  <a:pt x="852" y="636"/>
                </a:lnTo>
                <a:cubicBezTo>
                  <a:pt x="831" y="573"/>
                  <a:pt x="810" y="511"/>
                  <a:pt x="789" y="449"/>
                </a:cubicBezTo>
                <a:lnTo>
                  <a:pt x="789" y="406"/>
                </a:lnTo>
                <a:cubicBezTo>
                  <a:pt x="768" y="363"/>
                  <a:pt x="768" y="342"/>
                  <a:pt x="747" y="299"/>
                </a:cubicBezTo>
                <a:lnTo>
                  <a:pt x="747" y="299"/>
                </a:lnTo>
                <a:lnTo>
                  <a:pt x="768" y="363"/>
                </a:lnTo>
                <a:cubicBezTo>
                  <a:pt x="747" y="321"/>
                  <a:pt x="725" y="278"/>
                  <a:pt x="725" y="257"/>
                </a:cubicBezTo>
                <a:cubicBezTo>
                  <a:pt x="667" y="83"/>
                  <a:pt x="522"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14"/>
          <p:cNvSpPr/>
          <p:nvPr/>
        </p:nvSpPr>
        <p:spPr>
          <a:xfrm rot="5400000">
            <a:off x="250651" y="844959"/>
            <a:ext cx="116599" cy="160834"/>
          </a:xfrm>
          <a:custGeom>
            <a:rect b="b" l="l" r="r" t="t"/>
            <a:pathLst>
              <a:path extrusionOk="0" h="2676" w="1940">
                <a:moveTo>
                  <a:pt x="1535" y="1"/>
                </a:moveTo>
                <a:cubicBezTo>
                  <a:pt x="1462" y="1"/>
                  <a:pt x="1387" y="29"/>
                  <a:pt x="1322" y="94"/>
                </a:cubicBezTo>
                <a:lnTo>
                  <a:pt x="1289" y="144"/>
                </a:lnTo>
                <a:lnTo>
                  <a:pt x="1289" y="144"/>
                </a:lnTo>
                <a:cubicBezTo>
                  <a:pt x="1277" y="150"/>
                  <a:pt x="1231" y="185"/>
                  <a:pt x="1216" y="200"/>
                </a:cubicBezTo>
                <a:cubicBezTo>
                  <a:pt x="1216" y="200"/>
                  <a:pt x="1152" y="264"/>
                  <a:pt x="1130" y="307"/>
                </a:cubicBezTo>
                <a:lnTo>
                  <a:pt x="960" y="499"/>
                </a:lnTo>
                <a:cubicBezTo>
                  <a:pt x="832" y="670"/>
                  <a:pt x="725" y="840"/>
                  <a:pt x="618" y="1011"/>
                </a:cubicBezTo>
                <a:cubicBezTo>
                  <a:pt x="512" y="1160"/>
                  <a:pt x="427" y="1309"/>
                  <a:pt x="341" y="1480"/>
                </a:cubicBezTo>
                <a:cubicBezTo>
                  <a:pt x="235" y="1651"/>
                  <a:pt x="149" y="1864"/>
                  <a:pt x="85" y="2056"/>
                </a:cubicBezTo>
                <a:cubicBezTo>
                  <a:pt x="0" y="2312"/>
                  <a:pt x="149" y="2589"/>
                  <a:pt x="427" y="2653"/>
                </a:cubicBezTo>
                <a:cubicBezTo>
                  <a:pt x="464" y="2668"/>
                  <a:pt x="507" y="2675"/>
                  <a:pt x="552" y="2675"/>
                </a:cubicBezTo>
                <a:cubicBezTo>
                  <a:pt x="634" y="2675"/>
                  <a:pt x="720" y="2652"/>
                  <a:pt x="789" y="2610"/>
                </a:cubicBezTo>
                <a:cubicBezTo>
                  <a:pt x="896" y="2546"/>
                  <a:pt x="981" y="2440"/>
                  <a:pt x="1024" y="2312"/>
                </a:cubicBezTo>
                <a:cubicBezTo>
                  <a:pt x="1045" y="2290"/>
                  <a:pt x="1045" y="2248"/>
                  <a:pt x="1066" y="2205"/>
                </a:cubicBezTo>
                <a:cubicBezTo>
                  <a:pt x="1088" y="2162"/>
                  <a:pt x="1088" y="2098"/>
                  <a:pt x="1088" y="2035"/>
                </a:cubicBezTo>
                <a:cubicBezTo>
                  <a:pt x="1088" y="2045"/>
                  <a:pt x="1088" y="2059"/>
                  <a:pt x="1088" y="2077"/>
                </a:cubicBezTo>
                <a:cubicBezTo>
                  <a:pt x="1088" y="2077"/>
                  <a:pt x="1152" y="1843"/>
                  <a:pt x="1152" y="1821"/>
                </a:cubicBezTo>
                <a:cubicBezTo>
                  <a:pt x="1194" y="1736"/>
                  <a:pt x="1216" y="1651"/>
                  <a:pt x="1237" y="1587"/>
                </a:cubicBezTo>
                <a:cubicBezTo>
                  <a:pt x="1237" y="1571"/>
                  <a:pt x="1272" y="1485"/>
                  <a:pt x="1273" y="1485"/>
                </a:cubicBezTo>
                <a:lnTo>
                  <a:pt x="1273" y="1485"/>
                </a:lnTo>
                <a:cubicBezTo>
                  <a:pt x="1273" y="1485"/>
                  <a:pt x="1269" y="1495"/>
                  <a:pt x="1258" y="1523"/>
                </a:cubicBezTo>
                <a:cubicBezTo>
                  <a:pt x="1280" y="1480"/>
                  <a:pt x="1301" y="1437"/>
                  <a:pt x="1322" y="1416"/>
                </a:cubicBezTo>
                <a:cubicBezTo>
                  <a:pt x="1386" y="1245"/>
                  <a:pt x="1472" y="1096"/>
                  <a:pt x="1557" y="947"/>
                </a:cubicBezTo>
                <a:cubicBezTo>
                  <a:pt x="1599" y="862"/>
                  <a:pt x="1642" y="776"/>
                  <a:pt x="1685" y="712"/>
                </a:cubicBezTo>
                <a:cubicBezTo>
                  <a:pt x="1727" y="627"/>
                  <a:pt x="1727" y="627"/>
                  <a:pt x="1749" y="606"/>
                </a:cubicBezTo>
                <a:lnTo>
                  <a:pt x="1770" y="542"/>
                </a:lnTo>
                <a:lnTo>
                  <a:pt x="1813" y="478"/>
                </a:lnTo>
                <a:cubicBezTo>
                  <a:pt x="1940" y="239"/>
                  <a:pt x="1747" y="1"/>
                  <a:pt x="15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114"/>
          <p:cNvSpPr/>
          <p:nvPr/>
        </p:nvSpPr>
        <p:spPr>
          <a:xfrm rot="5400000">
            <a:off x="460400" y="828553"/>
            <a:ext cx="160293" cy="98869"/>
          </a:xfrm>
          <a:custGeom>
            <a:rect b="b" l="l" r="r" t="t"/>
            <a:pathLst>
              <a:path extrusionOk="0" h="1645" w="2667">
                <a:moveTo>
                  <a:pt x="534" y="1"/>
                </a:moveTo>
                <a:cubicBezTo>
                  <a:pt x="367" y="1"/>
                  <a:pt x="214" y="96"/>
                  <a:pt x="128" y="233"/>
                </a:cubicBezTo>
                <a:cubicBezTo>
                  <a:pt x="0" y="425"/>
                  <a:pt x="43" y="681"/>
                  <a:pt x="192" y="830"/>
                </a:cubicBezTo>
                <a:cubicBezTo>
                  <a:pt x="256" y="873"/>
                  <a:pt x="320" y="937"/>
                  <a:pt x="384" y="958"/>
                </a:cubicBezTo>
                <a:cubicBezTo>
                  <a:pt x="448" y="1001"/>
                  <a:pt x="512" y="1022"/>
                  <a:pt x="598" y="1043"/>
                </a:cubicBezTo>
                <a:lnTo>
                  <a:pt x="832" y="1150"/>
                </a:lnTo>
                <a:cubicBezTo>
                  <a:pt x="981" y="1214"/>
                  <a:pt x="1152" y="1278"/>
                  <a:pt x="1301" y="1342"/>
                </a:cubicBezTo>
                <a:lnTo>
                  <a:pt x="1770" y="1491"/>
                </a:lnTo>
                <a:cubicBezTo>
                  <a:pt x="1920" y="1555"/>
                  <a:pt x="2112" y="1576"/>
                  <a:pt x="2282" y="1640"/>
                </a:cubicBezTo>
                <a:cubicBezTo>
                  <a:pt x="2299" y="1643"/>
                  <a:pt x="2315" y="1644"/>
                  <a:pt x="2332" y="1644"/>
                </a:cubicBezTo>
                <a:cubicBezTo>
                  <a:pt x="2446" y="1644"/>
                  <a:pt x="2565" y="1582"/>
                  <a:pt x="2602" y="1470"/>
                </a:cubicBezTo>
                <a:cubicBezTo>
                  <a:pt x="2666" y="1342"/>
                  <a:pt x="2602" y="1193"/>
                  <a:pt x="2496" y="1107"/>
                </a:cubicBezTo>
                <a:cubicBezTo>
                  <a:pt x="2432" y="1065"/>
                  <a:pt x="2368" y="1022"/>
                  <a:pt x="2282" y="958"/>
                </a:cubicBezTo>
                <a:lnTo>
                  <a:pt x="2218" y="915"/>
                </a:lnTo>
                <a:lnTo>
                  <a:pt x="2090" y="809"/>
                </a:lnTo>
                <a:cubicBezTo>
                  <a:pt x="1941" y="723"/>
                  <a:pt x="1792" y="638"/>
                  <a:pt x="1643" y="553"/>
                </a:cubicBezTo>
                <a:cubicBezTo>
                  <a:pt x="1493" y="468"/>
                  <a:pt x="1344" y="382"/>
                  <a:pt x="1195" y="276"/>
                </a:cubicBezTo>
                <a:cubicBezTo>
                  <a:pt x="1045" y="169"/>
                  <a:pt x="853" y="84"/>
                  <a:pt x="662" y="20"/>
                </a:cubicBezTo>
                <a:cubicBezTo>
                  <a:pt x="619" y="7"/>
                  <a:pt x="576" y="1"/>
                  <a:pt x="5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114"/>
          <p:cNvSpPr/>
          <p:nvPr/>
        </p:nvSpPr>
        <p:spPr>
          <a:xfrm rot="5400000">
            <a:off x="287402" y="681337"/>
            <a:ext cx="153021" cy="109206"/>
          </a:xfrm>
          <a:custGeom>
            <a:rect b="b" l="l" r="r" t="t"/>
            <a:pathLst>
              <a:path extrusionOk="0" h="1817" w="2546">
                <a:moveTo>
                  <a:pt x="1877" y="633"/>
                </a:moveTo>
                <a:cubicBezTo>
                  <a:pt x="1875" y="633"/>
                  <a:pt x="1863" y="636"/>
                  <a:pt x="1834" y="643"/>
                </a:cubicBezTo>
                <a:cubicBezTo>
                  <a:pt x="1848" y="643"/>
                  <a:pt x="1882" y="633"/>
                  <a:pt x="1877" y="633"/>
                </a:cubicBezTo>
                <a:close/>
                <a:moveTo>
                  <a:pt x="2171" y="1"/>
                </a:moveTo>
                <a:cubicBezTo>
                  <a:pt x="2159" y="1"/>
                  <a:pt x="2146" y="1"/>
                  <a:pt x="2133" y="3"/>
                </a:cubicBezTo>
                <a:lnTo>
                  <a:pt x="2154" y="24"/>
                </a:lnTo>
                <a:cubicBezTo>
                  <a:pt x="2120" y="23"/>
                  <a:pt x="2085" y="22"/>
                  <a:pt x="2051" y="22"/>
                </a:cubicBezTo>
                <a:cubicBezTo>
                  <a:pt x="1680" y="22"/>
                  <a:pt x="1315" y="124"/>
                  <a:pt x="1003" y="280"/>
                </a:cubicBezTo>
                <a:cubicBezTo>
                  <a:pt x="917" y="323"/>
                  <a:pt x="853" y="366"/>
                  <a:pt x="768" y="408"/>
                </a:cubicBezTo>
                <a:cubicBezTo>
                  <a:pt x="725" y="451"/>
                  <a:pt x="704" y="472"/>
                  <a:pt x="661" y="494"/>
                </a:cubicBezTo>
                <a:cubicBezTo>
                  <a:pt x="597" y="536"/>
                  <a:pt x="555" y="579"/>
                  <a:pt x="491" y="621"/>
                </a:cubicBezTo>
                <a:cubicBezTo>
                  <a:pt x="528" y="597"/>
                  <a:pt x="544" y="586"/>
                  <a:pt x="546" y="586"/>
                </a:cubicBezTo>
                <a:lnTo>
                  <a:pt x="546" y="586"/>
                </a:lnTo>
                <a:cubicBezTo>
                  <a:pt x="547" y="586"/>
                  <a:pt x="542" y="591"/>
                  <a:pt x="533" y="600"/>
                </a:cubicBezTo>
                <a:lnTo>
                  <a:pt x="512" y="621"/>
                </a:lnTo>
                <a:cubicBezTo>
                  <a:pt x="469" y="643"/>
                  <a:pt x="427" y="685"/>
                  <a:pt x="384" y="707"/>
                </a:cubicBezTo>
                <a:cubicBezTo>
                  <a:pt x="341" y="749"/>
                  <a:pt x="320" y="771"/>
                  <a:pt x="299" y="813"/>
                </a:cubicBezTo>
                <a:cubicBezTo>
                  <a:pt x="235" y="856"/>
                  <a:pt x="192" y="920"/>
                  <a:pt x="149" y="984"/>
                </a:cubicBezTo>
                <a:cubicBezTo>
                  <a:pt x="124" y="1035"/>
                  <a:pt x="108" y="1070"/>
                  <a:pt x="101" y="1087"/>
                </a:cubicBezTo>
                <a:lnTo>
                  <a:pt x="101" y="1087"/>
                </a:lnTo>
                <a:cubicBezTo>
                  <a:pt x="104" y="1076"/>
                  <a:pt x="107" y="1063"/>
                  <a:pt x="107" y="1048"/>
                </a:cubicBezTo>
                <a:lnTo>
                  <a:pt x="107" y="1048"/>
                </a:lnTo>
                <a:cubicBezTo>
                  <a:pt x="98" y="1082"/>
                  <a:pt x="93" y="1099"/>
                  <a:pt x="94" y="1099"/>
                </a:cubicBezTo>
                <a:cubicBezTo>
                  <a:pt x="95" y="1099"/>
                  <a:pt x="97" y="1095"/>
                  <a:pt x="101" y="1087"/>
                </a:cubicBezTo>
                <a:lnTo>
                  <a:pt x="101" y="1087"/>
                </a:lnTo>
                <a:cubicBezTo>
                  <a:pt x="94" y="1106"/>
                  <a:pt x="85" y="1120"/>
                  <a:pt x="85" y="1133"/>
                </a:cubicBezTo>
                <a:cubicBezTo>
                  <a:pt x="22" y="1240"/>
                  <a:pt x="0" y="1368"/>
                  <a:pt x="43" y="1475"/>
                </a:cubicBezTo>
                <a:cubicBezTo>
                  <a:pt x="64" y="1602"/>
                  <a:pt x="149" y="1688"/>
                  <a:pt x="256" y="1752"/>
                </a:cubicBezTo>
                <a:cubicBezTo>
                  <a:pt x="325" y="1793"/>
                  <a:pt x="403" y="1817"/>
                  <a:pt x="478" y="1817"/>
                </a:cubicBezTo>
                <a:cubicBezTo>
                  <a:pt x="519" y="1817"/>
                  <a:pt x="560" y="1810"/>
                  <a:pt x="597" y="1794"/>
                </a:cubicBezTo>
                <a:cubicBezTo>
                  <a:pt x="725" y="1752"/>
                  <a:pt x="811" y="1688"/>
                  <a:pt x="875" y="1581"/>
                </a:cubicBezTo>
                <a:lnTo>
                  <a:pt x="875" y="1581"/>
                </a:lnTo>
                <a:cubicBezTo>
                  <a:pt x="888" y="1568"/>
                  <a:pt x="880" y="1576"/>
                  <a:pt x="896" y="1560"/>
                </a:cubicBezTo>
                <a:cubicBezTo>
                  <a:pt x="939" y="1517"/>
                  <a:pt x="981" y="1453"/>
                  <a:pt x="1024" y="1389"/>
                </a:cubicBezTo>
                <a:cubicBezTo>
                  <a:pt x="1045" y="1347"/>
                  <a:pt x="1066" y="1304"/>
                  <a:pt x="1088" y="1283"/>
                </a:cubicBezTo>
                <a:cubicBezTo>
                  <a:pt x="1102" y="1253"/>
                  <a:pt x="1137" y="1194"/>
                  <a:pt x="1130" y="1194"/>
                </a:cubicBezTo>
                <a:lnTo>
                  <a:pt x="1130" y="1194"/>
                </a:lnTo>
                <a:cubicBezTo>
                  <a:pt x="1127" y="1194"/>
                  <a:pt x="1115" y="1206"/>
                  <a:pt x="1088" y="1240"/>
                </a:cubicBezTo>
                <a:cubicBezTo>
                  <a:pt x="1130" y="1176"/>
                  <a:pt x="1194" y="1112"/>
                  <a:pt x="1237" y="1069"/>
                </a:cubicBezTo>
                <a:cubicBezTo>
                  <a:pt x="1301" y="1005"/>
                  <a:pt x="1301" y="1005"/>
                  <a:pt x="1322" y="984"/>
                </a:cubicBezTo>
                <a:lnTo>
                  <a:pt x="1386" y="941"/>
                </a:lnTo>
                <a:cubicBezTo>
                  <a:pt x="1514" y="835"/>
                  <a:pt x="1642" y="749"/>
                  <a:pt x="1792" y="664"/>
                </a:cubicBezTo>
                <a:lnTo>
                  <a:pt x="1834" y="643"/>
                </a:lnTo>
                <a:lnTo>
                  <a:pt x="1962" y="600"/>
                </a:lnTo>
                <a:cubicBezTo>
                  <a:pt x="2047" y="579"/>
                  <a:pt x="2111" y="558"/>
                  <a:pt x="2197" y="536"/>
                </a:cubicBezTo>
                <a:cubicBezTo>
                  <a:pt x="2545" y="495"/>
                  <a:pt x="2480" y="1"/>
                  <a:pt x="21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114"/>
          <p:cNvSpPr/>
          <p:nvPr/>
        </p:nvSpPr>
        <p:spPr>
          <a:xfrm rot="5400000">
            <a:off x="473142" y="558520"/>
            <a:ext cx="75068" cy="133247"/>
          </a:xfrm>
          <a:custGeom>
            <a:rect b="b" l="l" r="r" t="t"/>
            <a:pathLst>
              <a:path extrusionOk="0" h="2217" w="1249">
                <a:moveTo>
                  <a:pt x="1089" y="1813"/>
                </a:moveTo>
                <a:lnTo>
                  <a:pt x="1089" y="1821"/>
                </a:lnTo>
                <a:lnTo>
                  <a:pt x="1089" y="1821"/>
                </a:lnTo>
                <a:cubicBezTo>
                  <a:pt x="1089" y="1818"/>
                  <a:pt x="1089" y="1816"/>
                  <a:pt x="1089" y="1813"/>
                </a:cubicBezTo>
                <a:close/>
                <a:moveTo>
                  <a:pt x="470" y="1"/>
                </a:moveTo>
                <a:cubicBezTo>
                  <a:pt x="278" y="1"/>
                  <a:pt x="108" y="129"/>
                  <a:pt x="44" y="320"/>
                </a:cubicBezTo>
                <a:cubicBezTo>
                  <a:pt x="1" y="448"/>
                  <a:pt x="1" y="576"/>
                  <a:pt x="22" y="726"/>
                </a:cubicBezTo>
                <a:cubicBezTo>
                  <a:pt x="22" y="790"/>
                  <a:pt x="44" y="854"/>
                  <a:pt x="65" y="918"/>
                </a:cubicBezTo>
                <a:cubicBezTo>
                  <a:pt x="108" y="1088"/>
                  <a:pt x="172" y="1259"/>
                  <a:pt x="236" y="1408"/>
                </a:cubicBezTo>
                <a:cubicBezTo>
                  <a:pt x="299" y="1536"/>
                  <a:pt x="363" y="1664"/>
                  <a:pt x="449" y="1771"/>
                </a:cubicBezTo>
                <a:cubicBezTo>
                  <a:pt x="491" y="1856"/>
                  <a:pt x="555" y="1920"/>
                  <a:pt x="598" y="1984"/>
                </a:cubicBezTo>
                <a:cubicBezTo>
                  <a:pt x="650" y="2053"/>
                  <a:pt x="715" y="2108"/>
                  <a:pt x="794" y="2137"/>
                </a:cubicBezTo>
                <a:lnTo>
                  <a:pt x="794" y="2137"/>
                </a:lnTo>
                <a:lnTo>
                  <a:pt x="811" y="2155"/>
                </a:lnTo>
                <a:cubicBezTo>
                  <a:pt x="854" y="2198"/>
                  <a:pt x="906" y="2216"/>
                  <a:pt x="956" y="2216"/>
                </a:cubicBezTo>
                <a:cubicBezTo>
                  <a:pt x="1105" y="2216"/>
                  <a:pt x="1248" y="2053"/>
                  <a:pt x="1153" y="1877"/>
                </a:cubicBezTo>
                <a:lnTo>
                  <a:pt x="1124" y="1877"/>
                </a:lnTo>
                <a:cubicBezTo>
                  <a:pt x="1122" y="1856"/>
                  <a:pt x="1117" y="1835"/>
                  <a:pt x="1110" y="1813"/>
                </a:cubicBezTo>
                <a:lnTo>
                  <a:pt x="1110" y="1792"/>
                </a:lnTo>
                <a:cubicBezTo>
                  <a:pt x="1110" y="1792"/>
                  <a:pt x="1089" y="1771"/>
                  <a:pt x="1089" y="1749"/>
                </a:cubicBezTo>
                <a:cubicBezTo>
                  <a:pt x="1067" y="1707"/>
                  <a:pt x="1046" y="1664"/>
                  <a:pt x="1046" y="1600"/>
                </a:cubicBezTo>
                <a:cubicBezTo>
                  <a:pt x="1003" y="1493"/>
                  <a:pt x="961" y="1387"/>
                  <a:pt x="939" y="1280"/>
                </a:cubicBezTo>
                <a:cubicBezTo>
                  <a:pt x="939" y="1238"/>
                  <a:pt x="918" y="1174"/>
                  <a:pt x="918" y="1131"/>
                </a:cubicBezTo>
                <a:lnTo>
                  <a:pt x="918" y="1110"/>
                </a:lnTo>
                <a:lnTo>
                  <a:pt x="918" y="1024"/>
                </a:lnTo>
                <a:cubicBezTo>
                  <a:pt x="900" y="937"/>
                  <a:pt x="897" y="849"/>
                  <a:pt x="909" y="750"/>
                </a:cubicBezTo>
                <a:lnTo>
                  <a:pt x="909" y="750"/>
                </a:lnTo>
                <a:cubicBezTo>
                  <a:pt x="910" y="741"/>
                  <a:pt x="911" y="731"/>
                  <a:pt x="912" y="722"/>
                </a:cubicBezTo>
                <a:lnTo>
                  <a:pt x="912" y="722"/>
                </a:lnTo>
                <a:cubicBezTo>
                  <a:pt x="914" y="709"/>
                  <a:pt x="916" y="696"/>
                  <a:pt x="918" y="683"/>
                </a:cubicBezTo>
                <a:lnTo>
                  <a:pt x="918" y="683"/>
                </a:lnTo>
                <a:lnTo>
                  <a:pt x="913" y="713"/>
                </a:lnTo>
                <a:lnTo>
                  <a:pt x="913" y="713"/>
                </a:lnTo>
                <a:cubicBezTo>
                  <a:pt x="918" y="661"/>
                  <a:pt x="918" y="608"/>
                  <a:pt x="918" y="555"/>
                </a:cubicBezTo>
                <a:cubicBezTo>
                  <a:pt x="918" y="470"/>
                  <a:pt x="897" y="384"/>
                  <a:pt x="897" y="320"/>
                </a:cubicBezTo>
                <a:cubicBezTo>
                  <a:pt x="875" y="214"/>
                  <a:pt x="811" y="150"/>
                  <a:pt x="726" y="86"/>
                </a:cubicBezTo>
                <a:cubicBezTo>
                  <a:pt x="662" y="22"/>
                  <a:pt x="555" y="1"/>
                  <a:pt x="47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114"/>
          <p:cNvSpPr/>
          <p:nvPr/>
        </p:nvSpPr>
        <p:spPr>
          <a:xfrm rot="5400000">
            <a:off x="66385" y="642780"/>
            <a:ext cx="86848" cy="176521"/>
          </a:xfrm>
          <a:custGeom>
            <a:rect b="b" l="l" r="r" t="t"/>
            <a:pathLst>
              <a:path extrusionOk="0" h="2937" w="1445">
                <a:moveTo>
                  <a:pt x="528" y="0"/>
                </a:moveTo>
                <a:cubicBezTo>
                  <a:pt x="356" y="0"/>
                  <a:pt x="210" y="103"/>
                  <a:pt x="171" y="259"/>
                </a:cubicBezTo>
                <a:cubicBezTo>
                  <a:pt x="22" y="643"/>
                  <a:pt x="0" y="1069"/>
                  <a:pt x="43" y="1475"/>
                </a:cubicBezTo>
                <a:cubicBezTo>
                  <a:pt x="86" y="1880"/>
                  <a:pt x="192" y="2285"/>
                  <a:pt x="342" y="2690"/>
                </a:cubicBezTo>
                <a:cubicBezTo>
                  <a:pt x="391" y="2865"/>
                  <a:pt x="536" y="2937"/>
                  <a:pt x="699" y="2937"/>
                </a:cubicBezTo>
                <a:cubicBezTo>
                  <a:pt x="1034" y="2937"/>
                  <a:pt x="1445" y="2636"/>
                  <a:pt x="1259" y="2306"/>
                </a:cubicBezTo>
                <a:cubicBezTo>
                  <a:pt x="1195" y="2221"/>
                  <a:pt x="1152" y="2136"/>
                  <a:pt x="1109" y="2072"/>
                </a:cubicBezTo>
                <a:cubicBezTo>
                  <a:pt x="1089" y="2032"/>
                  <a:pt x="1083" y="2015"/>
                  <a:pt x="1085" y="2015"/>
                </a:cubicBezTo>
                <a:lnTo>
                  <a:pt x="1085" y="2015"/>
                </a:lnTo>
                <a:cubicBezTo>
                  <a:pt x="1086" y="2015"/>
                  <a:pt x="1098" y="2038"/>
                  <a:pt x="1109" y="2072"/>
                </a:cubicBezTo>
                <a:lnTo>
                  <a:pt x="1088" y="1986"/>
                </a:lnTo>
                <a:cubicBezTo>
                  <a:pt x="1067" y="1944"/>
                  <a:pt x="1067" y="1922"/>
                  <a:pt x="1045" y="1880"/>
                </a:cubicBezTo>
                <a:cubicBezTo>
                  <a:pt x="1003" y="1709"/>
                  <a:pt x="939" y="1517"/>
                  <a:pt x="917" y="1347"/>
                </a:cubicBezTo>
                <a:cubicBezTo>
                  <a:pt x="917" y="1304"/>
                  <a:pt x="896" y="1261"/>
                  <a:pt x="896" y="1240"/>
                </a:cubicBezTo>
                <a:cubicBezTo>
                  <a:pt x="896" y="1197"/>
                  <a:pt x="896" y="1176"/>
                  <a:pt x="896" y="1155"/>
                </a:cubicBezTo>
                <a:cubicBezTo>
                  <a:pt x="896" y="1069"/>
                  <a:pt x="896" y="963"/>
                  <a:pt x="875" y="877"/>
                </a:cubicBezTo>
                <a:lnTo>
                  <a:pt x="875" y="344"/>
                </a:lnTo>
                <a:cubicBezTo>
                  <a:pt x="875" y="174"/>
                  <a:pt x="747" y="24"/>
                  <a:pt x="576" y="3"/>
                </a:cubicBezTo>
                <a:cubicBezTo>
                  <a:pt x="560" y="1"/>
                  <a:pt x="544" y="0"/>
                  <a:pt x="5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114"/>
          <p:cNvSpPr/>
          <p:nvPr/>
        </p:nvSpPr>
        <p:spPr>
          <a:xfrm rot="5400000">
            <a:off x="58362" y="940367"/>
            <a:ext cx="80237" cy="159151"/>
          </a:xfrm>
          <a:custGeom>
            <a:rect b="b" l="l" r="r" t="t"/>
            <a:pathLst>
              <a:path extrusionOk="0" h="2648" w="1335">
                <a:moveTo>
                  <a:pt x="972" y="1"/>
                </a:moveTo>
                <a:cubicBezTo>
                  <a:pt x="824" y="1"/>
                  <a:pt x="702" y="83"/>
                  <a:pt x="664" y="236"/>
                </a:cubicBezTo>
                <a:lnTo>
                  <a:pt x="664" y="236"/>
                </a:lnTo>
                <a:cubicBezTo>
                  <a:pt x="648" y="252"/>
                  <a:pt x="633" y="270"/>
                  <a:pt x="619" y="289"/>
                </a:cubicBezTo>
                <a:cubicBezTo>
                  <a:pt x="598" y="353"/>
                  <a:pt x="576" y="395"/>
                  <a:pt x="555" y="459"/>
                </a:cubicBezTo>
                <a:cubicBezTo>
                  <a:pt x="513" y="523"/>
                  <a:pt x="491" y="608"/>
                  <a:pt x="449" y="694"/>
                </a:cubicBezTo>
                <a:cubicBezTo>
                  <a:pt x="406" y="864"/>
                  <a:pt x="363" y="1014"/>
                  <a:pt x="299" y="1163"/>
                </a:cubicBezTo>
                <a:cubicBezTo>
                  <a:pt x="257" y="1334"/>
                  <a:pt x="193" y="1483"/>
                  <a:pt x="150" y="1653"/>
                </a:cubicBezTo>
                <a:cubicBezTo>
                  <a:pt x="65" y="1824"/>
                  <a:pt x="22" y="2037"/>
                  <a:pt x="1" y="2229"/>
                </a:cubicBezTo>
                <a:cubicBezTo>
                  <a:pt x="1" y="2421"/>
                  <a:pt x="129" y="2570"/>
                  <a:pt x="299" y="2634"/>
                </a:cubicBezTo>
                <a:cubicBezTo>
                  <a:pt x="338" y="2643"/>
                  <a:pt x="376" y="2647"/>
                  <a:pt x="414" y="2647"/>
                </a:cubicBezTo>
                <a:cubicBezTo>
                  <a:pt x="565" y="2647"/>
                  <a:pt x="704" y="2579"/>
                  <a:pt x="790" y="2443"/>
                </a:cubicBezTo>
                <a:cubicBezTo>
                  <a:pt x="875" y="2251"/>
                  <a:pt x="939" y="2080"/>
                  <a:pt x="982" y="1888"/>
                </a:cubicBezTo>
                <a:lnTo>
                  <a:pt x="1110" y="1398"/>
                </a:lnTo>
                <a:cubicBezTo>
                  <a:pt x="1152" y="1227"/>
                  <a:pt x="1195" y="1078"/>
                  <a:pt x="1238" y="907"/>
                </a:cubicBezTo>
                <a:cubicBezTo>
                  <a:pt x="1259" y="822"/>
                  <a:pt x="1259" y="736"/>
                  <a:pt x="1280" y="651"/>
                </a:cubicBezTo>
                <a:cubicBezTo>
                  <a:pt x="1302" y="587"/>
                  <a:pt x="1302" y="523"/>
                  <a:pt x="1323" y="459"/>
                </a:cubicBezTo>
                <a:cubicBezTo>
                  <a:pt x="1318" y="436"/>
                  <a:pt x="1313" y="415"/>
                  <a:pt x="1306" y="394"/>
                </a:cubicBezTo>
                <a:lnTo>
                  <a:pt x="1306" y="394"/>
                </a:lnTo>
                <a:cubicBezTo>
                  <a:pt x="1335" y="229"/>
                  <a:pt x="1230" y="52"/>
                  <a:pt x="1067" y="11"/>
                </a:cubicBezTo>
                <a:cubicBezTo>
                  <a:pt x="1035" y="4"/>
                  <a:pt x="1003" y="1"/>
                  <a:pt x="97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114"/>
          <p:cNvSpPr/>
          <p:nvPr/>
        </p:nvSpPr>
        <p:spPr>
          <a:xfrm rot="5400000">
            <a:off x="-61296" y="1350010"/>
            <a:ext cx="56436" cy="154343"/>
          </a:xfrm>
          <a:custGeom>
            <a:rect b="b" l="l" r="r" t="t"/>
            <a:pathLst>
              <a:path extrusionOk="0" h="2568" w="939">
                <a:moveTo>
                  <a:pt x="683" y="0"/>
                </a:moveTo>
                <a:cubicBezTo>
                  <a:pt x="533" y="0"/>
                  <a:pt x="384" y="86"/>
                  <a:pt x="342" y="235"/>
                </a:cubicBezTo>
                <a:cubicBezTo>
                  <a:pt x="235" y="533"/>
                  <a:pt x="150" y="853"/>
                  <a:pt x="107" y="1173"/>
                </a:cubicBezTo>
                <a:cubicBezTo>
                  <a:pt x="64" y="1344"/>
                  <a:pt x="43" y="1536"/>
                  <a:pt x="43" y="1706"/>
                </a:cubicBezTo>
                <a:cubicBezTo>
                  <a:pt x="43" y="1792"/>
                  <a:pt x="22" y="1877"/>
                  <a:pt x="22" y="1941"/>
                </a:cubicBezTo>
                <a:cubicBezTo>
                  <a:pt x="0" y="2048"/>
                  <a:pt x="22" y="2176"/>
                  <a:pt x="64" y="2282"/>
                </a:cubicBezTo>
                <a:cubicBezTo>
                  <a:pt x="101" y="2449"/>
                  <a:pt x="251" y="2568"/>
                  <a:pt x="430" y="2568"/>
                </a:cubicBezTo>
                <a:cubicBezTo>
                  <a:pt x="457" y="2568"/>
                  <a:pt x="484" y="2565"/>
                  <a:pt x="512" y="2559"/>
                </a:cubicBezTo>
                <a:cubicBezTo>
                  <a:pt x="704" y="2538"/>
                  <a:pt x="853" y="2367"/>
                  <a:pt x="853" y="2154"/>
                </a:cubicBezTo>
                <a:cubicBezTo>
                  <a:pt x="853" y="2133"/>
                  <a:pt x="853" y="2090"/>
                  <a:pt x="875" y="2069"/>
                </a:cubicBezTo>
                <a:cubicBezTo>
                  <a:pt x="875" y="1984"/>
                  <a:pt x="875" y="1898"/>
                  <a:pt x="853" y="1834"/>
                </a:cubicBezTo>
                <a:cubicBezTo>
                  <a:pt x="853" y="1834"/>
                  <a:pt x="853" y="1833"/>
                  <a:pt x="853" y="1832"/>
                </a:cubicBezTo>
                <a:lnTo>
                  <a:pt x="853" y="1832"/>
                </a:lnTo>
                <a:cubicBezTo>
                  <a:pt x="853" y="1827"/>
                  <a:pt x="853" y="1821"/>
                  <a:pt x="853" y="1813"/>
                </a:cubicBezTo>
                <a:lnTo>
                  <a:pt x="853" y="1685"/>
                </a:lnTo>
                <a:lnTo>
                  <a:pt x="853" y="1216"/>
                </a:lnTo>
                <a:cubicBezTo>
                  <a:pt x="853" y="1067"/>
                  <a:pt x="875" y="917"/>
                  <a:pt x="896" y="768"/>
                </a:cubicBezTo>
                <a:lnTo>
                  <a:pt x="917" y="640"/>
                </a:lnTo>
                <a:lnTo>
                  <a:pt x="917" y="597"/>
                </a:lnTo>
                <a:cubicBezTo>
                  <a:pt x="917" y="491"/>
                  <a:pt x="939" y="405"/>
                  <a:pt x="939" y="299"/>
                </a:cubicBezTo>
                <a:cubicBezTo>
                  <a:pt x="939" y="150"/>
                  <a:pt x="832" y="22"/>
                  <a:pt x="68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114"/>
          <p:cNvSpPr/>
          <p:nvPr/>
        </p:nvSpPr>
        <p:spPr>
          <a:xfrm rot="5400000">
            <a:off x="300806" y="1549786"/>
            <a:ext cx="100011" cy="88050"/>
          </a:xfrm>
          <a:custGeom>
            <a:rect b="b" l="l" r="r" t="t"/>
            <a:pathLst>
              <a:path extrusionOk="0" h="1465" w="1664">
                <a:moveTo>
                  <a:pt x="272" y="0"/>
                </a:moveTo>
                <a:cubicBezTo>
                  <a:pt x="245" y="0"/>
                  <a:pt x="219" y="5"/>
                  <a:pt x="192" y="14"/>
                </a:cubicBezTo>
                <a:cubicBezTo>
                  <a:pt x="149" y="36"/>
                  <a:pt x="107" y="57"/>
                  <a:pt x="85" y="100"/>
                </a:cubicBezTo>
                <a:cubicBezTo>
                  <a:pt x="0" y="185"/>
                  <a:pt x="21" y="313"/>
                  <a:pt x="85" y="398"/>
                </a:cubicBezTo>
                <a:lnTo>
                  <a:pt x="512" y="825"/>
                </a:lnTo>
                <a:cubicBezTo>
                  <a:pt x="576" y="910"/>
                  <a:pt x="640" y="974"/>
                  <a:pt x="704" y="1038"/>
                </a:cubicBezTo>
                <a:cubicBezTo>
                  <a:pt x="759" y="1111"/>
                  <a:pt x="830" y="1169"/>
                  <a:pt x="889" y="1238"/>
                </a:cubicBezTo>
                <a:lnTo>
                  <a:pt x="889" y="1238"/>
                </a:lnTo>
                <a:lnTo>
                  <a:pt x="917" y="1294"/>
                </a:lnTo>
                <a:cubicBezTo>
                  <a:pt x="1002" y="1400"/>
                  <a:pt x="1109" y="1464"/>
                  <a:pt x="1237" y="1464"/>
                </a:cubicBezTo>
                <a:cubicBezTo>
                  <a:pt x="1344" y="1464"/>
                  <a:pt x="1429" y="1422"/>
                  <a:pt x="1493" y="1358"/>
                </a:cubicBezTo>
                <a:cubicBezTo>
                  <a:pt x="1664" y="1187"/>
                  <a:pt x="1642" y="910"/>
                  <a:pt x="1429" y="782"/>
                </a:cubicBezTo>
                <a:cubicBezTo>
                  <a:pt x="1344" y="739"/>
                  <a:pt x="1258" y="675"/>
                  <a:pt x="1173" y="611"/>
                </a:cubicBezTo>
                <a:cubicBezTo>
                  <a:pt x="1066" y="547"/>
                  <a:pt x="981" y="505"/>
                  <a:pt x="896" y="419"/>
                </a:cubicBezTo>
                <a:lnTo>
                  <a:pt x="384" y="36"/>
                </a:lnTo>
                <a:cubicBezTo>
                  <a:pt x="347" y="11"/>
                  <a:pt x="309" y="0"/>
                  <a:pt x="27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114"/>
          <p:cNvSpPr/>
          <p:nvPr/>
        </p:nvSpPr>
        <p:spPr>
          <a:xfrm rot="5400000">
            <a:off x="-82571" y="503801"/>
            <a:ext cx="121828" cy="76691"/>
          </a:xfrm>
          <a:custGeom>
            <a:rect b="b" l="l" r="r" t="t"/>
            <a:pathLst>
              <a:path extrusionOk="0" h="1276" w="2027">
                <a:moveTo>
                  <a:pt x="388" y="0"/>
                </a:moveTo>
                <a:cubicBezTo>
                  <a:pt x="255" y="0"/>
                  <a:pt x="133" y="65"/>
                  <a:pt x="65" y="184"/>
                </a:cubicBezTo>
                <a:cubicBezTo>
                  <a:pt x="44" y="248"/>
                  <a:pt x="22" y="312"/>
                  <a:pt x="1" y="376"/>
                </a:cubicBezTo>
                <a:cubicBezTo>
                  <a:pt x="22" y="483"/>
                  <a:pt x="44" y="568"/>
                  <a:pt x="129" y="653"/>
                </a:cubicBezTo>
                <a:cubicBezTo>
                  <a:pt x="171" y="696"/>
                  <a:pt x="214" y="717"/>
                  <a:pt x="257" y="760"/>
                </a:cubicBezTo>
                <a:cubicBezTo>
                  <a:pt x="321" y="781"/>
                  <a:pt x="363" y="802"/>
                  <a:pt x="427" y="824"/>
                </a:cubicBezTo>
                <a:lnTo>
                  <a:pt x="598" y="888"/>
                </a:lnTo>
                <a:cubicBezTo>
                  <a:pt x="726" y="930"/>
                  <a:pt x="833" y="994"/>
                  <a:pt x="961" y="1016"/>
                </a:cubicBezTo>
                <a:cubicBezTo>
                  <a:pt x="1067" y="1058"/>
                  <a:pt x="1195" y="1101"/>
                  <a:pt x="1302" y="1144"/>
                </a:cubicBezTo>
                <a:cubicBezTo>
                  <a:pt x="1430" y="1186"/>
                  <a:pt x="1558" y="1229"/>
                  <a:pt x="1686" y="1272"/>
                </a:cubicBezTo>
                <a:cubicBezTo>
                  <a:pt x="1702" y="1274"/>
                  <a:pt x="1719" y="1276"/>
                  <a:pt x="1735" y="1276"/>
                </a:cubicBezTo>
                <a:cubicBezTo>
                  <a:pt x="1845" y="1276"/>
                  <a:pt x="1947" y="1215"/>
                  <a:pt x="1984" y="1122"/>
                </a:cubicBezTo>
                <a:cubicBezTo>
                  <a:pt x="2027" y="1016"/>
                  <a:pt x="1984" y="866"/>
                  <a:pt x="1878" y="802"/>
                </a:cubicBezTo>
                <a:cubicBezTo>
                  <a:pt x="1771" y="739"/>
                  <a:pt x="1664" y="675"/>
                  <a:pt x="1558" y="611"/>
                </a:cubicBezTo>
                <a:cubicBezTo>
                  <a:pt x="1451" y="525"/>
                  <a:pt x="1344" y="461"/>
                  <a:pt x="1238" y="397"/>
                </a:cubicBezTo>
                <a:cubicBezTo>
                  <a:pt x="1131" y="333"/>
                  <a:pt x="1025" y="269"/>
                  <a:pt x="918" y="205"/>
                </a:cubicBezTo>
                <a:cubicBezTo>
                  <a:pt x="790" y="120"/>
                  <a:pt x="641" y="56"/>
                  <a:pt x="491" y="13"/>
                </a:cubicBezTo>
                <a:cubicBezTo>
                  <a:pt x="457" y="5"/>
                  <a:pt x="422" y="0"/>
                  <a:pt x="38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114"/>
          <p:cNvSpPr/>
          <p:nvPr/>
        </p:nvSpPr>
        <p:spPr>
          <a:xfrm rot="5400000">
            <a:off x="170960" y="483094"/>
            <a:ext cx="57759" cy="164260"/>
          </a:xfrm>
          <a:custGeom>
            <a:rect b="b" l="l" r="r" t="t"/>
            <a:pathLst>
              <a:path extrusionOk="0" h="2733" w="961">
                <a:moveTo>
                  <a:pt x="524" y="0"/>
                </a:moveTo>
                <a:cubicBezTo>
                  <a:pt x="389" y="0"/>
                  <a:pt x="254" y="64"/>
                  <a:pt x="172" y="205"/>
                </a:cubicBezTo>
                <a:cubicBezTo>
                  <a:pt x="108" y="333"/>
                  <a:pt x="65" y="461"/>
                  <a:pt x="44" y="589"/>
                </a:cubicBezTo>
                <a:cubicBezTo>
                  <a:pt x="44" y="674"/>
                  <a:pt x="22" y="759"/>
                  <a:pt x="22" y="866"/>
                </a:cubicBezTo>
                <a:cubicBezTo>
                  <a:pt x="22" y="1037"/>
                  <a:pt x="1" y="1229"/>
                  <a:pt x="1" y="1399"/>
                </a:cubicBezTo>
                <a:cubicBezTo>
                  <a:pt x="1" y="1762"/>
                  <a:pt x="44" y="2146"/>
                  <a:pt x="150" y="2508"/>
                </a:cubicBezTo>
                <a:cubicBezTo>
                  <a:pt x="169" y="2661"/>
                  <a:pt x="287" y="2732"/>
                  <a:pt x="406" y="2732"/>
                </a:cubicBezTo>
                <a:cubicBezTo>
                  <a:pt x="555" y="2732"/>
                  <a:pt x="707" y="2623"/>
                  <a:pt x="683" y="2423"/>
                </a:cubicBezTo>
                <a:cubicBezTo>
                  <a:pt x="683" y="2082"/>
                  <a:pt x="705" y="1762"/>
                  <a:pt x="747" y="1420"/>
                </a:cubicBezTo>
                <a:cubicBezTo>
                  <a:pt x="747" y="1402"/>
                  <a:pt x="747" y="1390"/>
                  <a:pt x="746" y="1383"/>
                </a:cubicBezTo>
                <a:lnTo>
                  <a:pt x="746" y="1383"/>
                </a:lnTo>
                <a:cubicBezTo>
                  <a:pt x="747" y="1382"/>
                  <a:pt x="747" y="1380"/>
                  <a:pt x="747" y="1378"/>
                </a:cubicBezTo>
                <a:cubicBezTo>
                  <a:pt x="747" y="1314"/>
                  <a:pt x="747" y="1271"/>
                  <a:pt x="769" y="1229"/>
                </a:cubicBezTo>
                <a:cubicBezTo>
                  <a:pt x="769" y="1165"/>
                  <a:pt x="790" y="1079"/>
                  <a:pt x="811" y="994"/>
                </a:cubicBezTo>
                <a:cubicBezTo>
                  <a:pt x="833" y="909"/>
                  <a:pt x="875" y="823"/>
                  <a:pt x="897" y="759"/>
                </a:cubicBezTo>
                <a:cubicBezTo>
                  <a:pt x="939" y="631"/>
                  <a:pt x="961" y="525"/>
                  <a:pt x="961" y="418"/>
                </a:cubicBezTo>
                <a:cubicBezTo>
                  <a:pt x="948" y="157"/>
                  <a:pt x="735" y="0"/>
                  <a:pt x="5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114"/>
          <p:cNvSpPr/>
          <p:nvPr/>
        </p:nvSpPr>
        <p:spPr>
          <a:xfrm rot="5400000">
            <a:off x="388641" y="423476"/>
            <a:ext cx="127477" cy="104759"/>
          </a:xfrm>
          <a:custGeom>
            <a:rect b="b" l="l" r="r" t="t"/>
            <a:pathLst>
              <a:path extrusionOk="0" h="1743" w="2121">
                <a:moveTo>
                  <a:pt x="529" y="0"/>
                </a:moveTo>
                <a:cubicBezTo>
                  <a:pt x="249" y="0"/>
                  <a:pt x="0" y="299"/>
                  <a:pt x="191" y="585"/>
                </a:cubicBezTo>
                <a:cubicBezTo>
                  <a:pt x="298" y="734"/>
                  <a:pt x="426" y="862"/>
                  <a:pt x="575" y="990"/>
                </a:cubicBezTo>
                <a:cubicBezTo>
                  <a:pt x="703" y="1097"/>
                  <a:pt x="831" y="1225"/>
                  <a:pt x="980" y="1310"/>
                </a:cubicBezTo>
                <a:cubicBezTo>
                  <a:pt x="1108" y="1417"/>
                  <a:pt x="1236" y="1481"/>
                  <a:pt x="1364" y="1566"/>
                </a:cubicBezTo>
                <a:cubicBezTo>
                  <a:pt x="1428" y="1587"/>
                  <a:pt x="1513" y="1630"/>
                  <a:pt x="1577" y="1651"/>
                </a:cubicBezTo>
                <a:cubicBezTo>
                  <a:pt x="1663" y="1694"/>
                  <a:pt x="1748" y="1715"/>
                  <a:pt x="1833" y="1737"/>
                </a:cubicBezTo>
                <a:cubicBezTo>
                  <a:pt x="1848" y="1740"/>
                  <a:pt x="1863" y="1742"/>
                  <a:pt x="1877" y="1742"/>
                </a:cubicBezTo>
                <a:cubicBezTo>
                  <a:pt x="2025" y="1742"/>
                  <a:pt x="2121" y="1555"/>
                  <a:pt x="2004" y="1438"/>
                </a:cubicBezTo>
                <a:lnTo>
                  <a:pt x="2025" y="1438"/>
                </a:lnTo>
                <a:cubicBezTo>
                  <a:pt x="1940" y="1374"/>
                  <a:pt x="1940" y="1353"/>
                  <a:pt x="1876" y="1289"/>
                </a:cubicBezTo>
                <a:lnTo>
                  <a:pt x="1705" y="1139"/>
                </a:lnTo>
                <a:cubicBezTo>
                  <a:pt x="1599" y="1033"/>
                  <a:pt x="1492" y="926"/>
                  <a:pt x="1385" y="820"/>
                </a:cubicBezTo>
                <a:cubicBezTo>
                  <a:pt x="1279" y="713"/>
                  <a:pt x="1194" y="606"/>
                  <a:pt x="1087" y="500"/>
                </a:cubicBezTo>
                <a:lnTo>
                  <a:pt x="1023" y="414"/>
                </a:lnTo>
                <a:cubicBezTo>
                  <a:pt x="1002" y="372"/>
                  <a:pt x="980" y="350"/>
                  <a:pt x="959" y="308"/>
                </a:cubicBezTo>
                <a:lnTo>
                  <a:pt x="959" y="308"/>
                </a:lnTo>
                <a:cubicBezTo>
                  <a:pt x="976" y="333"/>
                  <a:pt x="983" y="342"/>
                  <a:pt x="983" y="342"/>
                </a:cubicBezTo>
                <a:cubicBezTo>
                  <a:pt x="985" y="342"/>
                  <a:pt x="972" y="321"/>
                  <a:pt x="959" y="308"/>
                </a:cubicBezTo>
                <a:lnTo>
                  <a:pt x="959" y="308"/>
                </a:lnTo>
                <a:cubicBezTo>
                  <a:pt x="959" y="308"/>
                  <a:pt x="959" y="308"/>
                  <a:pt x="959" y="308"/>
                </a:cubicBezTo>
                <a:lnTo>
                  <a:pt x="916" y="265"/>
                </a:lnTo>
                <a:cubicBezTo>
                  <a:pt x="895" y="222"/>
                  <a:pt x="852" y="158"/>
                  <a:pt x="810" y="116"/>
                </a:cubicBezTo>
                <a:cubicBezTo>
                  <a:pt x="723" y="35"/>
                  <a:pt x="624" y="0"/>
                  <a:pt x="52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114"/>
          <p:cNvSpPr/>
          <p:nvPr/>
        </p:nvSpPr>
        <p:spPr>
          <a:xfrm rot="5400000">
            <a:off x="194819" y="339397"/>
            <a:ext cx="148453" cy="86067"/>
          </a:xfrm>
          <a:custGeom>
            <a:rect b="b" l="l" r="r" t="t"/>
            <a:pathLst>
              <a:path extrusionOk="0" h="1432" w="2470">
                <a:moveTo>
                  <a:pt x="2281" y="1"/>
                </a:moveTo>
                <a:cubicBezTo>
                  <a:pt x="2275" y="1"/>
                  <a:pt x="2268" y="1"/>
                  <a:pt x="2261" y="2"/>
                </a:cubicBezTo>
                <a:lnTo>
                  <a:pt x="2261" y="45"/>
                </a:lnTo>
                <a:lnTo>
                  <a:pt x="2195" y="45"/>
                </a:lnTo>
                <a:cubicBezTo>
                  <a:pt x="2154" y="35"/>
                  <a:pt x="2114" y="31"/>
                  <a:pt x="2074" y="31"/>
                </a:cubicBezTo>
                <a:cubicBezTo>
                  <a:pt x="2030" y="31"/>
                  <a:pt x="1986" y="36"/>
                  <a:pt x="1942" y="45"/>
                </a:cubicBezTo>
                <a:cubicBezTo>
                  <a:pt x="1856" y="45"/>
                  <a:pt x="1771" y="66"/>
                  <a:pt x="1707" y="87"/>
                </a:cubicBezTo>
                <a:cubicBezTo>
                  <a:pt x="1515" y="130"/>
                  <a:pt x="1344" y="194"/>
                  <a:pt x="1195" y="258"/>
                </a:cubicBezTo>
                <a:cubicBezTo>
                  <a:pt x="811" y="386"/>
                  <a:pt x="470" y="557"/>
                  <a:pt x="150" y="791"/>
                </a:cubicBezTo>
                <a:cubicBezTo>
                  <a:pt x="22" y="919"/>
                  <a:pt x="1" y="1132"/>
                  <a:pt x="129" y="1282"/>
                </a:cubicBezTo>
                <a:cubicBezTo>
                  <a:pt x="199" y="1380"/>
                  <a:pt x="315" y="1432"/>
                  <a:pt x="435" y="1432"/>
                </a:cubicBezTo>
                <a:cubicBezTo>
                  <a:pt x="497" y="1432"/>
                  <a:pt x="561" y="1418"/>
                  <a:pt x="619" y="1388"/>
                </a:cubicBezTo>
                <a:cubicBezTo>
                  <a:pt x="769" y="1303"/>
                  <a:pt x="897" y="1175"/>
                  <a:pt x="1046" y="1090"/>
                </a:cubicBezTo>
                <a:cubicBezTo>
                  <a:pt x="1174" y="983"/>
                  <a:pt x="1302" y="919"/>
                  <a:pt x="1451" y="812"/>
                </a:cubicBezTo>
                <a:lnTo>
                  <a:pt x="1878" y="578"/>
                </a:lnTo>
                <a:cubicBezTo>
                  <a:pt x="1942" y="535"/>
                  <a:pt x="2027" y="514"/>
                  <a:pt x="2091" y="471"/>
                </a:cubicBezTo>
                <a:cubicBezTo>
                  <a:pt x="2197" y="429"/>
                  <a:pt x="2261" y="365"/>
                  <a:pt x="2324" y="302"/>
                </a:cubicBezTo>
                <a:lnTo>
                  <a:pt x="2324" y="302"/>
                </a:lnTo>
                <a:lnTo>
                  <a:pt x="2261" y="365"/>
                </a:lnTo>
                <a:lnTo>
                  <a:pt x="2347" y="322"/>
                </a:lnTo>
                <a:cubicBezTo>
                  <a:pt x="2470" y="240"/>
                  <a:pt x="2435" y="1"/>
                  <a:pt x="228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114"/>
          <p:cNvSpPr/>
          <p:nvPr/>
        </p:nvSpPr>
        <p:spPr>
          <a:xfrm rot="5400000">
            <a:off x="422296" y="206093"/>
            <a:ext cx="123871" cy="143825"/>
          </a:xfrm>
          <a:custGeom>
            <a:rect b="b" l="l" r="r" t="t"/>
            <a:pathLst>
              <a:path extrusionOk="0" h="2393" w="2061">
                <a:moveTo>
                  <a:pt x="1001" y="651"/>
                </a:moveTo>
                <a:lnTo>
                  <a:pt x="1001" y="651"/>
                </a:lnTo>
                <a:cubicBezTo>
                  <a:pt x="1010" y="680"/>
                  <a:pt x="1016" y="691"/>
                  <a:pt x="1017" y="691"/>
                </a:cubicBezTo>
                <a:cubicBezTo>
                  <a:pt x="1018" y="691"/>
                  <a:pt x="1012" y="674"/>
                  <a:pt x="1001" y="651"/>
                </a:cubicBezTo>
                <a:close/>
                <a:moveTo>
                  <a:pt x="470" y="0"/>
                </a:moveTo>
                <a:cubicBezTo>
                  <a:pt x="233" y="0"/>
                  <a:pt x="1" y="210"/>
                  <a:pt x="84" y="502"/>
                </a:cubicBezTo>
                <a:cubicBezTo>
                  <a:pt x="212" y="928"/>
                  <a:pt x="425" y="1291"/>
                  <a:pt x="702" y="1632"/>
                </a:cubicBezTo>
                <a:cubicBezTo>
                  <a:pt x="809" y="1760"/>
                  <a:pt x="937" y="1909"/>
                  <a:pt x="1086" y="2016"/>
                </a:cubicBezTo>
                <a:cubicBezTo>
                  <a:pt x="1129" y="2080"/>
                  <a:pt x="1193" y="2122"/>
                  <a:pt x="1257" y="2144"/>
                </a:cubicBezTo>
                <a:cubicBezTo>
                  <a:pt x="1278" y="2155"/>
                  <a:pt x="1289" y="2159"/>
                  <a:pt x="1293" y="2159"/>
                </a:cubicBezTo>
                <a:lnTo>
                  <a:pt x="1293" y="2159"/>
                </a:lnTo>
                <a:cubicBezTo>
                  <a:pt x="1295" y="2161"/>
                  <a:pt x="1297" y="2163"/>
                  <a:pt x="1299" y="2165"/>
                </a:cubicBezTo>
                <a:cubicBezTo>
                  <a:pt x="1342" y="2208"/>
                  <a:pt x="1342" y="2186"/>
                  <a:pt x="1363" y="2208"/>
                </a:cubicBezTo>
                <a:lnTo>
                  <a:pt x="1427" y="2250"/>
                </a:lnTo>
                <a:lnTo>
                  <a:pt x="1470" y="2272"/>
                </a:lnTo>
                <a:lnTo>
                  <a:pt x="1619" y="2336"/>
                </a:lnTo>
                <a:cubicBezTo>
                  <a:pt x="1664" y="2376"/>
                  <a:pt x="1711" y="2393"/>
                  <a:pt x="1756" y="2393"/>
                </a:cubicBezTo>
                <a:cubicBezTo>
                  <a:pt x="1926" y="2393"/>
                  <a:pt x="2061" y="2151"/>
                  <a:pt x="1875" y="2016"/>
                </a:cubicBezTo>
                <a:cubicBezTo>
                  <a:pt x="1811" y="1952"/>
                  <a:pt x="1768" y="1867"/>
                  <a:pt x="1726" y="1824"/>
                </a:cubicBezTo>
                <a:cubicBezTo>
                  <a:pt x="1683" y="1781"/>
                  <a:pt x="1640" y="1696"/>
                  <a:pt x="1577" y="1632"/>
                </a:cubicBezTo>
                <a:cubicBezTo>
                  <a:pt x="1470" y="1483"/>
                  <a:pt x="1385" y="1333"/>
                  <a:pt x="1278" y="1184"/>
                </a:cubicBezTo>
                <a:cubicBezTo>
                  <a:pt x="1193" y="1035"/>
                  <a:pt x="1107" y="886"/>
                  <a:pt x="1022" y="715"/>
                </a:cubicBezTo>
                <a:cubicBezTo>
                  <a:pt x="1022" y="694"/>
                  <a:pt x="1001" y="672"/>
                  <a:pt x="1001" y="651"/>
                </a:cubicBezTo>
                <a:cubicBezTo>
                  <a:pt x="979" y="608"/>
                  <a:pt x="979" y="566"/>
                  <a:pt x="958" y="523"/>
                </a:cubicBezTo>
                <a:cubicBezTo>
                  <a:pt x="915" y="416"/>
                  <a:pt x="873" y="310"/>
                  <a:pt x="809" y="203"/>
                </a:cubicBezTo>
                <a:cubicBezTo>
                  <a:pt x="727" y="61"/>
                  <a:pt x="598" y="0"/>
                  <a:pt x="47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114"/>
          <p:cNvSpPr/>
          <p:nvPr/>
        </p:nvSpPr>
        <p:spPr>
          <a:xfrm rot="5400000">
            <a:off x="-8711" y="282329"/>
            <a:ext cx="110649" cy="198338"/>
          </a:xfrm>
          <a:custGeom>
            <a:rect b="b" l="l" r="r" t="t"/>
            <a:pathLst>
              <a:path extrusionOk="0" h="3300" w="1841">
                <a:moveTo>
                  <a:pt x="1461" y="0"/>
                </a:moveTo>
                <a:cubicBezTo>
                  <a:pt x="1361" y="0"/>
                  <a:pt x="1260" y="47"/>
                  <a:pt x="1195" y="157"/>
                </a:cubicBezTo>
                <a:lnTo>
                  <a:pt x="1195" y="178"/>
                </a:lnTo>
                <a:cubicBezTo>
                  <a:pt x="1088" y="370"/>
                  <a:pt x="981" y="583"/>
                  <a:pt x="896" y="797"/>
                </a:cubicBezTo>
                <a:cubicBezTo>
                  <a:pt x="811" y="1010"/>
                  <a:pt x="726" y="1223"/>
                  <a:pt x="640" y="1415"/>
                </a:cubicBezTo>
                <a:cubicBezTo>
                  <a:pt x="448" y="1863"/>
                  <a:pt x="235" y="2289"/>
                  <a:pt x="64" y="2759"/>
                </a:cubicBezTo>
                <a:cubicBezTo>
                  <a:pt x="0" y="2993"/>
                  <a:pt x="150" y="3228"/>
                  <a:pt x="384" y="3292"/>
                </a:cubicBezTo>
                <a:cubicBezTo>
                  <a:pt x="412" y="3297"/>
                  <a:pt x="439" y="3300"/>
                  <a:pt x="467" y="3300"/>
                </a:cubicBezTo>
                <a:cubicBezTo>
                  <a:pt x="655" y="3300"/>
                  <a:pt x="843" y="3176"/>
                  <a:pt x="917" y="2972"/>
                </a:cubicBezTo>
                <a:cubicBezTo>
                  <a:pt x="1067" y="2567"/>
                  <a:pt x="1195" y="2119"/>
                  <a:pt x="1365" y="1692"/>
                </a:cubicBezTo>
                <a:cubicBezTo>
                  <a:pt x="1429" y="1500"/>
                  <a:pt x="1493" y="1287"/>
                  <a:pt x="1579" y="1074"/>
                </a:cubicBezTo>
                <a:cubicBezTo>
                  <a:pt x="1643" y="861"/>
                  <a:pt x="1728" y="626"/>
                  <a:pt x="1770" y="413"/>
                </a:cubicBezTo>
                <a:cubicBezTo>
                  <a:pt x="1841" y="174"/>
                  <a:pt x="1652" y="0"/>
                  <a:pt x="146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114"/>
          <p:cNvSpPr/>
          <p:nvPr/>
        </p:nvSpPr>
        <p:spPr>
          <a:xfrm rot="5400000">
            <a:off x="70954" y="176522"/>
            <a:ext cx="50065" cy="149355"/>
          </a:xfrm>
          <a:custGeom>
            <a:rect b="b" l="l" r="r" t="t"/>
            <a:pathLst>
              <a:path extrusionOk="0" h="2485" w="833">
                <a:moveTo>
                  <a:pt x="428" y="0"/>
                </a:moveTo>
                <a:cubicBezTo>
                  <a:pt x="225" y="0"/>
                  <a:pt x="22" y="134"/>
                  <a:pt x="22" y="400"/>
                </a:cubicBezTo>
                <a:cubicBezTo>
                  <a:pt x="22" y="443"/>
                  <a:pt x="22" y="507"/>
                  <a:pt x="22" y="549"/>
                </a:cubicBezTo>
                <a:lnTo>
                  <a:pt x="22" y="571"/>
                </a:lnTo>
                <a:lnTo>
                  <a:pt x="22" y="635"/>
                </a:lnTo>
                <a:cubicBezTo>
                  <a:pt x="44" y="720"/>
                  <a:pt x="44" y="784"/>
                  <a:pt x="44" y="848"/>
                </a:cubicBezTo>
                <a:lnTo>
                  <a:pt x="44" y="1317"/>
                </a:lnTo>
                <a:cubicBezTo>
                  <a:pt x="1" y="1637"/>
                  <a:pt x="1" y="1936"/>
                  <a:pt x="1" y="2256"/>
                </a:cubicBezTo>
                <a:cubicBezTo>
                  <a:pt x="1" y="2397"/>
                  <a:pt x="118" y="2484"/>
                  <a:pt x="238" y="2484"/>
                </a:cubicBezTo>
                <a:cubicBezTo>
                  <a:pt x="317" y="2484"/>
                  <a:pt x="398" y="2447"/>
                  <a:pt x="449" y="2362"/>
                </a:cubicBezTo>
                <a:lnTo>
                  <a:pt x="470" y="2383"/>
                </a:lnTo>
                <a:cubicBezTo>
                  <a:pt x="619" y="2085"/>
                  <a:pt x="705" y="1744"/>
                  <a:pt x="726" y="1424"/>
                </a:cubicBezTo>
                <a:cubicBezTo>
                  <a:pt x="769" y="1253"/>
                  <a:pt x="790" y="1061"/>
                  <a:pt x="811" y="891"/>
                </a:cubicBezTo>
                <a:cubicBezTo>
                  <a:pt x="833" y="720"/>
                  <a:pt x="833" y="549"/>
                  <a:pt x="833" y="400"/>
                </a:cubicBezTo>
                <a:cubicBezTo>
                  <a:pt x="833" y="134"/>
                  <a:pt x="630" y="0"/>
                  <a:pt x="4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114"/>
          <p:cNvSpPr/>
          <p:nvPr/>
        </p:nvSpPr>
        <p:spPr>
          <a:xfrm rot="5400000">
            <a:off x="307419" y="215319"/>
            <a:ext cx="53912" cy="47481"/>
          </a:xfrm>
          <a:custGeom>
            <a:rect b="b" l="l" r="r" t="t"/>
            <a:pathLst>
              <a:path extrusionOk="0" h="790" w="897">
                <a:moveTo>
                  <a:pt x="683" y="256"/>
                </a:moveTo>
                <a:lnTo>
                  <a:pt x="684" y="260"/>
                </a:lnTo>
                <a:lnTo>
                  <a:pt x="684" y="260"/>
                </a:lnTo>
                <a:cubicBezTo>
                  <a:pt x="684" y="259"/>
                  <a:pt x="683" y="259"/>
                  <a:pt x="683" y="258"/>
                </a:cubicBezTo>
                <a:lnTo>
                  <a:pt x="683" y="258"/>
                </a:lnTo>
                <a:cubicBezTo>
                  <a:pt x="683" y="258"/>
                  <a:pt x="683" y="257"/>
                  <a:pt x="683" y="256"/>
                </a:cubicBezTo>
                <a:close/>
                <a:moveTo>
                  <a:pt x="853" y="597"/>
                </a:moveTo>
                <a:lnTo>
                  <a:pt x="832" y="623"/>
                </a:lnTo>
                <a:lnTo>
                  <a:pt x="832" y="623"/>
                </a:lnTo>
                <a:cubicBezTo>
                  <a:pt x="832" y="622"/>
                  <a:pt x="832" y="620"/>
                  <a:pt x="832" y="619"/>
                </a:cubicBezTo>
                <a:lnTo>
                  <a:pt x="853" y="597"/>
                </a:lnTo>
                <a:close/>
                <a:moveTo>
                  <a:pt x="762" y="725"/>
                </a:moveTo>
                <a:lnTo>
                  <a:pt x="762" y="725"/>
                </a:lnTo>
                <a:cubicBezTo>
                  <a:pt x="760" y="727"/>
                  <a:pt x="758" y="728"/>
                  <a:pt x="756" y="730"/>
                </a:cubicBezTo>
                <a:lnTo>
                  <a:pt x="756" y="730"/>
                </a:lnTo>
                <a:lnTo>
                  <a:pt x="768" y="725"/>
                </a:lnTo>
                <a:close/>
                <a:moveTo>
                  <a:pt x="278" y="0"/>
                </a:moveTo>
                <a:cubicBezTo>
                  <a:pt x="235" y="22"/>
                  <a:pt x="192" y="43"/>
                  <a:pt x="150" y="64"/>
                </a:cubicBezTo>
                <a:cubicBezTo>
                  <a:pt x="107" y="86"/>
                  <a:pt x="86" y="128"/>
                  <a:pt x="64" y="171"/>
                </a:cubicBezTo>
                <a:cubicBezTo>
                  <a:pt x="0" y="278"/>
                  <a:pt x="0" y="406"/>
                  <a:pt x="64" y="512"/>
                </a:cubicBezTo>
                <a:cubicBezTo>
                  <a:pt x="86" y="576"/>
                  <a:pt x="128" y="619"/>
                  <a:pt x="171" y="661"/>
                </a:cubicBezTo>
                <a:cubicBezTo>
                  <a:pt x="214" y="683"/>
                  <a:pt x="235" y="704"/>
                  <a:pt x="278" y="725"/>
                </a:cubicBezTo>
                <a:lnTo>
                  <a:pt x="299" y="725"/>
                </a:lnTo>
                <a:cubicBezTo>
                  <a:pt x="320" y="747"/>
                  <a:pt x="363" y="747"/>
                  <a:pt x="406" y="768"/>
                </a:cubicBezTo>
                <a:lnTo>
                  <a:pt x="427" y="768"/>
                </a:lnTo>
                <a:lnTo>
                  <a:pt x="534" y="789"/>
                </a:lnTo>
                <a:lnTo>
                  <a:pt x="555" y="789"/>
                </a:lnTo>
                <a:cubicBezTo>
                  <a:pt x="598" y="768"/>
                  <a:pt x="619" y="768"/>
                  <a:pt x="662" y="768"/>
                </a:cubicBezTo>
                <a:cubicBezTo>
                  <a:pt x="683" y="768"/>
                  <a:pt x="704" y="747"/>
                  <a:pt x="725" y="747"/>
                </a:cubicBezTo>
                <a:cubicBezTo>
                  <a:pt x="737" y="741"/>
                  <a:pt x="747" y="735"/>
                  <a:pt x="756" y="730"/>
                </a:cubicBezTo>
                <a:lnTo>
                  <a:pt x="756" y="730"/>
                </a:lnTo>
                <a:lnTo>
                  <a:pt x="704" y="747"/>
                </a:lnTo>
                <a:cubicBezTo>
                  <a:pt x="725" y="736"/>
                  <a:pt x="741" y="731"/>
                  <a:pt x="755" y="725"/>
                </a:cubicBezTo>
                <a:lnTo>
                  <a:pt x="762" y="725"/>
                </a:lnTo>
                <a:cubicBezTo>
                  <a:pt x="767" y="722"/>
                  <a:pt x="771" y="719"/>
                  <a:pt x="775" y="716"/>
                </a:cubicBezTo>
                <a:lnTo>
                  <a:pt x="775" y="716"/>
                </a:lnTo>
                <a:cubicBezTo>
                  <a:pt x="780" y="712"/>
                  <a:pt x="785" y="709"/>
                  <a:pt x="789" y="704"/>
                </a:cubicBezTo>
                <a:lnTo>
                  <a:pt x="832" y="683"/>
                </a:lnTo>
                <a:cubicBezTo>
                  <a:pt x="853" y="661"/>
                  <a:pt x="875" y="640"/>
                  <a:pt x="875" y="597"/>
                </a:cubicBezTo>
                <a:cubicBezTo>
                  <a:pt x="896" y="597"/>
                  <a:pt x="896" y="576"/>
                  <a:pt x="896" y="555"/>
                </a:cubicBezTo>
                <a:cubicBezTo>
                  <a:pt x="896" y="534"/>
                  <a:pt x="896" y="491"/>
                  <a:pt x="896" y="470"/>
                </a:cubicBezTo>
                <a:cubicBezTo>
                  <a:pt x="875" y="427"/>
                  <a:pt x="853" y="406"/>
                  <a:pt x="832" y="384"/>
                </a:cubicBezTo>
                <a:cubicBezTo>
                  <a:pt x="814" y="366"/>
                  <a:pt x="796" y="348"/>
                  <a:pt x="778" y="343"/>
                </a:cubicBezTo>
                <a:lnTo>
                  <a:pt x="778" y="343"/>
                </a:lnTo>
                <a:cubicBezTo>
                  <a:pt x="755" y="319"/>
                  <a:pt x="729" y="299"/>
                  <a:pt x="701" y="283"/>
                </a:cubicBezTo>
                <a:lnTo>
                  <a:pt x="701" y="283"/>
                </a:lnTo>
                <a:cubicBezTo>
                  <a:pt x="701" y="282"/>
                  <a:pt x="700" y="281"/>
                  <a:pt x="699" y="280"/>
                </a:cubicBezTo>
                <a:lnTo>
                  <a:pt x="699" y="280"/>
                </a:lnTo>
                <a:cubicBezTo>
                  <a:pt x="682" y="180"/>
                  <a:pt x="623" y="96"/>
                  <a:pt x="534" y="43"/>
                </a:cubicBezTo>
                <a:lnTo>
                  <a:pt x="44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114"/>
          <p:cNvSpPr/>
          <p:nvPr/>
        </p:nvSpPr>
        <p:spPr>
          <a:xfrm>
            <a:off x="0" y="3130625"/>
            <a:ext cx="648566" cy="717555"/>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114"/>
          <p:cNvSpPr/>
          <p:nvPr/>
        </p:nvSpPr>
        <p:spPr>
          <a:xfrm>
            <a:off x="0" y="4019973"/>
            <a:ext cx="270698" cy="469377"/>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114"/>
          <p:cNvSpPr/>
          <p:nvPr/>
        </p:nvSpPr>
        <p:spPr>
          <a:xfrm>
            <a:off x="6208529" y="3403575"/>
            <a:ext cx="46" cy="1058"/>
          </a:xfrm>
          <a:custGeom>
            <a:rect b="b" l="l" r="r" t="t"/>
            <a:pathLst>
              <a:path extrusionOk="0" h="23" w="1">
                <a:moveTo>
                  <a:pt x="1" y="1"/>
                </a:moveTo>
                <a:cubicBezTo>
                  <a:pt x="1" y="22"/>
                  <a:pt x="1" y="1"/>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114"/>
          <p:cNvSpPr/>
          <p:nvPr/>
        </p:nvSpPr>
        <p:spPr>
          <a:xfrm>
            <a:off x="8128750" y="4774125"/>
            <a:ext cx="1224989" cy="435606"/>
          </a:xfrm>
          <a:custGeom>
            <a:rect b="b" l="l" r="r" t="t"/>
            <a:pathLst>
              <a:path extrusionOk="0" h="7541" w="22052">
                <a:moveTo>
                  <a:pt x="719" y="0"/>
                </a:moveTo>
                <a:cubicBezTo>
                  <a:pt x="519" y="0"/>
                  <a:pt x="347" y="174"/>
                  <a:pt x="384" y="396"/>
                </a:cubicBezTo>
                <a:cubicBezTo>
                  <a:pt x="171" y="2102"/>
                  <a:pt x="43" y="3830"/>
                  <a:pt x="1" y="5557"/>
                </a:cubicBezTo>
                <a:cubicBezTo>
                  <a:pt x="40" y="5558"/>
                  <a:pt x="86" y="5558"/>
                  <a:pt x="139" y="5558"/>
                </a:cubicBezTo>
                <a:cubicBezTo>
                  <a:pt x="795" y="5558"/>
                  <a:pt x="2502" y="5518"/>
                  <a:pt x="4461" y="5518"/>
                </a:cubicBezTo>
                <a:cubicBezTo>
                  <a:pt x="8264" y="5518"/>
                  <a:pt x="13018" y="5669"/>
                  <a:pt x="12881" y="6560"/>
                </a:cubicBezTo>
                <a:cubicBezTo>
                  <a:pt x="12818" y="6837"/>
                  <a:pt x="12796" y="7178"/>
                  <a:pt x="12775" y="7541"/>
                </a:cubicBezTo>
                <a:lnTo>
                  <a:pt x="21966" y="7541"/>
                </a:lnTo>
                <a:cubicBezTo>
                  <a:pt x="22030" y="5834"/>
                  <a:pt x="22052" y="4128"/>
                  <a:pt x="22030" y="2422"/>
                </a:cubicBezTo>
                <a:cubicBezTo>
                  <a:pt x="22030" y="1953"/>
                  <a:pt x="21988" y="1484"/>
                  <a:pt x="21710" y="1143"/>
                </a:cubicBezTo>
                <a:cubicBezTo>
                  <a:pt x="21348" y="716"/>
                  <a:pt x="20751" y="652"/>
                  <a:pt x="20196" y="631"/>
                </a:cubicBezTo>
                <a:cubicBezTo>
                  <a:pt x="13713" y="311"/>
                  <a:pt x="7294" y="76"/>
                  <a:pt x="811" y="12"/>
                </a:cubicBezTo>
                <a:cubicBezTo>
                  <a:pt x="780" y="4"/>
                  <a:pt x="749" y="0"/>
                  <a:pt x="71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114"/>
          <p:cNvSpPr/>
          <p:nvPr/>
        </p:nvSpPr>
        <p:spPr>
          <a:xfrm>
            <a:off x="7262775" y="108150"/>
            <a:ext cx="928618" cy="279047"/>
          </a:xfrm>
          <a:custGeom>
            <a:rect b="b" l="l" r="r" t="t"/>
            <a:pathLst>
              <a:path extrusionOk="0" h="4544" w="15121">
                <a:moveTo>
                  <a:pt x="15121" y="1"/>
                </a:moveTo>
                <a:cubicBezTo>
                  <a:pt x="10152" y="171"/>
                  <a:pt x="150" y="598"/>
                  <a:pt x="86" y="662"/>
                </a:cubicBezTo>
                <a:cubicBezTo>
                  <a:pt x="0" y="726"/>
                  <a:pt x="107" y="3349"/>
                  <a:pt x="171" y="4543"/>
                </a:cubicBezTo>
                <a:cubicBezTo>
                  <a:pt x="2602" y="4500"/>
                  <a:pt x="13798" y="4031"/>
                  <a:pt x="15121" y="4031"/>
                </a:cubicBezTo>
                <a:lnTo>
                  <a:pt x="1512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114"/>
          <p:cNvSpPr/>
          <p:nvPr/>
        </p:nvSpPr>
        <p:spPr>
          <a:xfrm>
            <a:off x="8508025" y="1623852"/>
            <a:ext cx="695319" cy="1358715"/>
          </a:xfrm>
          <a:custGeom>
            <a:rect b="b" l="l" r="r" t="t"/>
            <a:pathLst>
              <a:path extrusionOk="0" h="23703" w="14567">
                <a:moveTo>
                  <a:pt x="14567" y="1"/>
                </a:moveTo>
                <a:cubicBezTo>
                  <a:pt x="11709" y="108"/>
                  <a:pt x="8851" y="385"/>
                  <a:pt x="6015" y="385"/>
                </a:cubicBezTo>
                <a:cubicBezTo>
                  <a:pt x="5268" y="427"/>
                  <a:pt x="4543" y="513"/>
                  <a:pt x="3840" y="662"/>
                </a:cubicBezTo>
                <a:cubicBezTo>
                  <a:pt x="3541" y="726"/>
                  <a:pt x="3243" y="811"/>
                  <a:pt x="2965" y="918"/>
                </a:cubicBezTo>
                <a:cubicBezTo>
                  <a:pt x="1" y="2155"/>
                  <a:pt x="747" y="6868"/>
                  <a:pt x="726" y="9512"/>
                </a:cubicBezTo>
                <a:cubicBezTo>
                  <a:pt x="683" y="13287"/>
                  <a:pt x="961" y="17062"/>
                  <a:pt x="1281" y="20815"/>
                </a:cubicBezTo>
                <a:cubicBezTo>
                  <a:pt x="1281" y="21242"/>
                  <a:pt x="1366" y="21668"/>
                  <a:pt x="1536" y="22052"/>
                </a:cubicBezTo>
                <a:cubicBezTo>
                  <a:pt x="2027" y="23012"/>
                  <a:pt x="3285" y="23225"/>
                  <a:pt x="4351" y="23332"/>
                </a:cubicBezTo>
                <a:cubicBezTo>
                  <a:pt x="7315" y="23574"/>
                  <a:pt x="10279" y="23702"/>
                  <a:pt x="13257" y="23702"/>
                </a:cubicBezTo>
                <a:cubicBezTo>
                  <a:pt x="13686" y="23702"/>
                  <a:pt x="14115" y="23700"/>
                  <a:pt x="14545" y="23694"/>
                </a:cubicBezTo>
                <a:lnTo>
                  <a:pt x="14545" y="15484"/>
                </a:lnTo>
                <a:cubicBezTo>
                  <a:pt x="13714" y="15441"/>
                  <a:pt x="12903" y="15377"/>
                  <a:pt x="12071" y="15249"/>
                </a:cubicBezTo>
                <a:cubicBezTo>
                  <a:pt x="11432" y="15142"/>
                  <a:pt x="10749" y="15014"/>
                  <a:pt x="10259" y="14567"/>
                </a:cubicBezTo>
                <a:cubicBezTo>
                  <a:pt x="9768" y="14119"/>
                  <a:pt x="9598" y="13287"/>
                  <a:pt x="10046" y="12818"/>
                </a:cubicBezTo>
                <a:cubicBezTo>
                  <a:pt x="10356" y="12487"/>
                  <a:pt x="10902" y="12402"/>
                  <a:pt x="11476" y="12402"/>
                </a:cubicBezTo>
                <a:cubicBezTo>
                  <a:pt x="12087" y="12402"/>
                  <a:pt x="12731" y="12498"/>
                  <a:pt x="13159" y="12498"/>
                </a:cubicBezTo>
                <a:lnTo>
                  <a:pt x="14567" y="12498"/>
                </a:lnTo>
                <a:lnTo>
                  <a:pt x="1456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114"/>
          <p:cNvSpPr/>
          <p:nvPr/>
        </p:nvSpPr>
        <p:spPr>
          <a:xfrm>
            <a:off x="1897646" y="186121"/>
            <a:ext cx="374728" cy="346770"/>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114"/>
          <p:cNvSpPr/>
          <p:nvPr/>
        </p:nvSpPr>
        <p:spPr>
          <a:xfrm>
            <a:off x="6414746" y="4967696"/>
            <a:ext cx="374728" cy="346770"/>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114"/>
          <p:cNvSpPr/>
          <p:nvPr/>
        </p:nvSpPr>
        <p:spPr>
          <a:xfrm>
            <a:off x="6825396" y="4967696"/>
            <a:ext cx="374728" cy="346770"/>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114"/>
          <p:cNvSpPr/>
          <p:nvPr/>
        </p:nvSpPr>
        <p:spPr>
          <a:xfrm>
            <a:off x="2461300" y="5016688"/>
            <a:ext cx="739695" cy="248808"/>
          </a:xfrm>
          <a:custGeom>
            <a:rect b="b" l="l" r="r" t="t"/>
            <a:pathLst>
              <a:path extrusionOk="0" h="11632" w="13756">
                <a:moveTo>
                  <a:pt x="8819" y="0"/>
                </a:moveTo>
                <a:cubicBezTo>
                  <a:pt x="6385" y="0"/>
                  <a:pt x="3951" y="157"/>
                  <a:pt x="1536" y="457"/>
                </a:cubicBezTo>
                <a:cubicBezTo>
                  <a:pt x="1302" y="457"/>
                  <a:pt x="1088" y="606"/>
                  <a:pt x="1024" y="820"/>
                </a:cubicBezTo>
                <a:cubicBezTo>
                  <a:pt x="896" y="1075"/>
                  <a:pt x="811" y="1353"/>
                  <a:pt x="768" y="1651"/>
                </a:cubicBezTo>
                <a:cubicBezTo>
                  <a:pt x="598" y="2632"/>
                  <a:pt x="470" y="3635"/>
                  <a:pt x="385" y="4637"/>
                </a:cubicBezTo>
                <a:cubicBezTo>
                  <a:pt x="257" y="6108"/>
                  <a:pt x="193" y="7580"/>
                  <a:pt x="107" y="9051"/>
                </a:cubicBezTo>
                <a:cubicBezTo>
                  <a:pt x="65" y="9904"/>
                  <a:pt x="22" y="10757"/>
                  <a:pt x="1" y="11632"/>
                </a:cubicBezTo>
                <a:lnTo>
                  <a:pt x="385" y="11632"/>
                </a:lnTo>
                <a:cubicBezTo>
                  <a:pt x="470" y="10054"/>
                  <a:pt x="555" y="8476"/>
                  <a:pt x="662" y="6897"/>
                </a:cubicBezTo>
                <a:cubicBezTo>
                  <a:pt x="747" y="5639"/>
                  <a:pt x="854" y="4381"/>
                  <a:pt x="1024" y="3123"/>
                </a:cubicBezTo>
                <a:cubicBezTo>
                  <a:pt x="1067" y="2419"/>
                  <a:pt x="1216" y="1715"/>
                  <a:pt x="1430" y="1054"/>
                </a:cubicBezTo>
                <a:cubicBezTo>
                  <a:pt x="1430" y="1054"/>
                  <a:pt x="1451" y="990"/>
                  <a:pt x="1472" y="948"/>
                </a:cubicBezTo>
                <a:cubicBezTo>
                  <a:pt x="1472" y="926"/>
                  <a:pt x="1494" y="926"/>
                  <a:pt x="1494" y="905"/>
                </a:cubicBezTo>
                <a:cubicBezTo>
                  <a:pt x="1622" y="905"/>
                  <a:pt x="1749" y="884"/>
                  <a:pt x="1877" y="862"/>
                </a:cubicBezTo>
                <a:cubicBezTo>
                  <a:pt x="3647" y="649"/>
                  <a:pt x="5439" y="521"/>
                  <a:pt x="7230" y="478"/>
                </a:cubicBezTo>
                <a:cubicBezTo>
                  <a:pt x="7693" y="467"/>
                  <a:pt x="8157" y="462"/>
                  <a:pt x="8622" y="462"/>
                </a:cubicBezTo>
                <a:cubicBezTo>
                  <a:pt x="9957" y="462"/>
                  <a:pt x="11297" y="506"/>
                  <a:pt x="12626" y="585"/>
                </a:cubicBezTo>
                <a:cubicBezTo>
                  <a:pt x="12677" y="585"/>
                  <a:pt x="12762" y="578"/>
                  <a:pt x="12853" y="578"/>
                </a:cubicBezTo>
                <a:cubicBezTo>
                  <a:pt x="12989" y="578"/>
                  <a:pt x="13138" y="593"/>
                  <a:pt x="13202" y="670"/>
                </a:cubicBezTo>
                <a:cubicBezTo>
                  <a:pt x="13287" y="798"/>
                  <a:pt x="13244" y="1118"/>
                  <a:pt x="13244" y="1267"/>
                </a:cubicBezTo>
                <a:cubicBezTo>
                  <a:pt x="13244" y="1737"/>
                  <a:pt x="13244" y="2184"/>
                  <a:pt x="13266" y="2654"/>
                </a:cubicBezTo>
                <a:cubicBezTo>
                  <a:pt x="13266" y="3549"/>
                  <a:pt x="13287" y="4466"/>
                  <a:pt x="13287" y="5362"/>
                </a:cubicBezTo>
                <a:cubicBezTo>
                  <a:pt x="13287" y="7452"/>
                  <a:pt x="13266" y="9542"/>
                  <a:pt x="13244" y="11632"/>
                </a:cubicBezTo>
                <a:lnTo>
                  <a:pt x="13692" y="11632"/>
                </a:lnTo>
                <a:cubicBezTo>
                  <a:pt x="13692" y="10971"/>
                  <a:pt x="13713" y="10310"/>
                  <a:pt x="13713" y="9649"/>
                </a:cubicBezTo>
                <a:cubicBezTo>
                  <a:pt x="13735" y="7815"/>
                  <a:pt x="13735" y="5959"/>
                  <a:pt x="13713" y="4125"/>
                </a:cubicBezTo>
                <a:cubicBezTo>
                  <a:pt x="13713" y="3208"/>
                  <a:pt x="13713" y="2291"/>
                  <a:pt x="13692" y="1374"/>
                </a:cubicBezTo>
                <a:cubicBezTo>
                  <a:pt x="13692" y="1033"/>
                  <a:pt x="13756" y="564"/>
                  <a:pt x="13479" y="329"/>
                </a:cubicBezTo>
                <a:cubicBezTo>
                  <a:pt x="13223" y="94"/>
                  <a:pt x="12754" y="137"/>
                  <a:pt x="12412" y="116"/>
                </a:cubicBezTo>
                <a:cubicBezTo>
                  <a:pt x="11216" y="38"/>
                  <a:pt x="10018" y="0"/>
                  <a:pt x="8819" y="0"/>
                </a:cubicBez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1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3_1">
    <p:spTree>
      <p:nvGrpSpPr>
        <p:cNvPr id="597" name="Shape 597"/>
        <p:cNvGrpSpPr/>
        <p:nvPr/>
      </p:nvGrpSpPr>
      <p:grpSpPr>
        <a:xfrm>
          <a:off x="0" y="0"/>
          <a:ext cx="0" cy="0"/>
          <a:chOff x="0" y="0"/>
          <a:chExt cx="0" cy="0"/>
        </a:xfrm>
      </p:grpSpPr>
      <p:sp>
        <p:nvSpPr>
          <p:cNvPr id="598" name="Google Shape;598;p115"/>
          <p:cNvSpPr txBox="1"/>
          <p:nvPr>
            <p:ph type="title"/>
          </p:nvPr>
        </p:nvSpPr>
        <p:spPr>
          <a:xfrm>
            <a:off x="713225" y="356016"/>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599" name="Google Shape;599;p115"/>
          <p:cNvSpPr txBox="1"/>
          <p:nvPr>
            <p:ph idx="1" type="subTitle"/>
          </p:nvPr>
        </p:nvSpPr>
        <p:spPr>
          <a:xfrm>
            <a:off x="5016575" y="1969025"/>
            <a:ext cx="2693100" cy="156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15000"/>
              </a:lnSpc>
              <a:spcBef>
                <a:spcPts val="1600"/>
              </a:spcBef>
              <a:spcAft>
                <a:spcPts val="0"/>
              </a:spcAft>
              <a:buSzPts val="1400"/>
              <a:buNone/>
              <a:defRPr sz="1800"/>
            </a:lvl2pPr>
            <a:lvl3pPr lvl="2" algn="l">
              <a:lnSpc>
                <a:spcPct val="115000"/>
              </a:lnSpc>
              <a:spcBef>
                <a:spcPts val="1600"/>
              </a:spcBef>
              <a:spcAft>
                <a:spcPts val="0"/>
              </a:spcAft>
              <a:buSzPts val="1400"/>
              <a:buNone/>
              <a:defRPr sz="1800"/>
            </a:lvl3pPr>
            <a:lvl4pPr lvl="3" algn="l">
              <a:lnSpc>
                <a:spcPct val="115000"/>
              </a:lnSpc>
              <a:spcBef>
                <a:spcPts val="1600"/>
              </a:spcBef>
              <a:spcAft>
                <a:spcPts val="0"/>
              </a:spcAft>
              <a:buSzPts val="1400"/>
              <a:buNone/>
              <a:defRPr sz="1800"/>
            </a:lvl4pPr>
            <a:lvl5pPr lvl="4" algn="l">
              <a:lnSpc>
                <a:spcPct val="115000"/>
              </a:lnSpc>
              <a:spcBef>
                <a:spcPts val="1600"/>
              </a:spcBef>
              <a:spcAft>
                <a:spcPts val="0"/>
              </a:spcAft>
              <a:buSzPts val="1400"/>
              <a:buNone/>
              <a:defRPr sz="1800"/>
            </a:lvl5pPr>
            <a:lvl6pPr lvl="5" algn="l">
              <a:lnSpc>
                <a:spcPct val="115000"/>
              </a:lnSpc>
              <a:spcBef>
                <a:spcPts val="1600"/>
              </a:spcBef>
              <a:spcAft>
                <a:spcPts val="0"/>
              </a:spcAft>
              <a:buSzPts val="1400"/>
              <a:buNone/>
              <a:defRPr sz="1800"/>
            </a:lvl6pPr>
            <a:lvl7pPr lvl="6" algn="l">
              <a:lnSpc>
                <a:spcPct val="115000"/>
              </a:lnSpc>
              <a:spcBef>
                <a:spcPts val="1600"/>
              </a:spcBef>
              <a:spcAft>
                <a:spcPts val="0"/>
              </a:spcAft>
              <a:buSzPts val="1400"/>
              <a:buNone/>
              <a:defRPr sz="1800"/>
            </a:lvl7pPr>
            <a:lvl8pPr lvl="7" algn="l">
              <a:lnSpc>
                <a:spcPct val="115000"/>
              </a:lnSpc>
              <a:spcBef>
                <a:spcPts val="1600"/>
              </a:spcBef>
              <a:spcAft>
                <a:spcPts val="0"/>
              </a:spcAft>
              <a:buSzPts val="1400"/>
              <a:buNone/>
              <a:defRPr sz="1800"/>
            </a:lvl8pPr>
            <a:lvl9pPr lvl="8" algn="l">
              <a:lnSpc>
                <a:spcPct val="115000"/>
              </a:lnSpc>
              <a:spcBef>
                <a:spcPts val="1600"/>
              </a:spcBef>
              <a:spcAft>
                <a:spcPts val="1600"/>
              </a:spcAft>
              <a:buSzPts val="1400"/>
              <a:buNone/>
              <a:defRPr sz="1800"/>
            </a:lvl9pPr>
          </a:lstStyle>
          <a:p/>
        </p:txBody>
      </p:sp>
      <p:sp>
        <p:nvSpPr>
          <p:cNvPr id="600" name="Google Shape;600;p115"/>
          <p:cNvSpPr/>
          <p:nvPr/>
        </p:nvSpPr>
        <p:spPr>
          <a:xfrm>
            <a:off x="456950" y="312009"/>
            <a:ext cx="130177" cy="98653"/>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115"/>
          <p:cNvSpPr/>
          <p:nvPr/>
        </p:nvSpPr>
        <p:spPr>
          <a:xfrm>
            <a:off x="442011" y="494308"/>
            <a:ext cx="146433" cy="128663"/>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115"/>
          <p:cNvSpPr/>
          <p:nvPr/>
        </p:nvSpPr>
        <p:spPr>
          <a:xfrm>
            <a:off x="287878" y="439684"/>
            <a:ext cx="147420" cy="69893"/>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115"/>
          <p:cNvSpPr/>
          <p:nvPr/>
        </p:nvSpPr>
        <p:spPr>
          <a:xfrm>
            <a:off x="248588" y="574731"/>
            <a:ext cx="104905" cy="110499"/>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115"/>
          <p:cNvSpPr/>
          <p:nvPr/>
        </p:nvSpPr>
        <p:spPr>
          <a:xfrm>
            <a:off x="9952" y="283052"/>
            <a:ext cx="165716" cy="72525"/>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115"/>
          <p:cNvSpPr/>
          <p:nvPr/>
        </p:nvSpPr>
        <p:spPr>
          <a:xfrm>
            <a:off x="-15320" y="456335"/>
            <a:ext cx="140444" cy="138338"/>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115"/>
          <p:cNvSpPr/>
          <p:nvPr/>
        </p:nvSpPr>
        <p:spPr>
          <a:xfrm>
            <a:off x="10741" y="701221"/>
            <a:ext cx="155054" cy="137153"/>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115"/>
          <p:cNvSpPr/>
          <p:nvPr/>
        </p:nvSpPr>
        <p:spPr>
          <a:xfrm>
            <a:off x="157306" y="878124"/>
            <a:ext cx="142484" cy="136758"/>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115"/>
          <p:cNvSpPr/>
          <p:nvPr/>
        </p:nvSpPr>
        <p:spPr>
          <a:xfrm>
            <a:off x="364615" y="806257"/>
            <a:ext cx="143669" cy="147025"/>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115"/>
          <p:cNvSpPr/>
          <p:nvPr/>
        </p:nvSpPr>
        <p:spPr>
          <a:xfrm>
            <a:off x="474325" y="674107"/>
            <a:ext cx="108327" cy="116291"/>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115"/>
          <p:cNvSpPr/>
          <p:nvPr/>
        </p:nvSpPr>
        <p:spPr>
          <a:xfrm>
            <a:off x="450698" y="1168947"/>
            <a:ext cx="112342" cy="158147"/>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115"/>
          <p:cNvSpPr/>
          <p:nvPr/>
        </p:nvSpPr>
        <p:spPr>
          <a:xfrm>
            <a:off x="492752" y="1040943"/>
            <a:ext cx="87136" cy="87070"/>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115"/>
          <p:cNvSpPr/>
          <p:nvPr/>
        </p:nvSpPr>
        <p:spPr>
          <a:xfrm>
            <a:off x="266423" y="1366844"/>
            <a:ext cx="175917" cy="90492"/>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115"/>
          <p:cNvSpPr/>
          <p:nvPr/>
        </p:nvSpPr>
        <p:spPr>
          <a:xfrm>
            <a:off x="543296" y="1440948"/>
            <a:ext cx="81476" cy="93585"/>
          </a:xfrm>
          <a:custGeom>
            <a:rect b="b" l="l" r="r" t="t"/>
            <a:pathLst>
              <a:path extrusionOk="0" h="1422" w="1238">
                <a:moveTo>
                  <a:pt x="342" y="0"/>
                </a:moveTo>
                <a:cubicBezTo>
                  <a:pt x="257" y="0"/>
                  <a:pt x="214" y="21"/>
                  <a:pt x="150" y="64"/>
                </a:cubicBezTo>
                <a:cubicBezTo>
                  <a:pt x="43" y="149"/>
                  <a:pt x="1" y="320"/>
                  <a:pt x="86" y="448"/>
                </a:cubicBezTo>
                <a:lnTo>
                  <a:pt x="86" y="469"/>
                </a:lnTo>
                <a:lnTo>
                  <a:pt x="342" y="875"/>
                </a:lnTo>
                <a:cubicBezTo>
                  <a:pt x="427" y="1002"/>
                  <a:pt x="512" y="1130"/>
                  <a:pt x="619" y="1258"/>
                </a:cubicBezTo>
                <a:cubicBezTo>
                  <a:pt x="662" y="1344"/>
                  <a:pt x="726" y="1386"/>
                  <a:pt x="811" y="1408"/>
                </a:cubicBezTo>
                <a:cubicBezTo>
                  <a:pt x="846" y="1416"/>
                  <a:pt x="882" y="1422"/>
                  <a:pt x="917" y="1422"/>
                </a:cubicBezTo>
                <a:cubicBezTo>
                  <a:pt x="967" y="1422"/>
                  <a:pt x="1017" y="1411"/>
                  <a:pt x="1067" y="1386"/>
                </a:cubicBezTo>
                <a:cubicBezTo>
                  <a:pt x="1131" y="1344"/>
                  <a:pt x="1195" y="1280"/>
                  <a:pt x="1216" y="1194"/>
                </a:cubicBezTo>
                <a:cubicBezTo>
                  <a:pt x="1238" y="1088"/>
                  <a:pt x="1238" y="1002"/>
                  <a:pt x="1174" y="917"/>
                </a:cubicBezTo>
                <a:cubicBezTo>
                  <a:pt x="1067" y="768"/>
                  <a:pt x="960" y="619"/>
                  <a:pt x="854" y="469"/>
                </a:cubicBezTo>
                <a:lnTo>
                  <a:pt x="534" y="85"/>
                </a:lnTo>
                <a:cubicBezTo>
                  <a:pt x="491" y="43"/>
                  <a:pt x="406" y="0"/>
                  <a:pt x="3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115"/>
          <p:cNvSpPr/>
          <p:nvPr/>
        </p:nvSpPr>
        <p:spPr>
          <a:xfrm>
            <a:off x="-42501" y="1385337"/>
            <a:ext cx="112868" cy="94441"/>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115"/>
          <p:cNvSpPr/>
          <p:nvPr/>
        </p:nvSpPr>
        <p:spPr>
          <a:xfrm>
            <a:off x="113804" y="1230942"/>
            <a:ext cx="70485" cy="123925"/>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115"/>
          <p:cNvSpPr/>
          <p:nvPr/>
        </p:nvSpPr>
        <p:spPr>
          <a:xfrm>
            <a:off x="238716" y="1106821"/>
            <a:ext cx="83121" cy="81147"/>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115"/>
          <p:cNvSpPr/>
          <p:nvPr/>
        </p:nvSpPr>
        <p:spPr>
          <a:xfrm>
            <a:off x="-34143" y="946963"/>
            <a:ext cx="77856" cy="196187"/>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115"/>
          <p:cNvSpPr/>
          <p:nvPr/>
        </p:nvSpPr>
        <p:spPr>
          <a:xfrm>
            <a:off x="609240" y="796254"/>
            <a:ext cx="76013" cy="150711"/>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115"/>
          <p:cNvSpPr/>
          <p:nvPr/>
        </p:nvSpPr>
        <p:spPr>
          <a:xfrm>
            <a:off x="641554" y="1174015"/>
            <a:ext cx="44950" cy="137877"/>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15"/>
          <p:cNvSpPr/>
          <p:nvPr/>
        </p:nvSpPr>
        <p:spPr>
          <a:xfrm>
            <a:off x="640172" y="404870"/>
            <a:ext cx="73052" cy="176509"/>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115"/>
          <p:cNvSpPr/>
          <p:nvPr/>
        </p:nvSpPr>
        <p:spPr>
          <a:xfrm>
            <a:off x="0" y="3101575"/>
            <a:ext cx="653530" cy="723079"/>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115"/>
          <p:cNvSpPr/>
          <p:nvPr/>
        </p:nvSpPr>
        <p:spPr>
          <a:xfrm>
            <a:off x="0" y="3997788"/>
            <a:ext cx="272770" cy="472991"/>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115"/>
          <p:cNvSpPr/>
          <p:nvPr/>
        </p:nvSpPr>
        <p:spPr>
          <a:xfrm>
            <a:off x="2447076" y="4987075"/>
            <a:ext cx="746710" cy="486654"/>
          </a:xfrm>
          <a:custGeom>
            <a:rect b="b" l="l" r="r" t="t"/>
            <a:pathLst>
              <a:path extrusionOk="0" h="11632" w="13756">
                <a:moveTo>
                  <a:pt x="8819" y="0"/>
                </a:moveTo>
                <a:cubicBezTo>
                  <a:pt x="6385" y="0"/>
                  <a:pt x="3951" y="157"/>
                  <a:pt x="1536" y="457"/>
                </a:cubicBezTo>
                <a:cubicBezTo>
                  <a:pt x="1302" y="457"/>
                  <a:pt x="1088" y="606"/>
                  <a:pt x="1024" y="820"/>
                </a:cubicBezTo>
                <a:cubicBezTo>
                  <a:pt x="896" y="1075"/>
                  <a:pt x="811" y="1353"/>
                  <a:pt x="768" y="1651"/>
                </a:cubicBezTo>
                <a:cubicBezTo>
                  <a:pt x="598" y="2632"/>
                  <a:pt x="470" y="3635"/>
                  <a:pt x="385" y="4637"/>
                </a:cubicBezTo>
                <a:cubicBezTo>
                  <a:pt x="257" y="6108"/>
                  <a:pt x="193" y="7580"/>
                  <a:pt x="107" y="9051"/>
                </a:cubicBezTo>
                <a:cubicBezTo>
                  <a:pt x="65" y="9904"/>
                  <a:pt x="22" y="10757"/>
                  <a:pt x="1" y="11632"/>
                </a:cubicBezTo>
                <a:lnTo>
                  <a:pt x="385" y="11632"/>
                </a:lnTo>
                <a:cubicBezTo>
                  <a:pt x="470" y="10054"/>
                  <a:pt x="555" y="8476"/>
                  <a:pt x="662" y="6897"/>
                </a:cubicBezTo>
                <a:cubicBezTo>
                  <a:pt x="747" y="5639"/>
                  <a:pt x="854" y="4381"/>
                  <a:pt x="1024" y="3123"/>
                </a:cubicBezTo>
                <a:cubicBezTo>
                  <a:pt x="1067" y="2419"/>
                  <a:pt x="1216" y="1715"/>
                  <a:pt x="1430" y="1054"/>
                </a:cubicBezTo>
                <a:cubicBezTo>
                  <a:pt x="1430" y="1054"/>
                  <a:pt x="1451" y="990"/>
                  <a:pt x="1472" y="948"/>
                </a:cubicBezTo>
                <a:cubicBezTo>
                  <a:pt x="1472" y="926"/>
                  <a:pt x="1494" y="926"/>
                  <a:pt x="1494" y="905"/>
                </a:cubicBezTo>
                <a:cubicBezTo>
                  <a:pt x="1622" y="905"/>
                  <a:pt x="1749" y="884"/>
                  <a:pt x="1877" y="862"/>
                </a:cubicBezTo>
                <a:cubicBezTo>
                  <a:pt x="3647" y="649"/>
                  <a:pt x="5439" y="521"/>
                  <a:pt x="7230" y="478"/>
                </a:cubicBezTo>
                <a:cubicBezTo>
                  <a:pt x="7693" y="467"/>
                  <a:pt x="8157" y="462"/>
                  <a:pt x="8622" y="462"/>
                </a:cubicBezTo>
                <a:cubicBezTo>
                  <a:pt x="9957" y="462"/>
                  <a:pt x="11297" y="506"/>
                  <a:pt x="12626" y="585"/>
                </a:cubicBezTo>
                <a:cubicBezTo>
                  <a:pt x="12677" y="585"/>
                  <a:pt x="12762" y="578"/>
                  <a:pt x="12853" y="578"/>
                </a:cubicBezTo>
                <a:cubicBezTo>
                  <a:pt x="12989" y="578"/>
                  <a:pt x="13138" y="593"/>
                  <a:pt x="13202" y="670"/>
                </a:cubicBezTo>
                <a:cubicBezTo>
                  <a:pt x="13287" y="798"/>
                  <a:pt x="13244" y="1118"/>
                  <a:pt x="13244" y="1267"/>
                </a:cubicBezTo>
                <a:cubicBezTo>
                  <a:pt x="13244" y="1737"/>
                  <a:pt x="13244" y="2184"/>
                  <a:pt x="13266" y="2654"/>
                </a:cubicBezTo>
                <a:cubicBezTo>
                  <a:pt x="13266" y="3549"/>
                  <a:pt x="13287" y="4466"/>
                  <a:pt x="13287" y="5362"/>
                </a:cubicBezTo>
                <a:cubicBezTo>
                  <a:pt x="13287" y="7452"/>
                  <a:pt x="13266" y="9542"/>
                  <a:pt x="13244" y="11632"/>
                </a:cubicBezTo>
                <a:lnTo>
                  <a:pt x="13692" y="11632"/>
                </a:lnTo>
                <a:cubicBezTo>
                  <a:pt x="13692" y="10971"/>
                  <a:pt x="13713" y="10310"/>
                  <a:pt x="13713" y="9649"/>
                </a:cubicBezTo>
                <a:cubicBezTo>
                  <a:pt x="13735" y="7815"/>
                  <a:pt x="13735" y="5959"/>
                  <a:pt x="13713" y="4125"/>
                </a:cubicBezTo>
                <a:cubicBezTo>
                  <a:pt x="13713" y="3208"/>
                  <a:pt x="13713" y="2291"/>
                  <a:pt x="13692" y="1374"/>
                </a:cubicBezTo>
                <a:cubicBezTo>
                  <a:pt x="13692" y="1033"/>
                  <a:pt x="13756" y="564"/>
                  <a:pt x="13479" y="329"/>
                </a:cubicBezTo>
                <a:cubicBezTo>
                  <a:pt x="13223" y="94"/>
                  <a:pt x="12754" y="137"/>
                  <a:pt x="12412" y="116"/>
                </a:cubicBezTo>
                <a:cubicBezTo>
                  <a:pt x="11216" y="38"/>
                  <a:pt x="10018" y="0"/>
                  <a:pt x="88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115"/>
          <p:cNvSpPr/>
          <p:nvPr/>
        </p:nvSpPr>
        <p:spPr>
          <a:xfrm>
            <a:off x="8087848" y="4754276"/>
            <a:ext cx="1138214" cy="389229"/>
          </a:xfrm>
          <a:custGeom>
            <a:rect b="b" l="l" r="r" t="t"/>
            <a:pathLst>
              <a:path extrusionOk="0" h="7541" w="22052">
                <a:moveTo>
                  <a:pt x="719" y="0"/>
                </a:moveTo>
                <a:cubicBezTo>
                  <a:pt x="519" y="0"/>
                  <a:pt x="347" y="174"/>
                  <a:pt x="384" y="396"/>
                </a:cubicBezTo>
                <a:cubicBezTo>
                  <a:pt x="171" y="2102"/>
                  <a:pt x="43" y="3830"/>
                  <a:pt x="1" y="5557"/>
                </a:cubicBezTo>
                <a:cubicBezTo>
                  <a:pt x="40" y="5558"/>
                  <a:pt x="86" y="5558"/>
                  <a:pt x="139" y="5558"/>
                </a:cubicBezTo>
                <a:cubicBezTo>
                  <a:pt x="795" y="5558"/>
                  <a:pt x="2502" y="5518"/>
                  <a:pt x="4461" y="5518"/>
                </a:cubicBezTo>
                <a:cubicBezTo>
                  <a:pt x="8264" y="5518"/>
                  <a:pt x="13018" y="5669"/>
                  <a:pt x="12881" y="6560"/>
                </a:cubicBezTo>
                <a:cubicBezTo>
                  <a:pt x="12818" y="6837"/>
                  <a:pt x="12796" y="7178"/>
                  <a:pt x="12775" y="7541"/>
                </a:cubicBezTo>
                <a:lnTo>
                  <a:pt x="21966" y="7541"/>
                </a:lnTo>
                <a:cubicBezTo>
                  <a:pt x="22030" y="5834"/>
                  <a:pt x="22052" y="4128"/>
                  <a:pt x="22030" y="2422"/>
                </a:cubicBezTo>
                <a:cubicBezTo>
                  <a:pt x="22030" y="1953"/>
                  <a:pt x="21988" y="1484"/>
                  <a:pt x="21710" y="1143"/>
                </a:cubicBezTo>
                <a:cubicBezTo>
                  <a:pt x="21348" y="716"/>
                  <a:pt x="20751" y="652"/>
                  <a:pt x="20196" y="631"/>
                </a:cubicBezTo>
                <a:cubicBezTo>
                  <a:pt x="13713" y="311"/>
                  <a:pt x="7294" y="76"/>
                  <a:pt x="811" y="12"/>
                </a:cubicBezTo>
                <a:cubicBezTo>
                  <a:pt x="780" y="4"/>
                  <a:pt x="749" y="0"/>
                  <a:pt x="71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115"/>
          <p:cNvSpPr/>
          <p:nvPr/>
        </p:nvSpPr>
        <p:spPr>
          <a:xfrm>
            <a:off x="7184251" y="95473"/>
            <a:ext cx="955534" cy="287147"/>
          </a:xfrm>
          <a:custGeom>
            <a:rect b="b" l="l" r="r" t="t"/>
            <a:pathLst>
              <a:path extrusionOk="0" h="4544" w="15121">
                <a:moveTo>
                  <a:pt x="15121" y="1"/>
                </a:moveTo>
                <a:cubicBezTo>
                  <a:pt x="10152" y="171"/>
                  <a:pt x="150" y="598"/>
                  <a:pt x="86" y="662"/>
                </a:cubicBezTo>
                <a:cubicBezTo>
                  <a:pt x="0" y="726"/>
                  <a:pt x="107" y="3349"/>
                  <a:pt x="171" y="4543"/>
                </a:cubicBezTo>
                <a:cubicBezTo>
                  <a:pt x="2602" y="4500"/>
                  <a:pt x="13798" y="4031"/>
                  <a:pt x="15121" y="4031"/>
                </a:cubicBezTo>
                <a:lnTo>
                  <a:pt x="1512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115"/>
          <p:cNvSpPr/>
          <p:nvPr/>
        </p:nvSpPr>
        <p:spPr>
          <a:xfrm>
            <a:off x="8492550" y="1544834"/>
            <a:ext cx="879992" cy="1431898"/>
          </a:xfrm>
          <a:custGeom>
            <a:rect b="b" l="l" r="r" t="t"/>
            <a:pathLst>
              <a:path extrusionOk="0" h="23703" w="14567">
                <a:moveTo>
                  <a:pt x="14567" y="1"/>
                </a:moveTo>
                <a:cubicBezTo>
                  <a:pt x="11709" y="108"/>
                  <a:pt x="8851" y="385"/>
                  <a:pt x="6015" y="385"/>
                </a:cubicBezTo>
                <a:cubicBezTo>
                  <a:pt x="5268" y="427"/>
                  <a:pt x="4543" y="513"/>
                  <a:pt x="3840" y="662"/>
                </a:cubicBezTo>
                <a:cubicBezTo>
                  <a:pt x="3541" y="726"/>
                  <a:pt x="3243" y="811"/>
                  <a:pt x="2965" y="918"/>
                </a:cubicBezTo>
                <a:cubicBezTo>
                  <a:pt x="1" y="2155"/>
                  <a:pt x="747" y="6868"/>
                  <a:pt x="726" y="9512"/>
                </a:cubicBezTo>
                <a:cubicBezTo>
                  <a:pt x="683" y="13287"/>
                  <a:pt x="961" y="17062"/>
                  <a:pt x="1281" y="20815"/>
                </a:cubicBezTo>
                <a:cubicBezTo>
                  <a:pt x="1281" y="21242"/>
                  <a:pt x="1366" y="21668"/>
                  <a:pt x="1536" y="22052"/>
                </a:cubicBezTo>
                <a:cubicBezTo>
                  <a:pt x="2027" y="23012"/>
                  <a:pt x="3285" y="23225"/>
                  <a:pt x="4351" y="23332"/>
                </a:cubicBezTo>
                <a:cubicBezTo>
                  <a:pt x="7315" y="23574"/>
                  <a:pt x="10279" y="23702"/>
                  <a:pt x="13257" y="23702"/>
                </a:cubicBezTo>
                <a:cubicBezTo>
                  <a:pt x="13686" y="23702"/>
                  <a:pt x="14115" y="23700"/>
                  <a:pt x="14545" y="23694"/>
                </a:cubicBezTo>
                <a:lnTo>
                  <a:pt x="14545" y="15484"/>
                </a:lnTo>
                <a:cubicBezTo>
                  <a:pt x="13714" y="15441"/>
                  <a:pt x="12903" y="15377"/>
                  <a:pt x="12071" y="15249"/>
                </a:cubicBezTo>
                <a:cubicBezTo>
                  <a:pt x="11432" y="15142"/>
                  <a:pt x="10749" y="15014"/>
                  <a:pt x="10259" y="14567"/>
                </a:cubicBezTo>
                <a:cubicBezTo>
                  <a:pt x="9768" y="14119"/>
                  <a:pt x="9598" y="13287"/>
                  <a:pt x="10046" y="12818"/>
                </a:cubicBezTo>
                <a:cubicBezTo>
                  <a:pt x="10356" y="12487"/>
                  <a:pt x="10902" y="12402"/>
                  <a:pt x="11476" y="12402"/>
                </a:cubicBezTo>
                <a:cubicBezTo>
                  <a:pt x="12087" y="12402"/>
                  <a:pt x="12731" y="12498"/>
                  <a:pt x="13159" y="12498"/>
                </a:cubicBezTo>
                <a:lnTo>
                  <a:pt x="14567" y="12498"/>
                </a:lnTo>
                <a:lnTo>
                  <a:pt x="1456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115"/>
          <p:cNvSpPr/>
          <p:nvPr/>
        </p:nvSpPr>
        <p:spPr>
          <a:xfrm>
            <a:off x="6459750" y="4954650"/>
            <a:ext cx="343821" cy="318220"/>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115"/>
          <p:cNvSpPr/>
          <p:nvPr/>
        </p:nvSpPr>
        <p:spPr>
          <a:xfrm>
            <a:off x="6840425" y="4954650"/>
            <a:ext cx="343821" cy="318220"/>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115"/>
          <p:cNvSpPr/>
          <p:nvPr/>
        </p:nvSpPr>
        <p:spPr>
          <a:xfrm>
            <a:off x="1902450" y="151525"/>
            <a:ext cx="343821" cy="318220"/>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1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0_2_1">
    <p:spTree>
      <p:nvGrpSpPr>
        <p:cNvPr id="631" name="Shape 631"/>
        <p:cNvGrpSpPr/>
        <p:nvPr/>
      </p:nvGrpSpPr>
      <p:grpSpPr>
        <a:xfrm>
          <a:off x="0" y="0"/>
          <a:ext cx="0" cy="0"/>
          <a:chOff x="0" y="0"/>
          <a:chExt cx="0" cy="0"/>
        </a:xfrm>
      </p:grpSpPr>
      <p:sp>
        <p:nvSpPr>
          <p:cNvPr id="632" name="Google Shape;632;p116"/>
          <p:cNvSpPr txBox="1"/>
          <p:nvPr>
            <p:ph type="title"/>
          </p:nvPr>
        </p:nvSpPr>
        <p:spPr>
          <a:xfrm>
            <a:off x="2529250" y="234711"/>
            <a:ext cx="4085400" cy="1146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8500"/>
            </a:lvl1pPr>
            <a:lvl2pPr lvl="1" algn="ctr">
              <a:lnSpc>
                <a:spcPct val="100000"/>
              </a:lnSpc>
              <a:spcBef>
                <a:spcPts val="0"/>
              </a:spcBef>
              <a:spcAft>
                <a:spcPts val="0"/>
              </a:spcAft>
              <a:buSzPts val="3000"/>
              <a:buNone/>
              <a:defRPr sz="8500"/>
            </a:lvl2pPr>
            <a:lvl3pPr lvl="2" algn="ctr">
              <a:lnSpc>
                <a:spcPct val="100000"/>
              </a:lnSpc>
              <a:spcBef>
                <a:spcPts val="0"/>
              </a:spcBef>
              <a:spcAft>
                <a:spcPts val="0"/>
              </a:spcAft>
              <a:buSzPts val="3000"/>
              <a:buNone/>
              <a:defRPr sz="8500"/>
            </a:lvl3pPr>
            <a:lvl4pPr lvl="3" algn="ctr">
              <a:lnSpc>
                <a:spcPct val="100000"/>
              </a:lnSpc>
              <a:spcBef>
                <a:spcPts val="0"/>
              </a:spcBef>
              <a:spcAft>
                <a:spcPts val="0"/>
              </a:spcAft>
              <a:buSzPts val="3000"/>
              <a:buNone/>
              <a:defRPr sz="8500"/>
            </a:lvl4pPr>
            <a:lvl5pPr lvl="4" algn="ctr">
              <a:lnSpc>
                <a:spcPct val="100000"/>
              </a:lnSpc>
              <a:spcBef>
                <a:spcPts val="0"/>
              </a:spcBef>
              <a:spcAft>
                <a:spcPts val="0"/>
              </a:spcAft>
              <a:buSzPts val="3000"/>
              <a:buNone/>
              <a:defRPr sz="8500"/>
            </a:lvl5pPr>
            <a:lvl6pPr lvl="5" algn="ctr">
              <a:lnSpc>
                <a:spcPct val="100000"/>
              </a:lnSpc>
              <a:spcBef>
                <a:spcPts val="0"/>
              </a:spcBef>
              <a:spcAft>
                <a:spcPts val="0"/>
              </a:spcAft>
              <a:buSzPts val="3000"/>
              <a:buNone/>
              <a:defRPr sz="8500"/>
            </a:lvl6pPr>
            <a:lvl7pPr lvl="6" algn="ctr">
              <a:lnSpc>
                <a:spcPct val="100000"/>
              </a:lnSpc>
              <a:spcBef>
                <a:spcPts val="0"/>
              </a:spcBef>
              <a:spcAft>
                <a:spcPts val="0"/>
              </a:spcAft>
              <a:buSzPts val="3000"/>
              <a:buNone/>
              <a:defRPr sz="8500"/>
            </a:lvl7pPr>
            <a:lvl8pPr lvl="7" algn="ctr">
              <a:lnSpc>
                <a:spcPct val="100000"/>
              </a:lnSpc>
              <a:spcBef>
                <a:spcPts val="0"/>
              </a:spcBef>
              <a:spcAft>
                <a:spcPts val="0"/>
              </a:spcAft>
              <a:buSzPts val="3000"/>
              <a:buNone/>
              <a:defRPr sz="8500"/>
            </a:lvl8pPr>
            <a:lvl9pPr lvl="8" algn="ctr">
              <a:lnSpc>
                <a:spcPct val="100000"/>
              </a:lnSpc>
              <a:spcBef>
                <a:spcPts val="0"/>
              </a:spcBef>
              <a:spcAft>
                <a:spcPts val="0"/>
              </a:spcAft>
              <a:buSzPts val="3000"/>
              <a:buNone/>
              <a:defRPr sz="8500"/>
            </a:lvl9pPr>
          </a:lstStyle>
          <a:p/>
        </p:txBody>
      </p:sp>
      <p:sp>
        <p:nvSpPr>
          <p:cNvPr id="633" name="Google Shape;633;p116"/>
          <p:cNvSpPr txBox="1"/>
          <p:nvPr>
            <p:ph idx="1" type="subTitle"/>
          </p:nvPr>
        </p:nvSpPr>
        <p:spPr>
          <a:xfrm>
            <a:off x="2531100" y="1576681"/>
            <a:ext cx="4085400" cy="130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15000"/>
              </a:lnSpc>
              <a:spcBef>
                <a:spcPts val="1600"/>
              </a:spcBef>
              <a:spcAft>
                <a:spcPts val="0"/>
              </a:spcAft>
              <a:buSzPts val="1400"/>
              <a:buNone/>
              <a:defRPr/>
            </a:lvl2pPr>
            <a:lvl3pPr lvl="2" algn="ctr">
              <a:lnSpc>
                <a:spcPct val="115000"/>
              </a:lnSpc>
              <a:spcBef>
                <a:spcPts val="1600"/>
              </a:spcBef>
              <a:spcAft>
                <a:spcPts val="0"/>
              </a:spcAft>
              <a:buSzPts val="1400"/>
              <a:buNone/>
              <a:defRPr/>
            </a:lvl3pPr>
            <a:lvl4pPr lvl="3" algn="ctr">
              <a:lnSpc>
                <a:spcPct val="115000"/>
              </a:lnSpc>
              <a:spcBef>
                <a:spcPts val="1600"/>
              </a:spcBef>
              <a:spcAft>
                <a:spcPts val="0"/>
              </a:spcAft>
              <a:buSzPts val="1400"/>
              <a:buNone/>
              <a:defRPr/>
            </a:lvl4pPr>
            <a:lvl5pPr lvl="4" algn="ctr">
              <a:lnSpc>
                <a:spcPct val="115000"/>
              </a:lnSpc>
              <a:spcBef>
                <a:spcPts val="1600"/>
              </a:spcBef>
              <a:spcAft>
                <a:spcPts val="0"/>
              </a:spcAft>
              <a:buSzPts val="1400"/>
              <a:buNone/>
              <a:defRPr/>
            </a:lvl5pPr>
            <a:lvl6pPr lvl="5" algn="ctr">
              <a:lnSpc>
                <a:spcPct val="115000"/>
              </a:lnSpc>
              <a:spcBef>
                <a:spcPts val="1600"/>
              </a:spcBef>
              <a:spcAft>
                <a:spcPts val="0"/>
              </a:spcAft>
              <a:buSzPts val="1400"/>
              <a:buNone/>
              <a:defRPr/>
            </a:lvl6pPr>
            <a:lvl7pPr lvl="6" algn="ctr">
              <a:lnSpc>
                <a:spcPct val="115000"/>
              </a:lnSpc>
              <a:spcBef>
                <a:spcPts val="1600"/>
              </a:spcBef>
              <a:spcAft>
                <a:spcPts val="0"/>
              </a:spcAft>
              <a:buSzPts val="1400"/>
              <a:buNone/>
              <a:defRPr/>
            </a:lvl7pPr>
            <a:lvl8pPr lvl="7" algn="ctr">
              <a:lnSpc>
                <a:spcPct val="115000"/>
              </a:lnSpc>
              <a:spcBef>
                <a:spcPts val="1600"/>
              </a:spcBef>
              <a:spcAft>
                <a:spcPts val="0"/>
              </a:spcAft>
              <a:buSzPts val="1400"/>
              <a:buNone/>
              <a:defRPr/>
            </a:lvl8pPr>
            <a:lvl9pPr lvl="8" algn="ctr">
              <a:lnSpc>
                <a:spcPct val="115000"/>
              </a:lnSpc>
              <a:spcBef>
                <a:spcPts val="1600"/>
              </a:spcBef>
              <a:spcAft>
                <a:spcPts val="1600"/>
              </a:spcAft>
              <a:buSzPts val="1400"/>
              <a:buNone/>
              <a:defRPr/>
            </a:lvl9pPr>
          </a:lstStyle>
          <a:p/>
        </p:txBody>
      </p:sp>
      <p:sp>
        <p:nvSpPr>
          <p:cNvPr id="634" name="Google Shape;634;p116"/>
          <p:cNvSpPr txBox="1"/>
          <p:nvPr/>
        </p:nvSpPr>
        <p:spPr>
          <a:xfrm>
            <a:off x="2288450" y="3850746"/>
            <a:ext cx="4569600" cy="66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accent1"/>
                </a:solidFill>
                <a:latin typeface="Cairo"/>
                <a:ea typeface="Cairo"/>
                <a:cs typeface="Cairo"/>
                <a:sym typeface="Cairo"/>
              </a:rPr>
              <a:t>CREDITS:</a:t>
            </a:r>
            <a:r>
              <a:rPr b="0" i="0" lang="en" sz="1200" u="none" cap="none" strike="noStrike">
                <a:solidFill>
                  <a:schemeClr val="dk2"/>
                </a:solidFill>
                <a:latin typeface="Cairo"/>
                <a:ea typeface="Cairo"/>
                <a:cs typeface="Cairo"/>
                <a:sym typeface="Cairo"/>
              </a:rPr>
              <a:t> This presentation template was created by </a:t>
            </a:r>
            <a:r>
              <a:rPr b="1" i="0" lang="en" sz="1200" u="none" cap="none" strike="noStrike">
                <a:solidFill>
                  <a:schemeClr val="accent1"/>
                </a:solidFill>
                <a:uFill>
                  <a:noFill/>
                </a:uFill>
                <a:latin typeface="Cairo"/>
                <a:ea typeface="Cairo"/>
                <a:cs typeface="Cairo"/>
                <a:sym typeface="Cairo"/>
                <a:hlinkClick r:id="rId2">
                  <a:extLst>
                    <a:ext uri="{A12FA001-AC4F-418D-AE19-62706E023703}">
                      <ahyp:hlinkClr val="tx"/>
                    </a:ext>
                  </a:extLst>
                </a:hlinkClick>
              </a:rPr>
              <a:t>Slidesgo</a:t>
            </a:r>
            <a:r>
              <a:rPr b="0" i="0" lang="en" sz="1200" u="none" cap="none" strike="noStrike">
                <a:solidFill>
                  <a:schemeClr val="dk2"/>
                </a:solidFill>
                <a:latin typeface="Cairo"/>
                <a:ea typeface="Cairo"/>
                <a:cs typeface="Cairo"/>
                <a:sym typeface="Cairo"/>
              </a:rPr>
              <a:t>, including icon by </a:t>
            </a:r>
            <a:r>
              <a:rPr b="1" i="0" lang="en" sz="1200" u="none" cap="none" strike="noStrike">
                <a:solidFill>
                  <a:schemeClr val="accent1"/>
                </a:solidFill>
                <a:uFill>
                  <a:noFill/>
                </a:uFill>
                <a:latin typeface="Cairo"/>
                <a:ea typeface="Cairo"/>
                <a:cs typeface="Cairo"/>
                <a:sym typeface="Cairo"/>
                <a:hlinkClick r:id="rId3">
                  <a:extLst>
                    <a:ext uri="{A12FA001-AC4F-418D-AE19-62706E023703}">
                      <ahyp:hlinkClr val="tx"/>
                    </a:ext>
                  </a:extLst>
                </a:hlinkClick>
              </a:rPr>
              <a:t>Flaticon</a:t>
            </a:r>
            <a:r>
              <a:rPr b="0" i="0" lang="en" sz="1200" u="none" cap="none" strike="noStrike">
                <a:solidFill>
                  <a:schemeClr val="dk2"/>
                </a:solidFill>
                <a:latin typeface="Cairo"/>
                <a:ea typeface="Cairo"/>
                <a:cs typeface="Cairo"/>
                <a:sym typeface="Cairo"/>
              </a:rPr>
              <a:t>, and infographics &amp; images from </a:t>
            </a:r>
            <a:r>
              <a:rPr b="1" i="0" lang="en" sz="1200" u="none" cap="none" strike="noStrike">
                <a:solidFill>
                  <a:schemeClr val="accent1"/>
                </a:solidFill>
                <a:uFill>
                  <a:noFill/>
                </a:uFill>
                <a:latin typeface="Cairo"/>
                <a:ea typeface="Cairo"/>
                <a:cs typeface="Cairo"/>
                <a:sym typeface="Cairo"/>
                <a:hlinkClick r:id="rId4">
                  <a:extLst>
                    <a:ext uri="{A12FA001-AC4F-418D-AE19-62706E023703}">
                      <ahyp:hlinkClr val="tx"/>
                    </a:ext>
                  </a:extLst>
                </a:hlinkClick>
              </a:rPr>
              <a:t>Freepik</a:t>
            </a:r>
            <a:endParaRPr b="1" i="0" sz="1200" u="none" cap="none" strike="noStrike">
              <a:solidFill>
                <a:schemeClr val="accent1"/>
              </a:solidFill>
              <a:latin typeface="Cairo"/>
              <a:ea typeface="Cairo"/>
              <a:cs typeface="Cairo"/>
              <a:sym typeface="Cairo"/>
            </a:endParaRPr>
          </a:p>
        </p:txBody>
      </p:sp>
      <p:sp>
        <p:nvSpPr>
          <p:cNvPr id="635" name="Google Shape;635;p116"/>
          <p:cNvSpPr/>
          <p:nvPr/>
        </p:nvSpPr>
        <p:spPr>
          <a:xfrm rot="5400000">
            <a:off x="-551813" y="3408836"/>
            <a:ext cx="1912598" cy="1849576"/>
          </a:xfrm>
          <a:custGeom>
            <a:rect b="b" l="l" r="r" t="t"/>
            <a:pathLst>
              <a:path extrusionOk="0" h="32915" w="33547">
                <a:moveTo>
                  <a:pt x="18691" y="1"/>
                </a:moveTo>
                <a:cubicBezTo>
                  <a:pt x="15706" y="1"/>
                  <a:pt x="12724" y="318"/>
                  <a:pt x="9789" y="947"/>
                </a:cubicBezTo>
                <a:cubicBezTo>
                  <a:pt x="7507" y="1438"/>
                  <a:pt x="5161" y="2163"/>
                  <a:pt x="3519" y="3847"/>
                </a:cubicBezTo>
                <a:cubicBezTo>
                  <a:pt x="2687" y="4722"/>
                  <a:pt x="2026" y="5788"/>
                  <a:pt x="1621" y="6940"/>
                </a:cubicBezTo>
                <a:cubicBezTo>
                  <a:pt x="1088" y="8390"/>
                  <a:pt x="747" y="9883"/>
                  <a:pt x="555" y="11418"/>
                </a:cubicBezTo>
                <a:cubicBezTo>
                  <a:pt x="469" y="12143"/>
                  <a:pt x="0" y="20396"/>
                  <a:pt x="150" y="20396"/>
                </a:cubicBezTo>
                <a:lnTo>
                  <a:pt x="13158" y="19927"/>
                </a:lnTo>
                <a:cubicBezTo>
                  <a:pt x="13542" y="18861"/>
                  <a:pt x="13372" y="17688"/>
                  <a:pt x="13521" y="16579"/>
                </a:cubicBezTo>
                <a:cubicBezTo>
                  <a:pt x="13670" y="15513"/>
                  <a:pt x="14353" y="14489"/>
                  <a:pt x="15504" y="14340"/>
                </a:cubicBezTo>
                <a:cubicBezTo>
                  <a:pt x="15595" y="14329"/>
                  <a:pt x="15686" y="14323"/>
                  <a:pt x="15776" y="14323"/>
                </a:cubicBezTo>
                <a:cubicBezTo>
                  <a:pt x="16534" y="14323"/>
                  <a:pt x="17258" y="14715"/>
                  <a:pt x="17658" y="15364"/>
                </a:cubicBezTo>
                <a:cubicBezTo>
                  <a:pt x="17914" y="15833"/>
                  <a:pt x="18063" y="16323"/>
                  <a:pt x="18127" y="16835"/>
                </a:cubicBezTo>
                <a:cubicBezTo>
                  <a:pt x="18597" y="19842"/>
                  <a:pt x="18554" y="22913"/>
                  <a:pt x="18490" y="25963"/>
                </a:cubicBezTo>
                <a:lnTo>
                  <a:pt x="18341" y="32915"/>
                </a:lnTo>
                <a:lnTo>
                  <a:pt x="33546" y="32915"/>
                </a:lnTo>
                <a:cubicBezTo>
                  <a:pt x="33525" y="27114"/>
                  <a:pt x="33503" y="21335"/>
                  <a:pt x="33482" y="15534"/>
                </a:cubicBezTo>
                <a:cubicBezTo>
                  <a:pt x="33482" y="12954"/>
                  <a:pt x="33376" y="10075"/>
                  <a:pt x="32778" y="7537"/>
                </a:cubicBezTo>
                <a:cubicBezTo>
                  <a:pt x="32352" y="5681"/>
                  <a:pt x="31478" y="3869"/>
                  <a:pt x="30027" y="2632"/>
                </a:cubicBezTo>
                <a:cubicBezTo>
                  <a:pt x="28215" y="1075"/>
                  <a:pt x="25762" y="542"/>
                  <a:pt x="23395" y="265"/>
                </a:cubicBezTo>
                <a:cubicBezTo>
                  <a:pt x="21830" y="88"/>
                  <a:pt x="20260" y="1"/>
                  <a:pt x="1869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116"/>
          <p:cNvSpPr/>
          <p:nvPr/>
        </p:nvSpPr>
        <p:spPr>
          <a:xfrm>
            <a:off x="8347425" y="539499"/>
            <a:ext cx="881194" cy="1433854"/>
          </a:xfrm>
          <a:custGeom>
            <a:rect b="b" l="l" r="r" t="t"/>
            <a:pathLst>
              <a:path extrusionOk="0" h="23703" w="14567">
                <a:moveTo>
                  <a:pt x="14567" y="1"/>
                </a:moveTo>
                <a:cubicBezTo>
                  <a:pt x="11709" y="108"/>
                  <a:pt x="8851" y="385"/>
                  <a:pt x="6015" y="385"/>
                </a:cubicBezTo>
                <a:cubicBezTo>
                  <a:pt x="5268" y="427"/>
                  <a:pt x="4543" y="513"/>
                  <a:pt x="3840" y="662"/>
                </a:cubicBezTo>
                <a:cubicBezTo>
                  <a:pt x="3541" y="726"/>
                  <a:pt x="3243" y="811"/>
                  <a:pt x="2965" y="918"/>
                </a:cubicBezTo>
                <a:cubicBezTo>
                  <a:pt x="1" y="2155"/>
                  <a:pt x="747" y="6868"/>
                  <a:pt x="726" y="9512"/>
                </a:cubicBezTo>
                <a:cubicBezTo>
                  <a:pt x="683" y="13287"/>
                  <a:pt x="961" y="17062"/>
                  <a:pt x="1281" y="20815"/>
                </a:cubicBezTo>
                <a:cubicBezTo>
                  <a:pt x="1281" y="21242"/>
                  <a:pt x="1366" y="21668"/>
                  <a:pt x="1536" y="22052"/>
                </a:cubicBezTo>
                <a:cubicBezTo>
                  <a:pt x="2027" y="23012"/>
                  <a:pt x="3285" y="23225"/>
                  <a:pt x="4351" y="23332"/>
                </a:cubicBezTo>
                <a:cubicBezTo>
                  <a:pt x="7315" y="23574"/>
                  <a:pt x="10279" y="23702"/>
                  <a:pt x="13257" y="23702"/>
                </a:cubicBezTo>
                <a:cubicBezTo>
                  <a:pt x="13686" y="23702"/>
                  <a:pt x="14115" y="23700"/>
                  <a:pt x="14545" y="23694"/>
                </a:cubicBezTo>
                <a:lnTo>
                  <a:pt x="14545" y="15484"/>
                </a:lnTo>
                <a:cubicBezTo>
                  <a:pt x="13714" y="15441"/>
                  <a:pt x="12903" y="15377"/>
                  <a:pt x="12071" y="15249"/>
                </a:cubicBezTo>
                <a:cubicBezTo>
                  <a:pt x="11432" y="15142"/>
                  <a:pt x="10749" y="15014"/>
                  <a:pt x="10259" y="14567"/>
                </a:cubicBezTo>
                <a:cubicBezTo>
                  <a:pt x="9768" y="14119"/>
                  <a:pt x="9598" y="13287"/>
                  <a:pt x="10046" y="12818"/>
                </a:cubicBezTo>
                <a:cubicBezTo>
                  <a:pt x="10356" y="12487"/>
                  <a:pt x="10902" y="12402"/>
                  <a:pt x="11476" y="12402"/>
                </a:cubicBezTo>
                <a:cubicBezTo>
                  <a:pt x="12087" y="12402"/>
                  <a:pt x="12731" y="12498"/>
                  <a:pt x="13159" y="12498"/>
                </a:cubicBezTo>
                <a:lnTo>
                  <a:pt x="14567" y="12498"/>
                </a:lnTo>
                <a:lnTo>
                  <a:pt x="1456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16"/>
          <p:cNvSpPr/>
          <p:nvPr/>
        </p:nvSpPr>
        <p:spPr>
          <a:xfrm rot="10800000">
            <a:off x="7360582" y="3784860"/>
            <a:ext cx="1336541" cy="2123215"/>
          </a:xfrm>
          <a:custGeom>
            <a:rect b="b" l="l" r="r" t="t"/>
            <a:pathLst>
              <a:path extrusionOk="0" h="36895" w="23225">
                <a:moveTo>
                  <a:pt x="896" y="0"/>
                </a:moveTo>
                <a:cubicBezTo>
                  <a:pt x="853" y="938"/>
                  <a:pt x="810" y="1855"/>
                  <a:pt x="789" y="2794"/>
                </a:cubicBezTo>
                <a:cubicBezTo>
                  <a:pt x="725" y="4713"/>
                  <a:pt x="661" y="6632"/>
                  <a:pt x="618" y="8552"/>
                </a:cubicBezTo>
                <a:cubicBezTo>
                  <a:pt x="555" y="10450"/>
                  <a:pt x="533" y="12326"/>
                  <a:pt x="491" y="14224"/>
                </a:cubicBezTo>
                <a:cubicBezTo>
                  <a:pt x="469" y="15909"/>
                  <a:pt x="448" y="17594"/>
                  <a:pt x="427" y="19279"/>
                </a:cubicBezTo>
                <a:cubicBezTo>
                  <a:pt x="405" y="20558"/>
                  <a:pt x="384" y="21859"/>
                  <a:pt x="363" y="23160"/>
                </a:cubicBezTo>
                <a:cubicBezTo>
                  <a:pt x="363" y="23907"/>
                  <a:pt x="341" y="24674"/>
                  <a:pt x="341" y="25421"/>
                </a:cubicBezTo>
                <a:cubicBezTo>
                  <a:pt x="277" y="28769"/>
                  <a:pt x="149" y="32117"/>
                  <a:pt x="43" y="35465"/>
                </a:cubicBezTo>
                <a:cubicBezTo>
                  <a:pt x="43" y="35700"/>
                  <a:pt x="21" y="35913"/>
                  <a:pt x="21" y="36148"/>
                </a:cubicBezTo>
                <a:cubicBezTo>
                  <a:pt x="0" y="36254"/>
                  <a:pt x="0" y="36361"/>
                  <a:pt x="21" y="36489"/>
                </a:cubicBezTo>
                <a:cubicBezTo>
                  <a:pt x="43" y="36532"/>
                  <a:pt x="64" y="36574"/>
                  <a:pt x="128" y="36617"/>
                </a:cubicBezTo>
                <a:cubicBezTo>
                  <a:pt x="213" y="36660"/>
                  <a:pt x="299" y="36681"/>
                  <a:pt x="384" y="36702"/>
                </a:cubicBezTo>
                <a:cubicBezTo>
                  <a:pt x="768" y="36745"/>
                  <a:pt x="1152" y="36787"/>
                  <a:pt x="1536" y="36809"/>
                </a:cubicBezTo>
                <a:cubicBezTo>
                  <a:pt x="2943" y="36873"/>
                  <a:pt x="4329" y="36873"/>
                  <a:pt x="5737" y="36894"/>
                </a:cubicBezTo>
                <a:cubicBezTo>
                  <a:pt x="7613" y="36894"/>
                  <a:pt x="9469" y="36894"/>
                  <a:pt x="11345" y="36851"/>
                </a:cubicBezTo>
                <a:lnTo>
                  <a:pt x="16826" y="36787"/>
                </a:lnTo>
                <a:cubicBezTo>
                  <a:pt x="18127" y="36787"/>
                  <a:pt x="19428" y="36766"/>
                  <a:pt x="20729" y="36766"/>
                </a:cubicBezTo>
                <a:cubicBezTo>
                  <a:pt x="21027" y="36766"/>
                  <a:pt x="21326" y="36766"/>
                  <a:pt x="21603" y="36787"/>
                </a:cubicBezTo>
                <a:cubicBezTo>
                  <a:pt x="21774" y="36787"/>
                  <a:pt x="21838" y="36596"/>
                  <a:pt x="21774" y="36468"/>
                </a:cubicBezTo>
                <a:lnTo>
                  <a:pt x="21774" y="36212"/>
                </a:lnTo>
                <a:cubicBezTo>
                  <a:pt x="21774" y="35913"/>
                  <a:pt x="21774" y="35615"/>
                  <a:pt x="21795" y="35337"/>
                </a:cubicBezTo>
                <a:cubicBezTo>
                  <a:pt x="21838" y="34356"/>
                  <a:pt x="21902" y="33397"/>
                  <a:pt x="21987" y="32416"/>
                </a:cubicBezTo>
                <a:cubicBezTo>
                  <a:pt x="22200" y="29857"/>
                  <a:pt x="22435" y="27319"/>
                  <a:pt x="22691" y="24760"/>
                </a:cubicBezTo>
                <a:cubicBezTo>
                  <a:pt x="22798" y="23693"/>
                  <a:pt x="22904" y="22606"/>
                  <a:pt x="23011" y="21539"/>
                </a:cubicBezTo>
                <a:cubicBezTo>
                  <a:pt x="23075" y="20942"/>
                  <a:pt x="23181" y="20324"/>
                  <a:pt x="23203" y="19727"/>
                </a:cubicBezTo>
                <a:cubicBezTo>
                  <a:pt x="23224" y="19428"/>
                  <a:pt x="22904" y="19385"/>
                  <a:pt x="22670" y="19343"/>
                </a:cubicBezTo>
                <a:cubicBezTo>
                  <a:pt x="22158" y="19236"/>
                  <a:pt x="21646" y="19193"/>
                  <a:pt x="21113" y="19151"/>
                </a:cubicBezTo>
                <a:cubicBezTo>
                  <a:pt x="20130" y="19044"/>
                  <a:pt x="19148" y="18996"/>
                  <a:pt x="18165" y="18996"/>
                </a:cubicBezTo>
                <a:cubicBezTo>
                  <a:pt x="17975" y="18996"/>
                  <a:pt x="17784" y="18998"/>
                  <a:pt x="17594" y="19002"/>
                </a:cubicBezTo>
                <a:cubicBezTo>
                  <a:pt x="17104" y="19002"/>
                  <a:pt x="16656" y="19236"/>
                  <a:pt x="16357" y="19620"/>
                </a:cubicBezTo>
                <a:cubicBezTo>
                  <a:pt x="15909" y="20217"/>
                  <a:pt x="15888" y="21028"/>
                  <a:pt x="15909" y="21753"/>
                </a:cubicBezTo>
                <a:cubicBezTo>
                  <a:pt x="15909" y="22200"/>
                  <a:pt x="15931" y="22648"/>
                  <a:pt x="15931" y="23075"/>
                </a:cubicBezTo>
                <a:cubicBezTo>
                  <a:pt x="15931" y="23651"/>
                  <a:pt x="15888" y="24226"/>
                  <a:pt x="15867" y="24802"/>
                </a:cubicBezTo>
                <a:lnTo>
                  <a:pt x="15696" y="28534"/>
                </a:lnTo>
                <a:cubicBezTo>
                  <a:pt x="15675" y="29089"/>
                  <a:pt x="15632" y="29643"/>
                  <a:pt x="15611" y="30198"/>
                </a:cubicBezTo>
                <a:cubicBezTo>
                  <a:pt x="15227" y="30155"/>
                  <a:pt x="14822" y="30134"/>
                  <a:pt x="14416" y="30070"/>
                </a:cubicBezTo>
                <a:cubicBezTo>
                  <a:pt x="14161" y="30070"/>
                  <a:pt x="13883" y="29963"/>
                  <a:pt x="13691" y="29793"/>
                </a:cubicBezTo>
                <a:cubicBezTo>
                  <a:pt x="13627" y="29750"/>
                  <a:pt x="13585" y="29729"/>
                  <a:pt x="13521" y="29729"/>
                </a:cubicBezTo>
                <a:cubicBezTo>
                  <a:pt x="13414" y="29537"/>
                  <a:pt x="13350" y="29323"/>
                  <a:pt x="13329" y="29110"/>
                </a:cubicBezTo>
                <a:cubicBezTo>
                  <a:pt x="13265" y="28705"/>
                  <a:pt x="13222" y="28278"/>
                  <a:pt x="13222" y="27873"/>
                </a:cubicBezTo>
                <a:cubicBezTo>
                  <a:pt x="13222" y="27020"/>
                  <a:pt x="13286" y="26167"/>
                  <a:pt x="13393" y="25335"/>
                </a:cubicBezTo>
                <a:cubicBezTo>
                  <a:pt x="13563" y="23587"/>
                  <a:pt x="13691" y="21859"/>
                  <a:pt x="13798" y="20089"/>
                </a:cubicBezTo>
                <a:cubicBezTo>
                  <a:pt x="13990" y="16421"/>
                  <a:pt x="14203" y="12753"/>
                  <a:pt x="14331" y="9085"/>
                </a:cubicBezTo>
                <a:cubicBezTo>
                  <a:pt x="14459" y="6057"/>
                  <a:pt x="14544" y="3028"/>
                  <a:pt x="14608" y="0"/>
                </a:cubicBezTo>
                <a:lnTo>
                  <a:pt x="14161" y="0"/>
                </a:lnTo>
                <a:cubicBezTo>
                  <a:pt x="14139" y="1557"/>
                  <a:pt x="14097" y="3092"/>
                  <a:pt x="14054" y="4649"/>
                </a:cubicBezTo>
                <a:cubicBezTo>
                  <a:pt x="13969" y="8275"/>
                  <a:pt x="13819" y="11900"/>
                  <a:pt x="13649" y="15547"/>
                </a:cubicBezTo>
                <a:cubicBezTo>
                  <a:pt x="13563" y="17359"/>
                  <a:pt x="13478" y="19172"/>
                  <a:pt x="13393" y="20985"/>
                </a:cubicBezTo>
                <a:cubicBezTo>
                  <a:pt x="13350" y="21859"/>
                  <a:pt x="13329" y="22734"/>
                  <a:pt x="13243" y="23608"/>
                </a:cubicBezTo>
                <a:cubicBezTo>
                  <a:pt x="13180" y="24461"/>
                  <a:pt x="13094" y="25250"/>
                  <a:pt x="13030" y="26082"/>
                </a:cubicBezTo>
                <a:cubicBezTo>
                  <a:pt x="12945" y="26871"/>
                  <a:pt x="12945" y="27660"/>
                  <a:pt x="12988" y="28470"/>
                </a:cubicBezTo>
                <a:cubicBezTo>
                  <a:pt x="13030" y="28918"/>
                  <a:pt x="13073" y="29473"/>
                  <a:pt x="13329" y="29878"/>
                </a:cubicBezTo>
                <a:cubicBezTo>
                  <a:pt x="13307" y="29942"/>
                  <a:pt x="13307" y="30048"/>
                  <a:pt x="13371" y="30112"/>
                </a:cubicBezTo>
                <a:cubicBezTo>
                  <a:pt x="13627" y="30326"/>
                  <a:pt x="13926" y="30454"/>
                  <a:pt x="14267" y="30496"/>
                </a:cubicBezTo>
                <a:cubicBezTo>
                  <a:pt x="14779" y="30560"/>
                  <a:pt x="15312" y="30582"/>
                  <a:pt x="15824" y="30646"/>
                </a:cubicBezTo>
                <a:cubicBezTo>
                  <a:pt x="15832" y="30647"/>
                  <a:pt x="15840" y="30648"/>
                  <a:pt x="15848" y="30648"/>
                </a:cubicBezTo>
                <a:cubicBezTo>
                  <a:pt x="15946" y="30648"/>
                  <a:pt x="16037" y="30531"/>
                  <a:pt x="16037" y="30432"/>
                </a:cubicBezTo>
                <a:cubicBezTo>
                  <a:pt x="16080" y="29195"/>
                  <a:pt x="16144" y="27958"/>
                  <a:pt x="16186" y="26700"/>
                </a:cubicBezTo>
                <a:cubicBezTo>
                  <a:pt x="16229" y="25506"/>
                  <a:pt x="16314" y="24312"/>
                  <a:pt x="16336" y="23117"/>
                </a:cubicBezTo>
                <a:cubicBezTo>
                  <a:pt x="16336" y="22307"/>
                  <a:pt x="16208" y="21454"/>
                  <a:pt x="16357" y="20622"/>
                </a:cubicBezTo>
                <a:cubicBezTo>
                  <a:pt x="16400" y="20302"/>
                  <a:pt x="16549" y="19983"/>
                  <a:pt x="16784" y="19727"/>
                </a:cubicBezTo>
                <a:cubicBezTo>
                  <a:pt x="16912" y="19599"/>
                  <a:pt x="17061" y="19492"/>
                  <a:pt x="17231" y="19449"/>
                </a:cubicBezTo>
                <a:cubicBezTo>
                  <a:pt x="17274" y="19428"/>
                  <a:pt x="17317" y="19428"/>
                  <a:pt x="17338" y="19428"/>
                </a:cubicBezTo>
                <a:cubicBezTo>
                  <a:pt x="17600" y="19403"/>
                  <a:pt x="17855" y="19393"/>
                  <a:pt x="18107" y="19393"/>
                </a:cubicBezTo>
                <a:cubicBezTo>
                  <a:pt x="18286" y="19393"/>
                  <a:pt x="18462" y="19398"/>
                  <a:pt x="18639" y="19407"/>
                </a:cubicBezTo>
                <a:cubicBezTo>
                  <a:pt x="19279" y="19428"/>
                  <a:pt x="19919" y="19449"/>
                  <a:pt x="20558" y="19492"/>
                </a:cubicBezTo>
                <a:cubicBezTo>
                  <a:pt x="21113" y="19535"/>
                  <a:pt x="21689" y="19577"/>
                  <a:pt x="22264" y="19663"/>
                </a:cubicBezTo>
                <a:cubicBezTo>
                  <a:pt x="22435" y="19684"/>
                  <a:pt x="22606" y="19727"/>
                  <a:pt x="22798" y="19769"/>
                </a:cubicBezTo>
                <a:lnTo>
                  <a:pt x="22819" y="19769"/>
                </a:lnTo>
                <a:cubicBezTo>
                  <a:pt x="22798" y="19961"/>
                  <a:pt x="22776" y="20153"/>
                  <a:pt x="22776" y="20366"/>
                </a:cubicBezTo>
                <a:cubicBezTo>
                  <a:pt x="22734" y="20729"/>
                  <a:pt x="22691" y="21091"/>
                  <a:pt x="22648" y="21454"/>
                </a:cubicBezTo>
                <a:cubicBezTo>
                  <a:pt x="22542" y="22499"/>
                  <a:pt x="22435" y="23544"/>
                  <a:pt x="22328" y="24610"/>
                </a:cubicBezTo>
                <a:cubicBezTo>
                  <a:pt x="22072" y="27127"/>
                  <a:pt x="21838" y="29643"/>
                  <a:pt x="21646" y="32160"/>
                </a:cubicBezTo>
                <a:cubicBezTo>
                  <a:pt x="21561" y="33141"/>
                  <a:pt x="21475" y="34122"/>
                  <a:pt x="21433" y="35103"/>
                </a:cubicBezTo>
                <a:cubicBezTo>
                  <a:pt x="21411" y="35423"/>
                  <a:pt x="21390" y="35743"/>
                  <a:pt x="21390" y="36062"/>
                </a:cubicBezTo>
                <a:lnTo>
                  <a:pt x="21390" y="36382"/>
                </a:lnTo>
                <a:cubicBezTo>
                  <a:pt x="21134" y="36368"/>
                  <a:pt x="20876" y="36363"/>
                  <a:pt x="20617" y="36363"/>
                </a:cubicBezTo>
                <a:cubicBezTo>
                  <a:pt x="20099" y="36363"/>
                  <a:pt x="19577" y="36382"/>
                  <a:pt x="19066" y="36382"/>
                </a:cubicBezTo>
                <a:cubicBezTo>
                  <a:pt x="17466" y="36404"/>
                  <a:pt x="15867" y="36425"/>
                  <a:pt x="14246" y="36446"/>
                </a:cubicBezTo>
                <a:cubicBezTo>
                  <a:pt x="12369" y="36468"/>
                  <a:pt x="10492" y="36510"/>
                  <a:pt x="8594" y="36510"/>
                </a:cubicBezTo>
                <a:cubicBezTo>
                  <a:pt x="7752" y="36521"/>
                  <a:pt x="6910" y="36526"/>
                  <a:pt x="6067" y="36526"/>
                </a:cubicBezTo>
                <a:cubicBezTo>
                  <a:pt x="5225" y="36526"/>
                  <a:pt x="4383" y="36521"/>
                  <a:pt x="3540" y="36510"/>
                </a:cubicBezTo>
                <a:cubicBezTo>
                  <a:pt x="2922" y="36510"/>
                  <a:pt x="2303" y="36489"/>
                  <a:pt x="1685" y="36468"/>
                </a:cubicBezTo>
                <a:cubicBezTo>
                  <a:pt x="1301" y="36446"/>
                  <a:pt x="917" y="36425"/>
                  <a:pt x="533" y="36382"/>
                </a:cubicBezTo>
                <a:cubicBezTo>
                  <a:pt x="469" y="36361"/>
                  <a:pt x="427" y="36361"/>
                  <a:pt x="363" y="36340"/>
                </a:cubicBezTo>
                <a:lnTo>
                  <a:pt x="341" y="36340"/>
                </a:lnTo>
                <a:lnTo>
                  <a:pt x="341" y="36276"/>
                </a:lnTo>
                <a:cubicBezTo>
                  <a:pt x="363" y="35849"/>
                  <a:pt x="363" y="35401"/>
                  <a:pt x="384" y="34953"/>
                </a:cubicBezTo>
                <a:cubicBezTo>
                  <a:pt x="448" y="33141"/>
                  <a:pt x="512" y="31328"/>
                  <a:pt x="576" y="29494"/>
                </a:cubicBezTo>
                <a:cubicBezTo>
                  <a:pt x="618" y="27831"/>
                  <a:pt x="661" y="26146"/>
                  <a:pt x="682" y="24461"/>
                </a:cubicBezTo>
                <a:lnTo>
                  <a:pt x="725" y="21305"/>
                </a:lnTo>
                <a:cubicBezTo>
                  <a:pt x="746" y="19812"/>
                  <a:pt x="768" y="18319"/>
                  <a:pt x="789" y="16805"/>
                </a:cubicBezTo>
                <a:cubicBezTo>
                  <a:pt x="832" y="15035"/>
                  <a:pt x="874" y="13243"/>
                  <a:pt x="917" y="11452"/>
                </a:cubicBezTo>
                <a:cubicBezTo>
                  <a:pt x="960" y="9554"/>
                  <a:pt x="1002" y="7656"/>
                  <a:pt x="1066" y="5758"/>
                </a:cubicBezTo>
                <a:cubicBezTo>
                  <a:pt x="1109" y="3881"/>
                  <a:pt x="1194" y="2047"/>
                  <a:pt x="1280" y="192"/>
                </a:cubicBezTo>
                <a:lnTo>
                  <a:pt x="1280"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16"/>
          <p:cNvSpPr/>
          <p:nvPr/>
        </p:nvSpPr>
        <p:spPr>
          <a:xfrm rot="10800000">
            <a:off x="7625706" y="2616553"/>
            <a:ext cx="334669" cy="30969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116"/>
          <p:cNvSpPr/>
          <p:nvPr/>
        </p:nvSpPr>
        <p:spPr>
          <a:xfrm rot="10800000">
            <a:off x="8430781" y="4791271"/>
            <a:ext cx="60488" cy="60503"/>
          </a:xfrm>
          <a:custGeom>
            <a:rect b="b" l="l" r="r" t="t"/>
            <a:pathLst>
              <a:path extrusionOk="0" h="1003" w="1003">
                <a:moveTo>
                  <a:pt x="491" y="1"/>
                </a:moveTo>
                <a:cubicBezTo>
                  <a:pt x="213" y="1"/>
                  <a:pt x="0" y="214"/>
                  <a:pt x="0" y="491"/>
                </a:cubicBezTo>
                <a:cubicBezTo>
                  <a:pt x="0" y="768"/>
                  <a:pt x="213" y="1003"/>
                  <a:pt x="491" y="1003"/>
                </a:cubicBezTo>
                <a:cubicBezTo>
                  <a:pt x="768" y="1003"/>
                  <a:pt x="1002" y="768"/>
                  <a:pt x="1002" y="491"/>
                </a:cubicBezTo>
                <a:cubicBezTo>
                  <a:pt x="1002" y="214"/>
                  <a:pt x="768" y="1"/>
                  <a:pt x="49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116"/>
          <p:cNvSpPr/>
          <p:nvPr/>
        </p:nvSpPr>
        <p:spPr>
          <a:xfrm rot="10800000">
            <a:off x="8430780" y="4547877"/>
            <a:ext cx="70801" cy="60745"/>
          </a:xfrm>
          <a:custGeom>
            <a:rect b="b" l="l" r="r" t="t"/>
            <a:pathLst>
              <a:path extrusionOk="0" h="1007" w="1174">
                <a:moveTo>
                  <a:pt x="662" y="0"/>
                </a:moveTo>
                <a:cubicBezTo>
                  <a:pt x="214" y="0"/>
                  <a:pt x="0" y="555"/>
                  <a:pt x="320" y="853"/>
                </a:cubicBezTo>
                <a:cubicBezTo>
                  <a:pt x="419" y="959"/>
                  <a:pt x="546" y="1007"/>
                  <a:pt x="671" y="1007"/>
                </a:cubicBezTo>
                <a:cubicBezTo>
                  <a:pt x="925" y="1007"/>
                  <a:pt x="1173" y="812"/>
                  <a:pt x="1173" y="512"/>
                </a:cubicBezTo>
                <a:cubicBezTo>
                  <a:pt x="1173" y="235"/>
                  <a:pt x="939" y="0"/>
                  <a:pt x="66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116"/>
          <p:cNvSpPr/>
          <p:nvPr/>
        </p:nvSpPr>
        <p:spPr>
          <a:xfrm rot="10800000">
            <a:off x="8430781" y="4303700"/>
            <a:ext cx="60488" cy="61831"/>
          </a:xfrm>
          <a:custGeom>
            <a:rect b="b" l="l" r="r" t="t"/>
            <a:pathLst>
              <a:path extrusionOk="0" h="1025" w="1003">
                <a:moveTo>
                  <a:pt x="491" y="1"/>
                </a:moveTo>
                <a:cubicBezTo>
                  <a:pt x="213" y="1"/>
                  <a:pt x="0" y="235"/>
                  <a:pt x="0" y="513"/>
                </a:cubicBezTo>
                <a:cubicBezTo>
                  <a:pt x="0" y="790"/>
                  <a:pt x="213" y="1025"/>
                  <a:pt x="491" y="1025"/>
                </a:cubicBezTo>
                <a:cubicBezTo>
                  <a:pt x="768" y="1025"/>
                  <a:pt x="1002" y="790"/>
                  <a:pt x="1002" y="513"/>
                </a:cubicBezTo>
                <a:cubicBezTo>
                  <a:pt x="1002" y="235"/>
                  <a:pt x="768" y="1"/>
                  <a:pt x="49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116"/>
          <p:cNvSpPr/>
          <p:nvPr/>
        </p:nvSpPr>
        <p:spPr>
          <a:xfrm rot="10800000">
            <a:off x="8430781" y="4060548"/>
            <a:ext cx="60488" cy="60564"/>
          </a:xfrm>
          <a:custGeom>
            <a:rect b="b" l="l" r="r" t="t"/>
            <a:pathLst>
              <a:path extrusionOk="0" h="1004" w="1003">
                <a:moveTo>
                  <a:pt x="491" y="1"/>
                </a:moveTo>
                <a:cubicBezTo>
                  <a:pt x="213" y="1"/>
                  <a:pt x="0" y="214"/>
                  <a:pt x="0" y="491"/>
                </a:cubicBezTo>
                <a:cubicBezTo>
                  <a:pt x="0" y="769"/>
                  <a:pt x="213" y="1003"/>
                  <a:pt x="491" y="1003"/>
                </a:cubicBezTo>
                <a:cubicBezTo>
                  <a:pt x="768" y="1003"/>
                  <a:pt x="1002" y="769"/>
                  <a:pt x="1002" y="491"/>
                </a:cubicBezTo>
                <a:cubicBezTo>
                  <a:pt x="1002" y="214"/>
                  <a:pt x="768" y="1"/>
                  <a:pt x="49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116"/>
          <p:cNvSpPr/>
          <p:nvPr/>
        </p:nvSpPr>
        <p:spPr>
          <a:xfrm rot="10800000">
            <a:off x="8079331" y="2616553"/>
            <a:ext cx="334669" cy="309699"/>
          </a:xfrm>
          <a:custGeom>
            <a:rect b="b" l="l" r="r" t="t"/>
            <a:pathLst>
              <a:path extrusionOk="0" h="5172" w="5589">
                <a:moveTo>
                  <a:pt x="2487" y="1"/>
                </a:moveTo>
                <a:cubicBezTo>
                  <a:pt x="1787" y="1"/>
                  <a:pt x="1106" y="345"/>
                  <a:pt x="705" y="969"/>
                </a:cubicBezTo>
                <a:cubicBezTo>
                  <a:pt x="235" y="1609"/>
                  <a:pt x="1" y="2419"/>
                  <a:pt x="65" y="3230"/>
                </a:cubicBezTo>
                <a:cubicBezTo>
                  <a:pt x="147" y="4540"/>
                  <a:pt x="1084" y="5171"/>
                  <a:pt x="2191" y="5171"/>
                </a:cubicBezTo>
                <a:cubicBezTo>
                  <a:pt x="2525" y="5171"/>
                  <a:pt x="2875" y="5114"/>
                  <a:pt x="3221" y="5000"/>
                </a:cubicBezTo>
                <a:cubicBezTo>
                  <a:pt x="5482" y="4254"/>
                  <a:pt x="5588" y="1097"/>
                  <a:pt x="3392" y="202"/>
                </a:cubicBezTo>
                <a:cubicBezTo>
                  <a:pt x="3101" y="66"/>
                  <a:pt x="2792" y="1"/>
                  <a:pt x="24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116"/>
          <p:cNvSpPr/>
          <p:nvPr/>
        </p:nvSpPr>
        <p:spPr>
          <a:xfrm rot="5400000">
            <a:off x="1040455" y="-139434"/>
            <a:ext cx="442363" cy="721227"/>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116"/>
          <p:cNvSpPr/>
          <p:nvPr/>
        </p:nvSpPr>
        <p:spPr>
          <a:xfrm rot="5400000">
            <a:off x="356365" y="-99847"/>
            <a:ext cx="272095" cy="471779"/>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116"/>
          <p:cNvSpPr/>
          <p:nvPr/>
        </p:nvSpPr>
        <p:spPr>
          <a:xfrm flipH="1">
            <a:off x="-380053" y="1538900"/>
            <a:ext cx="1614603" cy="760510"/>
          </a:xfrm>
          <a:custGeom>
            <a:rect b="b" l="l" r="r" t="t"/>
            <a:pathLst>
              <a:path extrusionOk="0" h="13201" w="28024">
                <a:moveTo>
                  <a:pt x="18832" y="0"/>
                </a:moveTo>
                <a:cubicBezTo>
                  <a:pt x="18747" y="1024"/>
                  <a:pt x="18640" y="2197"/>
                  <a:pt x="18000" y="2644"/>
                </a:cubicBezTo>
                <a:cubicBezTo>
                  <a:pt x="17700" y="2838"/>
                  <a:pt x="17126" y="2891"/>
                  <a:pt x="16517" y="2891"/>
                </a:cubicBezTo>
                <a:cubicBezTo>
                  <a:pt x="15787" y="2891"/>
                  <a:pt x="15007" y="2815"/>
                  <a:pt x="14588" y="2815"/>
                </a:cubicBezTo>
                <a:cubicBezTo>
                  <a:pt x="12519" y="2986"/>
                  <a:pt x="10408" y="2922"/>
                  <a:pt x="8318" y="2964"/>
                </a:cubicBezTo>
                <a:cubicBezTo>
                  <a:pt x="5546" y="3028"/>
                  <a:pt x="2773" y="3071"/>
                  <a:pt x="1" y="3114"/>
                </a:cubicBezTo>
                <a:lnTo>
                  <a:pt x="1" y="13201"/>
                </a:lnTo>
                <a:lnTo>
                  <a:pt x="25208" y="12540"/>
                </a:lnTo>
                <a:cubicBezTo>
                  <a:pt x="25550" y="12540"/>
                  <a:pt x="25891" y="12476"/>
                  <a:pt x="26211" y="12326"/>
                </a:cubicBezTo>
                <a:cubicBezTo>
                  <a:pt x="26722" y="12028"/>
                  <a:pt x="26872" y="11388"/>
                  <a:pt x="26957" y="10791"/>
                </a:cubicBezTo>
                <a:cubicBezTo>
                  <a:pt x="27533" y="7230"/>
                  <a:pt x="27895" y="3625"/>
                  <a:pt x="2802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1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12">
    <p:spTree>
      <p:nvGrpSpPr>
        <p:cNvPr id="648" name="Shape 648"/>
        <p:cNvGrpSpPr/>
        <p:nvPr/>
      </p:nvGrpSpPr>
      <p:grpSpPr>
        <a:xfrm>
          <a:off x="0" y="0"/>
          <a:ext cx="0" cy="0"/>
          <a:chOff x="0" y="0"/>
          <a:chExt cx="0" cy="0"/>
        </a:xfrm>
      </p:grpSpPr>
      <p:sp>
        <p:nvSpPr>
          <p:cNvPr id="649" name="Google Shape;649;p117"/>
          <p:cNvSpPr txBox="1"/>
          <p:nvPr>
            <p:ph idx="1" type="subTitle"/>
          </p:nvPr>
        </p:nvSpPr>
        <p:spPr>
          <a:xfrm>
            <a:off x="571475" y="1011800"/>
            <a:ext cx="4000500" cy="3509100"/>
          </a:xfrm>
          <a:prstGeom prst="rect">
            <a:avLst/>
          </a:prstGeom>
          <a:noFill/>
          <a:ln>
            <a:noFill/>
          </a:ln>
        </p:spPr>
        <p:txBody>
          <a:bodyPr anchorCtr="0" anchor="t" bIns="91425" lIns="91425" spcFirstLastPara="1" rIns="91425" wrap="square" tIns="91425">
            <a:noAutofit/>
          </a:bodyPr>
          <a:lstStyle>
            <a:lvl1pPr lvl="0" marR="50800" algn="l">
              <a:lnSpc>
                <a:spcPct val="100000"/>
              </a:lnSpc>
              <a:spcBef>
                <a:spcPts val="0"/>
              </a:spcBef>
              <a:spcAft>
                <a:spcPts val="0"/>
              </a:spcAft>
              <a:buClr>
                <a:schemeClr val="accent1"/>
              </a:buClr>
              <a:buSzPts val="1600"/>
              <a:buChar char="●"/>
              <a:defRPr sz="1600"/>
            </a:lvl1pPr>
            <a:lvl2pPr lvl="1" algn="ctr">
              <a:lnSpc>
                <a:spcPct val="115000"/>
              </a:lnSpc>
              <a:spcBef>
                <a:spcPts val="0"/>
              </a:spcBef>
              <a:spcAft>
                <a:spcPts val="0"/>
              </a:spcAft>
              <a:buSzPts val="1600"/>
              <a:buChar char="○"/>
              <a:defRPr sz="1600"/>
            </a:lvl2pPr>
            <a:lvl3pPr lvl="2" algn="ctr">
              <a:lnSpc>
                <a:spcPct val="115000"/>
              </a:lnSpc>
              <a:spcBef>
                <a:spcPts val="1600"/>
              </a:spcBef>
              <a:spcAft>
                <a:spcPts val="0"/>
              </a:spcAft>
              <a:buSzPts val="1600"/>
              <a:buChar char="■"/>
              <a:defRPr sz="1600"/>
            </a:lvl3pPr>
            <a:lvl4pPr lvl="3" algn="ctr">
              <a:lnSpc>
                <a:spcPct val="115000"/>
              </a:lnSpc>
              <a:spcBef>
                <a:spcPts val="1600"/>
              </a:spcBef>
              <a:spcAft>
                <a:spcPts val="0"/>
              </a:spcAft>
              <a:buSzPts val="1600"/>
              <a:buChar char="●"/>
              <a:defRPr sz="1600"/>
            </a:lvl4pPr>
            <a:lvl5pPr lvl="4" algn="ctr">
              <a:lnSpc>
                <a:spcPct val="115000"/>
              </a:lnSpc>
              <a:spcBef>
                <a:spcPts val="1600"/>
              </a:spcBef>
              <a:spcAft>
                <a:spcPts val="0"/>
              </a:spcAft>
              <a:buSzPts val="1600"/>
              <a:buChar char="○"/>
              <a:defRPr sz="1600"/>
            </a:lvl5pPr>
            <a:lvl6pPr lvl="5" algn="ctr">
              <a:lnSpc>
                <a:spcPct val="115000"/>
              </a:lnSpc>
              <a:spcBef>
                <a:spcPts val="1600"/>
              </a:spcBef>
              <a:spcAft>
                <a:spcPts val="0"/>
              </a:spcAft>
              <a:buSzPts val="1600"/>
              <a:buChar char="■"/>
              <a:defRPr sz="1600"/>
            </a:lvl6pPr>
            <a:lvl7pPr lvl="6" algn="ctr">
              <a:lnSpc>
                <a:spcPct val="115000"/>
              </a:lnSpc>
              <a:spcBef>
                <a:spcPts val="1600"/>
              </a:spcBef>
              <a:spcAft>
                <a:spcPts val="0"/>
              </a:spcAft>
              <a:buSzPts val="1600"/>
              <a:buChar char="●"/>
              <a:defRPr sz="1600"/>
            </a:lvl7pPr>
            <a:lvl8pPr lvl="7" algn="ctr">
              <a:lnSpc>
                <a:spcPct val="115000"/>
              </a:lnSpc>
              <a:spcBef>
                <a:spcPts val="1600"/>
              </a:spcBef>
              <a:spcAft>
                <a:spcPts val="0"/>
              </a:spcAft>
              <a:buSzPts val="1600"/>
              <a:buChar char="○"/>
              <a:defRPr sz="1600"/>
            </a:lvl8pPr>
            <a:lvl9pPr lvl="8" algn="ctr">
              <a:lnSpc>
                <a:spcPct val="115000"/>
              </a:lnSpc>
              <a:spcBef>
                <a:spcPts val="1600"/>
              </a:spcBef>
              <a:spcAft>
                <a:spcPts val="1600"/>
              </a:spcAft>
              <a:buSzPts val="1600"/>
              <a:buChar char="■"/>
              <a:defRPr sz="1600"/>
            </a:lvl9pPr>
          </a:lstStyle>
          <a:p/>
        </p:txBody>
      </p:sp>
      <p:sp>
        <p:nvSpPr>
          <p:cNvPr id="650" name="Google Shape;650;p117"/>
          <p:cNvSpPr txBox="1"/>
          <p:nvPr>
            <p:ph idx="2" type="subTitle"/>
          </p:nvPr>
        </p:nvSpPr>
        <p:spPr>
          <a:xfrm>
            <a:off x="4571975" y="1011800"/>
            <a:ext cx="4000500" cy="3509100"/>
          </a:xfrm>
          <a:prstGeom prst="rect">
            <a:avLst/>
          </a:prstGeom>
          <a:noFill/>
          <a:ln>
            <a:noFill/>
          </a:ln>
        </p:spPr>
        <p:txBody>
          <a:bodyPr anchorCtr="0" anchor="t" bIns="91425" lIns="91425" spcFirstLastPara="1" rIns="91425" wrap="square" tIns="91425">
            <a:noAutofit/>
          </a:bodyPr>
          <a:lstStyle>
            <a:lvl1pPr lvl="0" marR="50800" algn="l">
              <a:lnSpc>
                <a:spcPct val="100000"/>
              </a:lnSpc>
              <a:spcBef>
                <a:spcPts val="0"/>
              </a:spcBef>
              <a:spcAft>
                <a:spcPts val="0"/>
              </a:spcAft>
              <a:buSzPts val="1600"/>
              <a:buFont typeface="Arial"/>
              <a:buChar char="●"/>
              <a:defRPr sz="1600"/>
            </a:lvl1pPr>
            <a:lvl2pPr lvl="1" algn="ctr">
              <a:lnSpc>
                <a:spcPct val="115000"/>
              </a:lnSpc>
              <a:spcBef>
                <a:spcPts val="0"/>
              </a:spcBef>
              <a:spcAft>
                <a:spcPts val="0"/>
              </a:spcAft>
              <a:buClr>
                <a:srgbClr val="000000"/>
              </a:buClr>
              <a:buSzPts val="1400"/>
              <a:buFont typeface="Arial"/>
              <a:buChar char="○"/>
              <a:defRPr sz="1600"/>
            </a:lvl2pPr>
            <a:lvl3pPr lvl="2" algn="ctr">
              <a:lnSpc>
                <a:spcPct val="115000"/>
              </a:lnSpc>
              <a:spcBef>
                <a:spcPts val="1600"/>
              </a:spcBef>
              <a:spcAft>
                <a:spcPts val="0"/>
              </a:spcAft>
              <a:buClr>
                <a:srgbClr val="000000"/>
              </a:buClr>
              <a:buSzPts val="1400"/>
              <a:buFont typeface="Arial"/>
              <a:buChar char="■"/>
              <a:defRPr sz="1600"/>
            </a:lvl3pPr>
            <a:lvl4pPr lvl="3" algn="ctr">
              <a:lnSpc>
                <a:spcPct val="115000"/>
              </a:lnSpc>
              <a:spcBef>
                <a:spcPts val="1600"/>
              </a:spcBef>
              <a:spcAft>
                <a:spcPts val="0"/>
              </a:spcAft>
              <a:buClr>
                <a:srgbClr val="000000"/>
              </a:buClr>
              <a:buSzPts val="1400"/>
              <a:buFont typeface="Arial"/>
              <a:buChar char="●"/>
              <a:defRPr sz="1600"/>
            </a:lvl4pPr>
            <a:lvl5pPr lvl="4" algn="ctr">
              <a:lnSpc>
                <a:spcPct val="115000"/>
              </a:lnSpc>
              <a:spcBef>
                <a:spcPts val="1600"/>
              </a:spcBef>
              <a:spcAft>
                <a:spcPts val="0"/>
              </a:spcAft>
              <a:buClr>
                <a:srgbClr val="000000"/>
              </a:buClr>
              <a:buSzPts val="1400"/>
              <a:buFont typeface="Arial"/>
              <a:buChar char="○"/>
              <a:defRPr sz="1600"/>
            </a:lvl5pPr>
            <a:lvl6pPr lvl="5" algn="ctr">
              <a:lnSpc>
                <a:spcPct val="115000"/>
              </a:lnSpc>
              <a:spcBef>
                <a:spcPts val="1600"/>
              </a:spcBef>
              <a:spcAft>
                <a:spcPts val="0"/>
              </a:spcAft>
              <a:buClr>
                <a:srgbClr val="000000"/>
              </a:buClr>
              <a:buSzPts val="1400"/>
              <a:buFont typeface="Arial"/>
              <a:buChar char="■"/>
              <a:defRPr sz="1600"/>
            </a:lvl6pPr>
            <a:lvl7pPr lvl="6" algn="ctr">
              <a:lnSpc>
                <a:spcPct val="115000"/>
              </a:lnSpc>
              <a:spcBef>
                <a:spcPts val="1600"/>
              </a:spcBef>
              <a:spcAft>
                <a:spcPts val="0"/>
              </a:spcAft>
              <a:buClr>
                <a:srgbClr val="000000"/>
              </a:buClr>
              <a:buSzPts val="1400"/>
              <a:buFont typeface="Arial"/>
              <a:buChar char="●"/>
              <a:defRPr sz="1600"/>
            </a:lvl7pPr>
            <a:lvl8pPr lvl="7" algn="ctr">
              <a:lnSpc>
                <a:spcPct val="115000"/>
              </a:lnSpc>
              <a:spcBef>
                <a:spcPts val="1600"/>
              </a:spcBef>
              <a:spcAft>
                <a:spcPts val="0"/>
              </a:spcAft>
              <a:buClr>
                <a:srgbClr val="000000"/>
              </a:buClr>
              <a:buSzPts val="1400"/>
              <a:buFont typeface="Arial"/>
              <a:buChar char="○"/>
              <a:defRPr sz="1600"/>
            </a:lvl8pPr>
            <a:lvl9pPr lvl="8" algn="ctr">
              <a:lnSpc>
                <a:spcPct val="115000"/>
              </a:lnSpc>
              <a:spcBef>
                <a:spcPts val="1600"/>
              </a:spcBef>
              <a:spcAft>
                <a:spcPts val="1600"/>
              </a:spcAft>
              <a:buClr>
                <a:srgbClr val="000000"/>
              </a:buClr>
              <a:buSzPts val="1400"/>
              <a:buFont typeface="Arial"/>
              <a:buChar char="■"/>
              <a:defRPr sz="1600"/>
            </a:lvl9pPr>
          </a:lstStyle>
          <a:p/>
        </p:txBody>
      </p:sp>
      <p:sp>
        <p:nvSpPr>
          <p:cNvPr id="651" name="Google Shape;651;p117"/>
          <p:cNvSpPr txBox="1"/>
          <p:nvPr>
            <p:ph type="title"/>
          </p:nvPr>
        </p:nvSpPr>
        <p:spPr>
          <a:xfrm>
            <a:off x="713225" y="356016"/>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652" name="Google Shape;652;p117"/>
          <p:cNvSpPr/>
          <p:nvPr/>
        </p:nvSpPr>
        <p:spPr>
          <a:xfrm rot="5400000">
            <a:off x="8002478" y="-74015"/>
            <a:ext cx="591860" cy="654817"/>
          </a:xfrm>
          <a:custGeom>
            <a:rect b="b" l="l" r="r" t="t"/>
            <a:pathLst>
              <a:path extrusionOk="0" h="12554" w="11347">
                <a:moveTo>
                  <a:pt x="2793" y="0"/>
                </a:moveTo>
                <a:cubicBezTo>
                  <a:pt x="2324" y="0"/>
                  <a:pt x="1856" y="4"/>
                  <a:pt x="1387" y="14"/>
                </a:cubicBezTo>
                <a:cubicBezTo>
                  <a:pt x="939" y="35"/>
                  <a:pt x="470" y="35"/>
                  <a:pt x="1" y="57"/>
                </a:cubicBezTo>
                <a:lnTo>
                  <a:pt x="1" y="12554"/>
                </a:lnTo>
                <a:cubicBezTo>
                  <a:pt x="2486" y="12526"/>
                  <a:pt x="4961" y="12443"/>
                  <a:pt x="7434" y="12443"/>
                </a:cubicBezTo>
                <a:cubicBezTo>
                  <a:pt x="8739" y="12443"/>
                  <a:pt x="10043" y="12466"/>
                  <a:pt x="11346" y="12532"/>
                </a:cubicBezTo>
                <a:cubicBezTo>
                  <a:pt x="11261" y="8480"/>
                  <a:pt x="11154" y="4428"/>
                  <a:pt x="11048" y="376"/>
                </a:cubicBezTo>
                <a:cubicBezTo>
                  <a:pt x="11069" y="270"/>
                  <a:pt x="11027" y="163"/>
                  <a:pt x="10963" y="78"/>
                </a:cubicBezTo>
                <a:cubicBezTo>
                  <a:pt x="10899" y="30"/>
                  <a:pt x="10823" y="6"/>
                  <a:pt x="10753" y="6"/>
                </a:cubicBezTo>
                <a:cubicBezTo>
                  <a:pt x="10729" y="6"/>
                  <a:pt x="10707" y="9"/>
                  <a:pt x="10685" y="14"/>
                </a:cubicBezTo>
                <a:cubicBezTo>
                  <a:pt x="9882" y="47"/>
                  <a:pt x="9076" y="59"/>
                  <a:pt x="8267" y="59"/>
                </a:cubicBezTo>
                <a:cubicBezTo>
                  <a:pt x="6450" y="59"/>
                  <a:pt x="4623" y="0"/>
                  <a:pt x="279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117"/>
          <p:cNvSpPr/>
          <p:nvPr/>
        </p:nvSpPr>
        <p:spPr>
          <a:xfrm rot="5400000">
            <a:off x="7476536" y="-133190"/>
            <a:ext cx="247030" cy="428338"/>
          </a:xfrm>
          <a:custGeom>
            <a:rect b="b" l="l" r="r" t="t"/>
            <a:pathLst>
              <a:path extrusionOk="0" h="8212" w="4736">
                <a:moveTo>
                  <a:pt x="1" y="1"/>
                </a:moveTo>
                <a:lnTo>
                  <a:pt x="1" y="8211"/>
                </a:lnTo>
                <a:cubicBezTo>
                  <a:pt x="1472" y="8190"/>
                  <a:pt x="2944" y="8147"/>
                  <a:pt x="4415" y="8062"/>
                </a:cubicBezTo>
                <a:cubicBezTo>
                  <a:pt x="4650" y="5375"/>
                  <a:pt x="4735" y="2688"/>
                  <a:pt x="4650" y="1"/>
                </a:cubicBezTo>
                <a:lnTo>
                  <a:pt x="4650" y="1"/>
                </a:lnTo>
                <a:cubicBezTo>
                  <a:pt x="3808" y="24"/>
                  <a:pt x="2959" y="41"/>
                  <a:pt x="2107" y="41"/>
                </a:cubicBezTo>
                <a:cubicBezTo>
                  <a:pt x="1407" y="41"/>
                  <a:pt x="704" y="30"/>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117"/>
          <p:cNvSpPr/>
          <p:nvPr/>
        </p:nvSpPr>
        <p:spPr>
          <a:xfrm rot="10800000">
            <a:off x="-112744" y="151335"/>
            <a:ext cx="376543" cy="591842"/>
          </a:xfrm>
          <a:custGeom>
            <a:rect b="b" l="l" r="r" t="t"/>
            <a:pathLst>
              <a:path extrusionOk="0" h="10259" w="6527">
                <a:moveTo>
                  <a:pt x="6526" y="1"/>
                </a:moveTo>
                <a:cubicBezTo>
                  <a:pt x="4991" y="22"/>
                  <a:pt x="3455" y="65"/>
                  <a:pt x="1920" y="86"/>
                </a:cubicBezTo>
                <a:cubicBezTo>
                  <a:pt x="1891" y="83"/>
                  <a:pt x="1862" y="82"/>
                  <a:pt x="1832" y="82"/>
                </a:cubicBezTo>
                <a:cubicBezTo>
                  <a:pt x="1623" y="82"/>
                  <a:pt x="1403" y="150"/>
                  <a:pt x="1216" y="299"/>
                </a:cubicBezTo>
                <a:cubicBezTo>
                  <a:pt x="1088" y="470"/>
                  <a:pt x="1024" y="683"/>
                  <a:pt x="1024" y="918"/>
                </a:cubicBezTo>
                <a:lnTo>
                  <a:pt x="960" y="1664"/>
                </a:lnTo>
                <a:cubicBezTo>
                  <a:pt x="704" y="4372"/>
                  <a:pt x="1" y="7571"/>
                  <a:pt x="427" y="10258"/>
                </a:cubicBezTo>
                <a:lnTo>
                  <a:pt x="6526" y="10088"/>
                </a:lnTo>
                <a:lnTo>
                  <a:pt x="6526"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117"/>
          <p:cNvSpPr/>
          <p:nvPr/>
        </p:nvSpPr>
        <p:spPr>
          <a:xfrm>
            <a:off x="208688" y="3699395"/>
            <a:ext cx="121746" cy="92263"/>
          </a:xfrm>
          <a:custGeom>
            <a:rect b="b" l="l" r="r" t="t"/>
            <a:pathLst>
              <a:path extrusionOk="0" h="1499" w="1978">
                <a:moveTo>
                  <a:pt x="549" y="0"/>
                </a:moveTo>
                <a:cubicBezTo>
                  <a:pt x="240" y="0"/>
                  <a:pt x="0" y="402"/>
                  <a:pt x="268" y="669"/>
                </a:cubicBezTo>
                <a:cubicBezTo>
                  <a:pt x="438" y="818"/>
                  <a:pt x="609" y="968"/>
                  <a:pt x="801" y="1096"/>
                </a:cubicBezTo>
                <a:lnTo>
                  <a:pt x="1057" y="1245"/>
                </a:lnTo>
                <a:cubicBezTo>
                  <a:pt x="1122" y="1311"/>
                  <a:pt x="1201" y="1364"/>
                  <a:pt x="1292" y="1394"/>
                </a:cubicBezTo>
                <a:lnTo>
                  <a:pt x="1292" y="1394"/>
                </a:lnTo>
                <a:lnTo>
                  <a:pt x="1291" y="1394"/>
                </a:lnTo>
                <a:lnTo>
                  <a:pt x="1291" y="1394"/>
                </a:lnTo>
                <a:cubicBezTo>
                  <a:pt x="1334" y="1415"/>
                  <a:pt x="1355" y="1437"/>
                  <a:pt x="1398" y="1458"/>
                </a:cubicBezTo>
                <a:cubicBezTo>
                  <a:pt x="1447" y="1486"/>
                  <a:pt x="1497" y="1499"/>
                  <a:pt x="1545" y="1499"/>
                </a:cubicBezTo>
                <a:cubicBezTo>
                  <a:pt x="1787" y="1499"/>
                  <a:pt x="1978" y="1181"/>
                  <a:pt x="1782" y="968"/>
                </a:cubicBezTo>
                <a:cubicBezTo>
                  <a:pt x="1753" y="939"/>
                  <a:pt x="1734" y="920"/>
                  <a:pt x="1712" y="904"/>
                </a:cubicBezTo>
                <a:lnTo>
                  <a:pt x="1712" y="904"/>
                </a:lnTo>
                <a:cubicBezTo>
                  <a:pt x="1652" y="817"/>
                  <a:pt x="1576" y="743"/>
                  <a:pt x="1483" y="669"/>
                </a:cubicBezTo>
                <a:cubicBezTo>
                  <a:pt x="1419" y="605"/>
                  <a:pt x="1355" y="541"/>
                  <a:pt x="1270" y="477"/>
                </a:cubicBezTo>
                <a:cubicBezTo>
                  <a:pt x="1099" y="328"/>
                  <a:pt x="929" y="179"/>
                  <a:pt x="737" y="51"/>
                </a:cubicBezTo>
                <a:cubicBezTo>
                  <a:pt x="674" y="16"/>
                  <a:pt x="610" y="0"/>
                  <a:pt x="5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117"/>
          <p:cNvSpPr/>
          <p:nvPr/>
        </p:nvSpPr>
        <p:spPr>
          <a:xfrm>
            <a:off x="194716" y="3869888"/>
            <a:ext cx="136949" cy="120330"/>
          </a:xfrm>
          <a:custGeom>
            <a:rect b="b" l="l" r="r" t="t"/>
            <a:pathLst>
              <a:path extrusionOk="0" h="1955" w="2225">
                <a:moveTo>
                  <a:pt x="1763" y="1"/>
                </a:moveTo>
                <a:cubicBezTo>
                  <a:pt x="1686" y="1"/>
                  <a:pt x="1607" y="34"/>
                  <a:pt x="1540" y="117"/>
                </a:cubicBezTo>
                <a:lnTo>
                  <a:pt x="1540" y="96"/>
                </a:lnTo>
                <a:cubicBezTo>
                  <a:pt x="1113" y="501"/>
                  <a:pt x="665" y="885"/>
                  <a:pt x="281" y="1311"/>
                </a:cubicBezTo>
                <a:cubicBezTo>
                  <a:pt x="1" y="1575"/>
                  <a:pt x="244" y="1954"/>
                  <a:pt x="536" y="1954"/>
                </a:cubicBezTo>
                <a:cubicBezTo>
                  <a:pt x="621" y="1954"/>
                  <a:pt x="711" y="1922"/>
                  <a:pt x="793" y="1844"/>
                </a:cubicBezTo>
                <a:cubicBezTo>
                  <a:pt x="1220" y="1439"/>
                  <a:pt x="1604" y="991"/>
                  <a:pt x="1966" y="544"/>
                </a:cubicBezTo>
                <a:cubicBezTo>
                  <a:pt x="2225" y="333"/>
                  <a:pt x="2006" y="1"/>
                  <a:pt x="17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117"/>
          <p:cNvSpPr/>
          <p:nvPr/>
        </p:nvSpPr>
        <p:spPr>
          <a:xfrm>
            <a:off x="50567" y="3818801"/>
            <a:ext cx="137872" cy="65366"/>
          </a:xfrm>
          <a:custGeom>
            <a:rect b="b" l="l" r="r" t="t"/>
            <a:pathLst>
              <a:path extrusionOk="0" h="1062" w="2240">
                <a:moveTo>
                  <a:pt x="533" y="0"/>
                </a:moveTo>
                <a:cubicBezTo>
                  <a:pt x="455" y="0"/>
                  <a:pt x="377" y="20"/>
                  <a:pt x="299" y="51"/>
                </a:cubicBezTo>
                <a:cubicBezTo>
                  <a:pt x="0" y="243"/>
                  <a:pt x="64" y="691"/>
                  <a:pt x="406" y="776"/>
                </a:cubicBezTo>
                <a:cubicBezTo>
                  <a:pt x="853" y="904"/>
                  <a:pt x="1301" y="990"/>
                  <a:pt x="1770" y="1054"/>
                </a:cubicBezTo>
                <a:cubicBezTo>
                  <a:pt x="1793" y="1059"/>
                  <a:pt x="1816" y="1062"/>
                  <a:pt x="1839" y="1062"/>
                </a:cubicBezTo>
                <a:cubicBezTo>
                  <a:pt x="1901" y="1062"/>
                  <a:pt x="1964" y="1042"/>
                  <a:pt x="2026" y="1011"/>
                </a:cubicBezTo>
                <a:cubicBezTo>
                  <a:pt x="2112" y="968"/>
                  <a:pt x="2154" y="883"/>
                  <a:pt x="2176" y="798"/>
                </a:cubicBezTo>
                <a:cubicBezTo>
                  <a:pt x="2240" y="627"/>
                  <a:pt x="2133" y="435"/>
                  <a:pt x="1941" y="393"/>
                </a:cubicBezTo>
                <a:cubicBezTo>
                  <a:pt x="1514" y="243"/>
                  <a:pt x="1067" y="115"/>
                  <a:pt x="619" y="9"/>
                </a:cubicBezTo>
                <a:cubicBezTo>
                  <a:pt x="590" y="3"/>
                  <a:pt x="562" y="0"/>
                  <a:pt x="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117"/>
          <p:cNvSpPr/>
          <p:nvPr/>
        </p:nvSpPr>
        <p:spPr>
          <a:xfrm>
            <a:off x="13821" y="3945101"/>
            <a:ext cx="98111" cy="103342"/>
          </a:xfrm>
          <a:custGeom>
            <a:rect b="b" l="l" r="r" t="t"/>
            <a:pathLst>
              <a:path extrusionOk="0" h="1679" w="1594">
                <a:moveTo>
                  <a:pt x="1310" y="0"/>
                </a:moveTo>
                <a:cubicBezTo>
                  <a:pt x="1279" y="0"/>
                  <a:pt x="1247" y="8"/>
                  <a:pt x="1216" y="25"/>
                </a:cubicBezTo>
                <a:cubicBezTo>
                  <a:pt x="960" y="175"/>
                  <a:pt x="747" y="345"/>
                  <a:pt x="555" y="537"/>
                </a:cubicBezTo>
                <a:cubicBezTo>
                  <a:pt x="448" y="644"/>
                  <a:pt x="363" y="750"/>
                  <a:pt x="256" y="878"/>
                </a:cubicBezTo>
                <a:cubicBezTo>
                  <a:pt x="235" y="921"/>
                  <a:pt x="192" y="985"/>
                  <a:pt x="149" y="1028"/>
                </a:cubicBezTo>
                <a:cubicBezTo>
                  <a:pt x="107" y="1113"/>
                  <a:pt x="64" y="1198"/>
                  <a:pt x="22" y="1284"/>
                </a:cubicBezTo>
                <a:cubicBezTo>
                  <a:pt x="0" y="1369"/>
                  <a:pt x="22" y="1454"/>
                  <a:pt x="64" y="1518"/>
                </a:cubicBezTo>
                <a:cubicBezTo>
                  <a:pt x="128" y="1625"/>
                  <a:pt x="235" y="1678"/>
                  <a:pt x="341" y="1678"/>
                </a:cubicBezTo>
                <a:cubicBezTo>
                  <a:pt x="448" y="1678"/>
                  <a:pt x="555" y="1625"/>
                  <a:pt x="619" y="1518"/>
                </a:cubicBezTo>
                <a:cubicBezTo>
                  <a:pt x="704" y="1433"/>
                  <a:pt x="747" y="1305"/>
                  <a:pt x="811" y="1198"/>
                </a:cubicBezTo>
                <a:cubicBezTo>
                  <a:pt x="875" y="1092"/>
                  <a:pt x="939" y="985"/>
                  <a:pt x="1003" y="878"/>
                </a:cubicBezTo>
                <a:lnTo>
                  <a:pt x="1109" y="729"/>
                </a:lnTo>
                <a:lnTo>
                  <a:pt x="1130" y="686"/>
                </a:lnTo>
                <a:lnTo>
                  <a:pt x="1194" y="622"/>
                </a:lnTo>
                <a:cubicBezTo>
                  <a:pt x="1280" y="516"/>
                  <a:pt x="1365" y="430"/>
                  <a:pt x="1450" y="345"/>
                </a:cubicBezTo>
                <a:cubicBezTo>
                  <a:pt x="1593" y="202"/>
                  <a:pt x="1467" y="0"/>
                  <a:pt x="13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117"/>
          <p:cNvSpPr/>
          <p:nvPr/>
        </p:nvSpPr>
        <p:spPr>
          <a:xfrm>
            <a:off x="-209358" y="3672313"/>
            <a:ext cx="154983" cy="67828"/>
          </a:xfrm>
          <a:custGeom>
            <a:rect b="b" l="l" r="r" t="t"/>
            <a:pathLst>
              <a:path extrusionOk="0" h="1102" w="2518">
                <a:moveTo>
                  <a:pt x="513" y="0"/>
                </a:moveTo>
                <a:cubicBezTo>
                  <a:pt x="385" y="21"/>
                  <a:pt x="257" y="64"/>
                  <a:pt x="171" y="171"/>
                </a:cubicBezTo>
                <a:cubicBezTo>
                  <a:pt x="22" y="299"/>
                  <a:pt x="1" y="512"/>
                  <a:pt x="86" y="704"/>
                </a:cubicBezTo>
                <a:cubicBezTo>
                  <a:pt x="235" y="938"/>
                  <a:pt x="470" y="960"/>
                  <a:pt x="705" y="981"/>
                </a:cubicBezTo>
                <a:cubicBezTo>
                  <a:pt x="896" y="1024"/>
                  <a:pt x="1067" y="1045"/>
                  <a:pt x="1238" y="1066"/>
                </a:cubicBezTo>
                <a:cubicBezTo>
                  <a:pt x="1413" y="1091"/>
                  <a:pt x="1595" y="1102"/>
                  <a:pt x="1776" y="1102"/>
                </a:cubicBezTo>
                <a:cubicBezTo>
                  <a:pt x="1904" y="1102"/>
                  <a:pt x="2031" y="1097"/>
                  <a:pt x="2155" y="1088"/>
                </a:cubicBezTo>
                <a:cubicBezTo>
                  <a:pt x="2304" y="1088"/>
                  <a:pt x="2432" y="981"/>
                  <a:pt x="2475" y="832"/>
                </a:cubicBezTo>
                <a:cubicBezTo>
                  <a:pt x="2517" y="683"/>
                  <a:pt x="2453" y="512"/>
                  <a:pt x="2325" y="448"/>
                </a:cubicBezTo>
                <a:cubicBezTo>
                  <a:pt x="2176" y="384"/>
                  <a:pt x="2005" y="320"/>
                  <a:pt x="1835" y="256"/>
                </a:cubicBezTo>
                <a:cubicBezTo>
                  <a:pt x="1707" y="213"/>
                  <a:pt x="1536" y="192"/>
                  <a:pt x="1387" y="171"/>
                </a:cubicBezTo>
                <a:cubicBezTo>
                  <a:pt x="1238" y="128"/>
                  <a:pt x="1088" y="85"/>
                  <a:pt x="939" y="64"/>
                </a:cubicBezTo>
                <a:lnTo>
                  <a:pt x="705" y="43"/>
                </a:lnTo>
                <a:cubicBezTo>
                  <a:pt x="641" y="21"/>
                  <a:pt x="577" y="21"/>
                  <a:pt x="5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117"/>
          <p:cNvSpPr/>
          <p:nvPr/>
        </p:nvSpPr>
        <p:spPr>
          <a:xfrm>
            <a:off x="-232993" y="3834373"/>
            <a:ext cx="131348" cy="129378"/>
          </a:xfrm>
          <a:custGeom>
            <a:rect b="b" l="l" r="r" t="t"/>
            <a:pathLst>
              <a:path extrusionOk="0" h="2102" w="2134">
                <a:moveTo>
                  <a:pt x="1765" y="1"/>
                </a:moveTo>
                <a:cubicBezTo>
                  <a:pt x="1738" y="1"/>
                  <a:pt x="1712" y="4"/>
                  <a:pt x="1686" y="12"/>
                </a:cubicBezTo>
                <a:lnTo>
                  <a:pt x="1664" y="12"/>
                </a:lnTo>
                <a:cubicBezTo>
                  <a:pt x="1494" y="76"/>
                  <a:pt x="1302" y="161"/>
                  <a:pt x="1152" y="267"/>
                </a:cubicBezTo>
                <a:cubicBezTo>
                  <a:pt x="982" y="374"/>
                  <a:pt x="833" y="502"/>
                  <a:pt x="683" y="630"/>
                </a:cubicBezTo>
                <a:cubicBezTo>
                  <a:pt x="534" y="758"/>
                  <a:pt x="406" y="907"/>
                  <a:pt x="299" y="1057"/>
                </a:cubicBezTo>
                <a:cubicBezTo>
                  <a:pt x="129" y="1248"/>
                  <a:pt x="22" y="1462"/>
                  <a:pt x="1" y="1696"/>
                </a:cubicBezTo>
                <a:cubicBezTo>
                  <a:pt x="1" y="1824"/>
                  <a:pt x="86" y="1974"/>
                  <a:pt x="214" y="2038"/>
                </a:cubicBezTo>
                <a:cubicBezTo>
                  <a:pt x="278" y="2080"/>
                  <a:pt x="347" y="2102"/>
                  <a:pt x="417" y="2102"/>
                </a:cubicBezTo>
                <a:cubicBezTo>
                  <a:pt x="486" y="2102"/>
                  <a:pt x="555" y="2080"/>
                  <a:pt x="619" y="2038"/>
                </a:cubicBezTo>
                <a:cubicBezTo>
                  <a:pt x="683" y="1995"/>
                  <a:pt x="747" y="1931"/>
                  <a:pt x="811" y="1846"/>
                </a:cubicBezTo>
                <a:lnTo>
                  <a:pt x="854" y="1782"/>
                </a:lnTo>
                <a:lnTo>
                  <a:pt x="961" y="1611"/>
                </a:lnTo>
                <a:cubicBezTo>
                  <a:pt x="1009" y="1514"/>
                  <a:pt x="1058" y="1441"/>
                  <a:pt x="1116" y="1365"/>
                </a:cubicBezTo>
                <a:lnTo>
                  <a:pt x="1116" y="1365"/>
                </a:lnTo>
                <a:cubicBezTo>
                  <a:pt x="1114" y="1369"/>
                  <a:pt x="1112" y="1372"/>
                  <a:pt x="1110" y="1376"/>
                </a:cubicBezTo>
                <a:cubicBezTo>
                  <a:pt x="1238" y="1206"/>
                  <a:pt x="1366" y="1078"/>
                  <a:pt x="1515" y="929"/>
                </a:cubicBezTo>
                <a:cubicBezTo>
                  <a:pt x="1553" y="910"/>
                  <a:pt x="1591" y="874"/>
                  <a:pt x="1614" y="851"/>
                </a:cubicBezTo>
                <a:lnTo>
                  <a:pt x="1614" y="851"/>
                </a:lnTo>
                <a:cubicBezTo>
                  <a:pt x="1607" y="855"/>
                  <a:pt x="1602" y="858"/>
                  <a:pt x="1601" y="858"/>
                </a:cubicBezTo>
                <a:cubicBezTo>
                  <a:pt x="1600" y="858"/>
                  <a:pt x="1605" y="854"/>
                  <a:pt x="1622" y="843"/>
                </a:cubicBezTo>
                <a:lnTo>
                  <a:pt x="1622" y="843"/>
                </a:lnTo>
                <a:cubicBezTo>
                  <a:pt x="1619" y="846"/>
                  <a:pt x="1617" y="848"/>
                  <a:pt x="1614" y="851"/>
                </a:cubicBezTo>
                <a:lnTo>
                  <a:pt x="1614" y="851"/>
                </a:lnTo>
                <a:cubicBezTo>
                  <a:pt x="1623" y="846"/>
                  <a:pt x="1634" y="839"/>
                  <a:pt x="1632" y="839"/>
                </a:cubicBezTo>
                <a:lnTo>
                  <a:pt x="1632" y="839"/>
                </a:lnTo>
                <a:cubicBezTo>
                  <a:pt x="1631" y="839"/>
                  <a:pt x="1628" y="840"/>
                  <a:pt x="1622" y="843"/>
                </a:cubicBezTo>
                <a:lnTo>
                  <a:pt x="1707" y="801"/>
                </a:lnTo>
                <a:cubicBezTo>
                  <a:pt x="1728" y="779"/>
                  <a:pt x="1771" y="737"/>
                  <a:pt x="1814" y="715"/>
                </a:cubicBezTo>
                <a:lnTo>
                  <a:pt x="1942" y="630"/>
                </a:lnTo>
                <a:cubicBezTo>
                  <a:pt x="2091" y="545"/>
                  <a:pt x="2133" y="353"/>
                  <a:pt x="2070" y="203"/>
                </a:cubicBezTo>
                <a:cubicBezTo>
                  <a:pt x="2017" y="80"/>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117"/>
          <p:cNvSpPr/>
          <p:nvPr/>
        </p:nvSpPr>
        <p:spPr>
          <a:xfrm>
            <a:off x="-208619" y="4063400"/>
            <a:ext cx="145012" cy="128270"/>
          </a:xfrm>
          <a:custGeom>
            <a:rect b="b" l="l" r="r" t="t"/>
            <a:pathLst>
              <a:path extrusionOk="0" h="2084" w="2356">
                <a:moveTo>
                  <a:pt x="474" y="1"/>
                </a:moveTo>
                <a:cubicBezTo>
                  <a:pt x="216" y="1"/>
                  <a:pt x="1" y="328"/>
                  <a:pt x="245" y="556"/>
                </a:cubicBezTo>
                <a:lnTo>
                  <a:pt x="223" y="577"/>
                </a:lnTo>
                <a:cubicBezTo>
                  <a:pt x="479" y="812"/>
                  <a:pt x="714" y="1046"/>
                  <a:pt x="948" y="1281"/>
                </a:cubicBezTo>
                <a:lnTo>
                  <a:pt x="1290" y="1643"/>
                </a:lnTo>
                <a:cubicBezTo>
                  <a:pt x="1354" y="1707"/>
                  <a:pt x="1418" y="1771"/>
                  <a:pt x="1482" y="1835"/>
                </a:cubicBezTo>
                <a:lnTo>
                  <a:pt x="1546" y="1921"/>
                </a:lnTo>
                <a:cubicBezTo>
                  <a:pt x="1631" y="1985"/>
                  <a:pt x="1716" y="2027"/>
                  <a:pt x="1823" y="2070"/>
                </a:cubicBezTo>
                <a:cubicBezTo>
                  <a:pt x="1854" y="2079"/>
                  <a:pt x="1886" y="2083"/>
                  <a:pt x="1918" y="2083"/>
                </a:cubicBezTo>
                <a:cubicBezTo>
                  <a:pt x="2041" y="2083"/>
                  <a:pt x="2165" y="2022"/>
                  <a:pt x="2249" y="1921"/>
                </a:cubicBezTo>
                <a:cubicBezTo>
                  <a:pt x="2356" y="1793"/>
                  <a:pt x="2356" y="1622"/>
                  <a:pt x="2271" y="1473"/>
                </a:cubicBezTo>
                <a:cubicBezTo>
                  <a:pt x="2207" y="1345"/>
                  <a:pt x="2121" y="1260"/>
                  <a:pt x="2015" y="1174"/>
                </a:cubicBezTo>
                <a:lnTo>
                  <a:pt x="1972" y="1153"/>
                </a:lnTo>
                <a:lnTo>
                  <a:pt x="1865" y="1068"/>
                </a:lnTo>
                <a:lnTo>
                  <a:pt x="1482" y="748"/>
                </a:lnTo>
                <a:cubicBezTo>
                  <a:pt x="1204" y="534"/>
                  <a:pt x="948" y="321"/>
                  <a:pt x="714" y="108"/>
                </a:cubicBezTo>
                <a:cubicBezTo>
                  <a:pt x="638" y="32"/>
                  <a:pt x="55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117"/>
          <p:cNvSpPr/>
          <p:nvPr/>
        </p:nvSpPr>
        <p:spPr>
          <a:xfrm>
            <a:off x="-71548" y="4228846"/>
            <a:ext cx="133256" cy="127901"/>
          </a:xfrm>
          <a:custGeom>
            <a:rect b="b" l="l" r="r" t="t"/>
            <a:pathLst>
              <a:path extrusionOk="0" h="2078" w="2165">
                <a:moveTo>
                  <a:pt x="1690" y="0"/>
                </a:moveTo>
                <a:cubicBezTo>
                  <a:pt x="1610" y="0"/>
                  <a:pt x="1527" y="32"/>
                  <a:pt x="1451" y="107"/>
                </a:cubicBezTo>
                <a:lnTo>
                  <a:pt x="1472" y="86"/>
                </a:lnTo>
                <a:lnTo>
                  <a:pt x="1472" y="86"/>
                </a:lnTo>
                <a:cubicBezTo>
                  <a:pt x="1238" y="299"/>
                  <a:pt x="1025" y="512"/>
                  <a:pt x="790" y="725"/>
                </a:cubicBezTo>
                <a:lnTo>
                  <a:pt x="470" y="1045"/>
                </a:lnTo>
                <a:cubicBezTo>
                  <a:pt x="406" y="1088"/>
                  <a:pt x="342" y="1131"/>
                  <a:pt x="278" y="1195"/>
                </a:cubicBezTo>
                <a:cubicBezTo>
                  <a:pt x="214" y="1280"/>
                  <a:pt x="150" y="1365"/>
                  <a:pt x="86" y="1451"/>
                </a:cubicBezTo>
                <a:cubicBezTo>
                  <a:pt x="1" y="1621"/>
                  <a:pt x="22" y="1813"/>
                  <a:pt x="150" y="1962"/>
                </a:cubicBezTo>
                <a:cubicBezTo>
                  <a:pt x="193" y="2005"/>
                  <a:pt x="257" y="2026"/>
                  <a:pt x="342" y="2069"/>
                </a:cubicBezTo>
                <a:cubicBezTo>
                  <a:pt x="365" y="2075"/>
                  <a:pt x="391" y="2077"/>
                  <a:pt x="418" y="2077"/>
                </a:cubicBezTo>
                <a:cubicBezTo>
                  <a:pt x="493" y="2077"/>
                  <a:pt x="578" y="2058"/>
                  <a:pt x="641" y="2026"/>
                </a:cubicBezTo>
                <a:cubicBezTo>
                  <a:pt x="726" y="1962"/>
                  <a:pt x="790" y="1920"/>
                  <a:pt x="854" y="1856"/>
                </a:cubicBezTo>
                <a:cubicBezTo>
                  <a:pt x="901" y="1809"/>
                  <a:pt x="936" y="1762"/>
                  <a:pt x="977" y="1707"/>
                </a:cubicBezTo>
                <a:lnTo>
                  <a:pt x="977" y="1707"/>
                </a:lnTo>
                <a:cubicBezTo>
                  <a:pt x="1272" y="1330"/>
                  <a:pt x="1606" y="953"/>
                  <a:pt x="1920" y="576"/>
                </a:cubicBezTo>
                <a:cubicBezTo>
                  <a:pt x="2165" y="332"/>
                  <a:pt x="1948" y="0"/>
                  <a:pt x="16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117"/>
          <p:cNvSpPr/>
          <p:nvPr/>
        </p:nvSpPr>
        <p:spPr>
          <a:xfrm>
            <a:off x="122334" y="4161633"/>
            <a:ext cx="134364" cy="137503"/>
          </a:xfrm>
          <a:custGeom>
            <a:rect b="b" l="l" r="r" t="t"/>
            <a:pathLst>
              <a:path extrusionOk="0" h="2234" w="2183">
                <a:moveTo>
                  <a:pt x="444" y="1"/>
                </a:moveTo>
                <a:cubicBezTo>
                  <a:pt x="209" y="1"/>
                  <a:pt x="0" y="307"/>
                  <a:pt x="242" y="517"/>
                </a:cubicBezTo>
                <a:cubicBezTo>
                  <a:pt x="348" y="645"/>
                  <a:pt x="455" y="772"/>
                  <a:pt x="562" y="900"/>
                </a:cubicBezTo>
                <a:lnTo>
                  <a:pt x="711" y="1114"/>
                </a:lnTo>
                <a:lnTo>
                  <a:pt x="754" y="1156"/>
                </a:lnTo>
                <a:lnTo>
                  <a:pt x="839" y="1263"/>
                </a:lnTo>
                <a:cubicBezTo>
                  <a:pt x="924" y="1391"/>
                  <a:pt x="1031" y="1519"/>
                  <a:pt x="1116" y="1668"/>
                </a:cubicBezTo>
                <a:cubicBezTo>
                  <a:pt x="1223" y="1817"/>
                  <a:pt x="1329" y="1988"/>
                  <a:pt x="1457" y="2116"/>
                </a:cubicBezTo>
                <a:cubicBezTo>
                  <a:pt x="1538" y="2197"/>
                  <a:pt x="1638" y="2234"/>
                  <a:pt x="1740" y="2234"/>
                </a:cubicBezTo>
                <a:cubicBezTo>
                  <a:pt x="1825" y="2234"/>
                  <a:pt x="1912" y="2208"/>
                  <a:pt x="1991" y="2159"/>
                </a:cubicBezTo>
                <a:cubicBezTo>
                  <a:pt x="2140" y="2031"/>
                  <a:pt x="2182" y="1817"/>
                  <a:pt x="2076" y="1647"/>
                </a:cubicBezTo>
                <a:cubicBezTo>
                  <a:pt x="2033" y="1540"/>
                  <a:pt x="1969" y="1455"/>
                  <a:pt x="1884" y="1370"/>
                </a:cubicBezTo>
                <a:lnTo>
                  <a:pt x="1735" y="1178"/>
                </a:lnTo>
                <a:cubicBezTo>
                  <a:pt x="1607" y="1050"/>
                  <a:pt x="1500" y="943"/>
                  <a:pt x="1393" y="815"/>
                </a:cubicBezTo>
                <a:cubicBezTo>
                  <a:pt x="1159" y="559"/>
                  <a:pt x="903" y="325"/>
                  <a:pt x="668" y="111"/>
                </a:cubicBezTo>
                <a:cubicBezTo>
                  <a:pt x="600" y="33"/>
                  <a:pt x="521"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117"/>
          <p:cNvSpPr/>
          <p:nvPr/>
        </p:nvSpPr>
        <p:spPr>
          <a:xfrm>
            <a:off x="224937" y="4038041"/>
            <a:ext cx="101311" cy="108759"/>
          </a:xfrm>
          <a:custGeom>
            <a:rect b="b" l="l" r="r" t="t"/>
            <a:pathLst>
              <a:path extrusionOk="0" h="1767" w="1646">
                <a:moveTo>
                  <a:pt x="1369" y="0"/>
                </a:moveTo>
                <a:cubicBezTo>
                  <a:pt x="1271" y="0"/>
                  <a:pt x="1172" y="48"/>
                  <a:pt x="1113" y="136"/>
                </a:cubicBezTo>
                <a:lnTo>
                  <a:pt x="1134" y="136"/>
                </a:lnTo>
                <a:cubicBezTo>
                  <a:pt x="1070" y="243"/>
                  <a:pt x="1006" y="328"/>
                  <a:pt x="942" y="435"/>
                </a:cubicBezTo>
                <a:lnTo>
                  <a:pt x="835" y="584"/>
                </a:lnTo>
                <a:cubicBezTo>
                  <a:pt x="849" y="557"/>
                  <a:pt x="854" y="547"/>
                  <a:pt x="854" y="547"/>
                </a:cubicBezTo>
                <a:lnTo>
                  <a:pt x="854" y="547"/>
                </a:lnTo>
                <a:cubicBezTo>
                  <a:pt x="853" y="547"/>
                  <a:pt x="829" y="591"/>
                  <a:pt x="814" y="605"/>
                </a:cubicBezTo>
                <a:lnTo>
                  <a:pt x="750" y="669"/>
                </a:lnTo>
                <a:cubicBezTo>
                  <a:pt x="601" y="840"/>
                  <a:pt x="430" y="1010"/>
                  <a:pt x="260" y="1181"/>
                </a:cubicBezTo>
                <a:cubicBezTo>
                  <a:pt x="0" y="1424"/>
                  <a:pt x="221" y="1766"/>
                  <a:pt x="483" y="1766"/>
                </a:cubicBezTo>
                <a:cubicBezTo>
                  <a:pt x="566" y="1766"/>
                  <a:pt x="652" y="1732"/>
                  <a:pt x="729" y="1650"/>
                </a:cubicBezTo>
                <a:cubicBezTo>
                  <a:pt x="921" y="1480"/>
                  <a:pt x="1091" y="1266"/>
                  <a:pt x="1241" y="1053"/>
                </a:cubicBezTo>
                <a:cubicBezTo>
                  <a:pt x="1369" y="861"/>
                  <a:pt x="1496" y="648"/>
                  <a:pt x="1603" y="413"/>
                </a:cubicBezTo>
                <a:cubicBezTo>
                  <a:pt x="1646" y="349"/>
                  <a:pt x="1646" y="285"/>
                  <a:pt x="1624" y="200"/>
                </a:cubicBezTo>
                <a:cubicBezTo>
                  <a:pt x="1603" y="136"/>
                  <a:pt x="1560" y="72"/>
                  <a:pt x="1496" y="29"/>
                </a:cubicBezTo>
                <a:cubicBezTo>
                  <a:pt x="1457" y="10"/>
                  <a:pt x="1413" y="0"/>
                  <a:pt x="13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117"/>
          <p:cNvSpPr/>
          <p:nvPr/>
        </p:nvSpPr>
        <p:spPr>
          <a:xfrm>
            <a:off x="202841" y="4500834"/>
            <a:ext cx="105066" cy="147905"/>
          </a:xfrm>
          <a:custGeom>
            <a:rect b="b" l="l" r="r" t="t"/>
            <a:pathLst>
              <a:path extrusionOk="0" h="2403" w="1707">
                <a:moveTo>
                  <a:pt x="337" y="0"/>
                </a:moveTo>
                <a:cubicBezTo>
                  <a:pt x="287" y="0"/>
                  <a:pt x="238" y="12"/>
                  <a:pt x="192" y="39"/>
                </a:cubicBezTo>
                <a:cubicBezTo>
                  <a:pt x="43" y="124"/>
                  <a:pt x="0" y="316"/>
                  <a:pt x="85" y="465"/>
                </a:cubicBezTo>
                <a:lnTo>
                  <a:pt x="149" y="593"/>
                </a:lnTo>
                <a:lnTo>
                  <a:pt x="171" y="636"/>
                </a:lnTo>
                <a:cubicBezTo>
                  <a:pt x="192" y="721"/>
                  <a:pt x="235" y="785"/>
                  <a:pt x="256" y="870"/>
                </a:cubicBezTo>
                <a:cubicBezTo>
                  <a:pt x="320" y="1041"/>
                  <a:pt x="405" y="1190"/>
                  <a:pt x="469" y="1361"/>
                </a:cubicBezTo>
                <a:lnTo>
                  <a:pt x="661" y="1787"/>
                </a:lnTo>
                <a:cubicBezTo>
                  <a:pt x="725" y="1958"/>
                  <a:pt x="832" y="2128"/>
                  <a:pt x="960" y="2278"/>
                </a:cubicBezTo>
                <a:cubicBezTo>
                  <a:pt x="1038" y="2356"/>
                  <a:pt x="1148" y="2402"/>
                  <a:pt x="1260" y="2402"/>
                </a:cubicBezTo>
                <a:cubicBezTo>
                  <a:pt x="1332" y="2402"/>
                  <a:pt x="1405" y="2383"/>
                  <a:pt x="1472" y="2342"/>
                </a:cubicBezTo>
                <a:cubicBezTo>
                  <a:pt x="1621" y="2256"/>
                  <a:pt x="1706" y="2043"/>
                  <a:pt x="1664" y="1873"/>
                </a:cubicBezTo>
                <a:cubicBezTo>
                  <a:pt x="1600" y="1681"/>
                  <a:pt x="1514" y="1510"/>
                  <a:pt x="1408" y="1361"/>
                </a:cubicBezTo>
                <a:cubicBezTo>
                  <a:pt x="1322" y="1211"/>
                  <a:pt x="1237" y="1084"/>
                  <a:pt x="1152" y="956"/>
                </a:cubicBezTo>
                <a:cubicBezTo>
                  <a:pt x="981" y="700"/>
                  <a:pt x="789" y="422"/>
                  <a:pt x="619" y="166"/>
                </a:cubicBezTo>
                <a:cubicBezTo>
                  <a:pt x="559" y="63"/>
                  <a:pt x="449"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117"/>
          <p:cNvSpPr/>
          <p:nvPr/>
        </p:nvSpPr>
        <p:spPr>
          <a:xfrm>
            <a:off x="242171" y="4381120"/>
            <a:ext cx="81492" cy="81431"/>
          </a:xfrm>
          <a:custGeom>
            <a:rect b="b" l="l" r="r" t="t"/>
            <a:pathLst>
              <a:path extrusionOk="0" h="1323" w="1324">
                <a:moveTo>
                  <a:pt x="1003" y="0"/>
                </a:moveTo>
                <a:cubicBezTo>
                  <a:pt x="918" y="0"/>
                  <a:pt x="833" y="43"/>
                  <a:pt x="769" y="107"/>
                </a:cubicBezTo>
                <a:lnTo>
                  <a:pt x="86" y="768"/>
                </a:lnTo>
                <a:cubicBezTo>
                  <a:pt x="22" y="832"/>
                  <a:pt x="1" y="917"/>
                  <a:pt x="1" y="1003"/>
                </a:cubicBezTo>
                <a:cubicBezTo>
                  <a:pt x="1" y="1088"/>
                  <a:pt x="22" y="1173"/>
                  <a:pt x="86" y="1237"/>
                </a:cubicBezTo>
                <a:cubicBezTo>
                  <a:pt x="150" y="1280"/>
                  <a:pt x="235" y="1322"/>
                  <a:pt x="321" y="1322"/>
                </a:cubicBezTo>
                <a:cubicBezTo>
                  <a:pt x="406" y="1322"/>
                  <a:pt x="491" y="1280"/>
                  <a:pt x="555" y="1237"/>
                </a:cubicBezTo>
                <a:cubicBezTo>
                  <a:pt x="769" y="1003"/>
                  <a:pt x="1003" y="768"/>
                  <a:pt x="1216" y="555"/>
                </a:cubicBezTo>
                <a:cubicBezTo>
                  <a:pt x="1280" y="491"/>
                  <a:pt x="1323" y="405"/>
                  <a:pt x="1323" y="320"/>
                </a:cubicBezTo>
                <a:cubicBezTo>
                  <a:pt x="1323" y="235"/>
                  <a:pt x="1280" y="149"/>
                  <a:pt x="1238" y="107"/>
                </a:cubicBezTo>
                <a:cubicBezTo>
                  <a:pt x="1174" y="43"/>
                  <a:pt x="1089" y="0"/>
                  <a:pt x="10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117"/>
          <p:cNvSpPr/>
          <p:nvPr/>
        </p:nvSpPr>
        <p:spPr>
          <a:xfrm>
            <a:off x="30501" y="4685914"/>
            <a:ext cx="164523" cy="84631"/>
          </a:xfrm>
          <a:custGeom>
            <a:rect b="b" l="l" r="r" t="t"/>
            <a:pathLst>
              <a:path extrusionOk="0" h="1375" w="2673">
                <a:moveTo>
                  <a:pt x="609" y="1"/>
                </a:moveTo>
                <a:cubicBezTo>
                  <a:pt x="198" y="1"/>
                  <a:pt x="1" y="573"/>
                  <a:pt x="390" y="806"/>
                </a:cubicBezTo>
                <a:cubicBezTo>
                  <a:pt x="561" y="892"/>
                  <a:pt x="753" y="956"/>
                  <a:pt x="923" y="998"/>
                </a:cubicBezTo>
                <a:cubicBezTo>
                  <a:pt x="1094" y="1041"/>
                  <a:pt x="1243" y="1105"/>
                  <a:pt x="1393" y="1147"/>
                </a:cubicBezTo>
                <a:cubicBezTo>
                  <a:pt x="1691" y="1233"/>
                  <a:pt x="2011" y="1318"/>
                  <a:pt x="2331" y="1361"/>
                </a:cubicBezTo>
                <a:cubicBezTo>
                  <a:pt x="2358" y="1370"/>
                  <a:pt x="2385" y="1374"/>
                  <a:pt x="2410" y="1374"/>
                </a:cubicBezTo>
                <a:cubicBezTo>
                  <a:pt x="2503" y="1374"/>
                  <a:pt x="2579" y="1317"/>
                  <a:pt x="2630" y="1233"/>
                </a:cubicBezTo>
                <a:cubicBezTo>
                  <a:pt x="2672" y="1105"/>
                  <a:pt x="2630" y="977"/>
                  <a:pt x="2523" y="913"/>
                </a:cubicBezTo>
                <a:lnTo>
                  <a:pt x="2544" y="913"/>
                </a:lnTo>
                <a:cubicBezTo>
                  <a:pt x="2267" y="742"/>
                  <a:pt x="1990" y="572"/>
                  <a:pt x="1691" y="444"/>
                </a:cubicBezTo>
                <a:cubicBezTo>
                  <a:pt x="1542" y="380"/>
                  <a:pt x="1414" y="316"/>
                  <a:pt x="1265" y="230"/>
                </a:cubicBezTo>
                <a:cubicBezTo>
                  <a:pt x="1094" y="145"/>
                  <a:pt x="902" y="81"/>
                  <a:pt x="732" y="17"/>
                </a:cubicBezTo>
                <a:cubicBezTo>
                  <a:pt x="689" y="6"/>
                  <a:pt x="648" y="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117"/>
          <p:cNvSpPr/>
          <p:nvPr/>
        </p:nvSpPr>
        <p:spPr>
          <a:xfrm>
            <a:off x="289441" y="4755219"/>
            <a:ext cx="76199" cy="87524"/>
          </a:xfrm>
          <a:custGeom>
            <a:rect b="b" l="l" r="r" t="t"/>
            <a:pathLst>
              <a:path extrusionOk="0" h="1422" w="1238">
                <a:moveTo>
                  <a:pt x="342" y="0"/>
                </a:moveTo>
                <a:cubicBezTo>
                  <a:pt x="257" y="0"/>
                  <a:pt x="214" y="21"/>
                  <a:pt x="150" y="64"/>
                </a:cubicBezTo>
                <a:cubicBezTo>
                  <a:pt x="43" y="149"/>
                  <a:pt x="1" y="320"/>
                  <a:pt x="86" y="448"/>
                </a:cubicBezTo>
                <a:lnTo>
                  <a:pt x="86" y="469"/>
                </a:lnTo>
                <a:lnTo>
                  <a:pt x="342" y="875"/>
                </a:lnTo>
                <a:cubicBezTo>
                  <a:pt x="427" y="1002"/>
                  <a:pt x="512" y="1130"/>
                  <a:pt x="619" y="1258"/>
                </a:cubicBezTo>
                <a:cubicBezTo>
                  <a:pt x="662" y="1344"/>
                  <a:pt x="726" y="1386"/>
                  <a:pt x="811" y="1408"/>
                </a:cubicBezTo>
                <a:cubicBezTo>
                  <a:pt x="846" y="1416"/>
                  <a:pt x="882" y="1422"/>
                  <a:pt x="917" y="1422"/>
                </a:cubicBezTo>
                <a:cubicBezTo>
                  <a:pt x="967" y="1422"/>
                  <a:pt x="1017" y="1411"/>
                  <a:pt x="1067" y="1386"/>
                </a:cubicBezTo>
                <a:cubicBezTo>
                  <a:pt x="1131" y="1344"/>
                  <a:pt x="1195" y="1280"/>
                  <a:pt x="1216" y="1194"/>
                </a:cubicBezTo>
                <a:cubicBezTo>
                  <a:pt x="1238" y="1088"/>
                  <a:pt x="1238" y="1002"/>
                  <a:pt x="1174" y="917"/>
                </a:cubicBezTo>
                <a:cubicBezTo>
                  <a:pt x="1067" y="768"/>
                  <a:pt x="960" y="619"/>
                  <a:pt x="854" y="469"/>
                </a:cubicBezTo>
                <a:lnTo>
                  <a:pt x="534" y="85"/>
                </a:lnTo>
                <a:cubicBezTo>
                  <a:pt x="491" y="43"/>
                  <a:pt x="406" y="0"/>
                  <a:pt x="3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117"/>
          <p:cNvSpPr/>
          <p:nvPr/>
        </p:nvSpPr>
        <p:spPr>
          <a:xfrm>
            <a:off x="-84658" y="4791287"/>
            <a:ext cx="152336" cy="69490"/>
          </a:xfrm>
          <a:custGeom>
            <a:rect b="b" l="l" r="r" t="t"/>
            <a:pathLst>
              <a:path extrusionOk="0" h="1129" w="2475">
                <a:moveTo>
                  <a:pt x="2149" y="0"/>
                </a:moveTo>
                <a:cubicBezTo>
                  <a:pt x="2122" y="0"/>
                  <a:pt x="2095" y="4"/>
                  <a:pt x="2069" y="11"/>
                </a:cubicBezTo>
                <a:cubicBezTo>
                  <a:pt x="1494" y="97"/>
                  <a:pt x="939" y="203"/>
                  <a:pt x="363" y="331"/>
                </a:cubicBezTo>
                <a:cubicBezTo>
                  <a:pt x="129" y="374"/>
                  <a:pt x="1" y="608"/>
                  <a:pt x="65" y="822"/>
                </a:cubicBezTo>
                <a:cubicBezTo>
                  <a:pt x="120" y="1007"/>
                  <a:pt x="306" y="1128"/>
                  <a:pt x="493" y="1128"/>
                </a:cubicBezTo>
                <a:cubicBezTo>
                  <a:pt x="521" y="1128"/>
                  <a:pt x="549" y="1126"/>
                  <a:pt x="577" y="1120"/>
                </a:cubicBezTo>
                <a:cubicBezTo>
                  <a:pt x="1131" y="950"/>
                  <a:pt x="1685" y="758"/>
                  <a:pt x="2219" y="566"/>
                </a:cubicBezTo>
                <a:cubicBezTo>
                  <a:pt x="2389" y="523"/>
                  <a:pt x="2475" y="352"/>
                  <a:pt x="2432" y="203"/>
                </a:cubicBezTo>
                <a:cubicBezTo>
                  <a:pt x="2397" y="80"/>
                  <a:pt x="2274" y="0"/>
                  <a:pt x="21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117"/>
          <p:cNvSpPr/>
          <p:nvPr/>
        </p:nvSpPr>
        <p:spPr>
          <a:xfrm>
            <a:off x="-258413" y="4703209"/>
            <a:ext cx="105558" cy="88324"/>
          </a:xfrm>
          <a:custGeom>
            <a:rect b="b" l="l" r="r" t="t"/>
            <a:pathLst>
              <a:path extrusionOk="0" h="1435" w="1715">
                <a:moveTo>
                  <a:pt x="485" y="1"/>
                </a:moveTo>
                <a:cubicBezTo>
                  <a:pt x="227" y="1"/>
                  <a:pt x="0" y="284"/>
                  <a:pt x="158" y="568"/>
                </a:cubicBezTo>
                <a:cubicBezTo>
                  <a:pt x="222" y="653"/>
                  <a:pt x="286" y="739"/>
                  <a:pt x="350" y="824"/>
                </a:cubicBezTo>
                <a:cubicBezTo>
                  <a:pt x="435" y="909"/>
                  <a:pt x="521" y="973"/>
                  <a:pt x="627" y="1058"/>
                </a:cubicBezTo>
                <a:cubicBezTo>
                  <a:pt x="776" y="1165"/>
                  <a:pt x="947" y="1272"/>
                  <a:pt x="1118" y="1336"/>
                </a:cubicBezTo>
                <a:lnTo>
                  <a:pt x="1054" y="1314"/>
                </a:lnTo>
                <a:lnTo>
                  <a:pt x="1054" y="1314"/>
                </a:lnTo>
                <a:cubicBezTo>
                  <a:pt x="1139" y="1357"/>
                  <a:pt x="1224" y="1400"/>
                  <a:pt x="1310" y="1421"/>
                </a:cubicBezTo>
                <a:cubicBezTo>
                  <a:pt x="1345" y="1430"/>
                  <a:pt x="1377" y="1435"/>
                  <a:pt x="1408" y="1435"/>
                </a:cubicBezTo>
                <a:cubicBezTo>
                  <a:pt x="1452" y="1435"/>
                  <a:pt x="1494" y="1425"/>
                  <a:pt x="1544" y="1400"/>
                </a:cubicBezTo>
                <a:cubicBezTo>
                  <a:pt x="1587" y="1357"/>
                  <a:pt x="1629" y="1314"/>
                  <a:pt x="1651" y="1250"/>
                </a:cubicBezTo>
                <a:cubicBezTo>
                  <a:pt x="1715" y="1122"/>
                  <a:pt x="1672" y="973"/>
                  <a:pt x="1544" y="888"/>
                </a:cubicBezTo>
                <a:cubicBezTo>
                  <a:pt x="1480" y="866"/>
                  <a:pt x="1416" y="824"/>
                  <a:pt x="1374" y="781"/>
                </a:cubicBezTo>
                <a:lnTo>
                  <a:pt x="1374" y="781"/>
                </a:lnTo>
                <a:lnTo>
                  <a:pt x="1416" y="824"/>
                </a:lnTo>
                <a:cubicBezTo>
                  <a:pt x="1224" y="653"/>
                  <a:pt x="1032" y="461"/>
                  <a:pt x="883" y="248"/>
                </a:cubicBezTo>
                <a:lnTo>
                  <a:pt x="883" y="248"/>
                </a:lnTo>
                <a:lnTo>
                  <a:pt x="926" y="333"/>
                </a:lnTo>
                <a:cubicBezTo>
                  <a:pt x="883" y="248"/>
                  <a:pt x="819" y="184"/>
                  <a:pt x="755" y="120"/>
                </a:cubicBezTo>
                <a:cubicBezTo>
                  <a:pt x="671" y="36"/>
                  <a:pt x="576" y="1"/>
                  <a:pt x="4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117"/>
          <p:cNvSpPr/>
          <p:nvPr/>
        </p:nvSpPr>
        <p:spPr>
          <a:xfrm>
            <a:off x="-112232" y="4558814"/>
            <a:ext cx="65920" cy="115899"/>
          </a:xfrm>
          <a:custGeom>
            <a:rect b="b" l="l" r="r" t="t"/>
            <a:pathLst>
              <a:path extrusionOk="0" h="1883" w="1071">
                <a:moveTo>
                  <a:pt x="612" y="0"/>
                </a:moveTo>
                <a:cubicBezTo>
                  <a:pt x="580" y="0"/>
                  <a:pt x="547" y="4"/>
                  <a:pt x="513" y="14"/>
                </a:cubicBezTo>
                <a:cubicBezTo>
                  <a:pt x="427" y="56"/>
                  <a:pt x="342" y="99"/>
                  <a:pt x="299" y="184"/>
                </a:cubicBezTo>
                <a:cubicBezTo>
                  <a:pt x="214" y="291"/>
                  <a:pt x="150" y="419"/>
                  <a:pt x="108" y="547"/>
                </a:cubicBezTo>
                <a:cubicBezTo>
                  <a:pt x="1" y="909"/>
                  <a:pt x="22" y="1314"/>
                  <a:pt x="150" y="1677"/>
                </a:cubicBezTo>
                <a:cubicBezTo>
                  <a:pt x="171" y="1741"/>
                  <a:pt x="214" y="1805"/>
                  <a:pt x="299" y="1848"/>
                </a:cubicBezTo>
                <a:cubicBezTo>
                  <a:pt x="337" y="1873"/>
                  <a:pt x="382" y="1883"/>
                  <a:pt x="425" y="1883"/>
                </a:cubicBezTo>
                <a:cubicBezTo>
                  <a:pt x="456" y="1883"/>
                  <a:pt x="486" y="1878"/>
                  <a:pt x="513" y="1869"/>
                </a:cubicBezTo>
                <a:cubicBezTo>
                  <a:pt x="662" y="1826"/>
                  <a:pt x="769" y="1677"/>
                  <a:pt x="726" y="1506"/>
                </a:cubicBezTo>
                <a:lnTo>
                  <a:pt x="726" y="1506"/>
                </a:lnTo>
                <a:lnTo>
                  <a:pt x="726" y="1528"/>
                </a:lnTo>
                <a:lnTo>
                  <a:pt x="705" y="1421"/>
                </a:lnTo>
                <a:lnTo>
                  <a:pt x="705" y="1357"/>
                </a:lnTo>
                <a:cubicBezTo>
                  <a:pt x="683" y="1293"/>
                  <a:pt x="683" y="1208"/>
                  <a:pt x="705" y="1144"/>
                </a:cubicBezTo>
                <a:cubicBezTo>
                  <a:pt x="705" y="1136"/>
                  <a:pt x="705" y="1129"/>
                  <a:pt x="705" y="1123"/>
                </a:cubicBezTo>
                <a:lnTo>
                  <a:pt x="726" y="995"/>
                </a:lnTo>
                <a:cubicBezTo>
                  <a:pt x="747" y="931"/>
                  <a:pt x="769" y="867"/>
                  <a:pt x="790" y="803"/>
                </a:cubicBezTo>
                <a:lnTo>
                  <a:pt x="790" y="803"/>
                </a:lnTo>
                <a:cubicBezTo>
                  <a:pt x="790" y="824"/>
                  <a:pt x="769" y="845"/>
                  <a:pt x="769" y="888"/>
                </a:cubicBezTo>
                <a:cubicBezTo>
                  <a:pt x="788" y="809"/>
                  <a:pt x="808" y="748"/>
                  <a:pt x="845" y="689"/>
                </a:cubicBezTo>
                <a:lnTo>
                  <a:pt x="845" y="689"/>
                </a:lnTo>
                <a:cubicBezTo>
                  <a:pt x="835" y="711"/>
                  <a:pt x="824" y="734"/>
                  <a:pt x="811" y="760"/>
                </a:cubicBezTo>
                <a:lnTo>
                  <a:pt x="854" y="675"/>
                </a:lnTo>
                <a:lnTo>
                  <a:pt x="854" y="675"/>
                </a:lnTo>
                <a:cubicBezTo>
                  <a:pt x="851" y="679"/>
                  <a:pt x="848" y="684"/>
                  <a:pt x="845" y="689"/>
                </a:cubicBezTo>
                <a:lnTo>
                  <a:pt x="845" y="689"/>
                </a:lnTo>
                <a:cubicBezTo>
                  <a:pt x="869" y="636"/>
                  <a:pt x="888" y="592"/>
                  <a:pt x="918" y="547"/>
                </a:cubicBezTo>
                <a:cubicBezTo>
                  <a:pt x="1070" y="299"/>
                  <a:pt x="882"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117"/>
          <p:cNvSpPr/>
          <p:nvPr/>
        </p:nvSpPr>
        <p:spPr>
          <a:xfrm>
            <a:off x="4589" y="4442731"/>
            <a:ext cx="77738" cy="75891"/>
          </a:xfrm>
          <a:custGeom>
            <a:rect b="b" l="l" r="r" t="t"/>
            <a:pathLst>
              <a:path extrusionOk="0" h="1233" w="1263">
                <a:moveTo>
                  <a:pt x="358" y="1"/>
                </a:moveTo>
                <a:cubicBezTo>
                  <a:pt x="291" y="1"/>
                  <a:pt x="227" y="24"/>
                  <a:pt x="172" y="66"/>
                </a:cubicBezTo>
                <a:cubicBezTo>
                  <a:pt x="22" y="193"/>
                  <a:pt x="1" y="428"/>
                  <a:pt x="150" y="556"/>
                </a:cubicBezTo>
                <a:cubicBezTo>
                  <a:pt x="235" y="641"/>
                  <a:pt x="321" y="727"/>
                  <a:pt x="406" y="833"/>
                </a:cubicBezTo>
                <a:cubicBezTo>
                  <a:pt x="513" y="919"/>
                  <a:pt x="619" y="1004"/>
                  <a:pt x="726" y="1089"/>
                </a:cubicBezTo>
                <a:lnTo>
                  <a:pt x="662" y="1047"/>
                </a:lnTo>
                <a:lnTo>
                  <a:pt x="662" y="1047"/>
                </a:lnTo>
                <a:cubicBezTo>
                  <a:pt x="705" y="1089"/>
                  <a:pt x="747" y="1132"/>
                  <a:pt x="790" y="1153"/>
                </a:cubicBezTo>
                <a:cubicBezTo>
                  <a:pt x="841" y="1209"/>
                  <a:pt x="900" y="1233"/>
                  <a:pt x="957" y="1233"/>
                </a:cubicBezTo>
                <a:cubicBezTo>
                  <a:pt x="1118" y="1233"/>
                  <a:pt x="1262" y="1049"/>
                  <a:pt x="1153" y="876"/>
                </a:cubicBezTo>
                <a:lnTo>
                  <a:pt x="1089" y="791"/>
                </a:lnTo>
                <a:cubicBezTo>
                  <a:pt x="1067" y="769"/>
                  <a:pt x="1046" y="727"/>
                  <a:pt x="1025" y="705"/>
                </a:cubicBezTo>
                <a:cubicBezTo>
                  <a:pt x="1003" y="663"/>
                  <a:pt x="939" y="577"/>
                  <a:pt x="918" y="513"/>
                </a:cubicBezTo>
                <a:cubicBezTo>
                  <a:pt x="833" y="407"/>
                  <a:pt x="747" y="279"/>
                  <a:pt x="662" y="172"/>
                </a:cubicBezTo>
                <a:cubicBezTo>
                  <a:pt x="641" y="108"/>
                  <a:pt x="598" y="66"/>
                  <a:pt x="534" y="44"/>
                </a:cubicBezTo>
                <a:lnTo>
                  <a:pt x="470" y="23"/>
                </a:lnTo>
                <a:cubicBezTo>
                  <a:pt x="432" y="8"/>
                  <a:pt x="395" y="1"/>
                  <a:pt x="3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117"/>
          <p:cNvSpPr/>
          <p:nvPr/>
        </p:nvSpPr>
        <p:spPr>
          <a:xfrm>
            <a:off x="-250596" y="4293227"/>
            <a:ext cx="72814" cy="183481"/>
          </a:xfrm>
          <a:custGeom>
            <a:rect b="b" l="l" r="r" t="t"/>
            <a:pathLst>
              <a:path extrusionOk="0" h="2981" w="1183">
                <a:moveTo>
                  <a:pt x="987" y="1"/>
                </a:moveTo>
                <a:cubicBezTo>
                  <a:pt x="930" y="1"/>
                  <a:pt x="874" y="27"/>
                  <a:pt x="841" y="85"/>
                </a:cubicBezTo>
                <a:cubicBezTo>
                  <a:pt x="756" y="277"/>
                  <a:pt x="671" y="469"/>
                  <a:pt x="628" y="682"/>
                </a:cubicBezTo>
                <a:cubicBezTo>
                  <a:pt x="564" y="895"/>
                  <a:pt x="500" y="1108"/>
                  <a:pt x="436" y="1322"/>
                </a:cubicBezTo>
                <a:cubicBezTo>
                  <a:pt x="308" y="1748"/>
                  <a:pt x="180" y="2153"/>
                  <a:pt x="52" y="2558"/>
                </a:cubicBezTo>
                <a:cubicBezTo>
                  <a:pt x="1" y="2816"/>
                  <a:pt x="199" y="2981"/>
                  <a:pt x="396" y="2981"/>
                </a:cubicBezTo>
                <a:cubicBezTo>
                  <a:pt x="525" y="2981"/>
                  <a:pt x="654" y="2911"/>
                  <a:pt x="713" y="2750"/>
                </a:cubicBezTo>
                <a:cubicBezTo>
                  <a:pt x="777" y="2324"/>
                  <a:pt x="863" y="1897"/>
                  <a:pt x="948" y="1471"/>
                </a:cubicBezTo>
                <a:cubicBezTo>
                  <a:pt x="991" y="1258"/>
                  <a:pt x="1033" y="1044"/>
                  <a:pt x="1076" y="831"/>
                </a:cubicBezTo>
                <a:cubicBezTo>
                  <a:pt x="1119" y="618"/>
                  <a:pt x="1161" y="405"/>
                  <a:pt x="1183" y="170"/>
                </a:cubicBezTo>
                <a:cubicBezTo>
                  <a:pt x="1170" y="65"/>
                  <a:pt x="1076" y="1"/>
                  <a:pt x="9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117"/>
          <p:cNvSpPr/>
          <p:nvPr/>
        </p:nvSpPr>
        <p:spPr>
          <a:xfrm>
            <a:off x="351114" y="4152278"/>
            <a:ext cx="71090" cy="140950"/>
          </a:xfrm>
          <a:custGeom>
            <a:rect b="b" l="l" r="r" t="t"/>
            <a:pathLst>
              <a:path extrusionOk="0" h="2290" w="1155">
                <a:moveTo>
                  <a:pt x="855" y="0"/>
                </a:moveTo>
                <a:cubicBezTo>
                  <a:pt x="806" y="0"/>
                  <a:pt x="754" y="16"/>
                  <a:pt x="705" y="50"/>
                </a:cubicBezTo>
                <a:lnTo>
                  <a:pt x="705" y="29"/>
                </a:lnTo>
                <a:cubicBezTo>
                  <a:pt x="470" y="306"/>
                  <a:pt x="300" y="605"/>
                  <a:pt x="172" y="924"/>
                </a:cubicBezTo>
                <a:cubicBezTo>
                  <a:pt x="65" y="1244"/>
                  <a:pt x="1" y="1564"/>
                  <a:pt x="1" y="1905"/>
                </a:cubicBezTo>
                <a:cubicBezTo>
                  <a:pt x="1" y="2119"/>
                  <a:pt x="150" y="2289"/>
                  <a:pt x="364" y="2289"/>
                </a:cubicBezTo>
                <a:cubicBezTo>
                  <a:pt x="577" y="2289"/>
                  <a:pt x="726" y="2119"/>
                  <a:pt x="726" y="1905"/>
                </a:cubicBezTo>
                <a:cubicBezTo>
                  <a:pt x="726" y="1756"/>
                  <a:pt x="747" y="1628"/>
                  <a:pt x="747" y="1479"/>
                </a:cubicBezTo>
                <a:lnTo>
                  <a:pt x="747" y="1351"/>
                </a:lnTo>
                <a:lnTo>
                  <a:pt x="747" y="1330"/>
                </a:lnTo>
                <a:cubicBezTo>
                  <a:pt x="747" y="1244"/>
                  <a:pt x="790" y="1180"/>
                  <a:pt x="790" y="1116"/>
                </a:cubicBezTo>
                <a:cubicBezTo>
                  <a:pt x="854" y="839"/>
                  <a:pt x="961" y="583"/>
                  <a:pt x="1089" y="349"/>
                </a:cubicBezTo>
                <a:cubicBezTo>
                  <a:pt x="1154" y="168"/>
                  <a:pt x="1018" y="0"/>
                  <a:pt x="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117"/>
          <p:cNvSpPr/>
          <p:nvPr/>
        </p:nvSpPr>
        <p:spPr>
          <a:xfrm>
            <a:off x="381335" y="4505573"/>
            <a:ext cx="42039" cy="128947"/>
          </a:xfrm>
          <a:custGeom>
            <a:rect b="b" l="l" r="r" t="t"/>
            <a:pathLst>
              <a:path extrusionOk="0" h="2095" w="683">
                <a:moveTo>
                  <a:pt x="449" y="0"/>
                </a:moveTo>
                <a:cubicBezTo>
                  <a:pt x="353" y="0"/>
                  <a:pt x="254" y="61"/>
                  <a:pt x="235" y="153"/>
                </a:cubicBezTo>
                <a:lnTo>
                  <a:pt x="214" y="153"/>
                </a:lnTo>
                <a:cubicBezTo>
                  <a:pt x="64" y="687"/>
                  <a:pt x="0" y="1241"/>
                  <a:pt x="0" y="1774"/>
                </a:cubicBezTo>
                <a:cubicBezTo>
                  <a:pt x="0" y="1945"/>
                  <a:pt x="150" y="2073"/>
                  <a:pt x="299" y="2094"/>
                </a:cubicBezTo>
                <a:cubicBezTo>
                  <a:pt x="470" y="2094"/>
                  <a:pt x="598" y="1945"/>
                  <a:pt x="619" y="1774"/>
                </a:cubicBezTo>
                <a:cubicBezTo>
                  <a:pt x="555" y="1284"/>
                  <a:pt x="576" y="772"/>
                  <a:pt x="640" y="281"/>
                </a:cubicBezTo>
                <a:cubicBezTo>
                  <a:pt x="683" y="153"/>
                  <a:pt x="598" y="47"/>
                  <a:pt x="491" y="4"/>
                </a:cubicBezTo>
                <a:cubicBezTo>
                  <a:pt x="477" y="1"/>
                  <a:pt x="463" y="0"/>
                  <a:pt x="4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117"/>
          <p:cNvSpPr/>
          <p:nvPr/>
        </p:nvSpPr>
        <p:spPr>
          <a:xfrm>
            <a:off x="380042" y="3786241"/>
            <a:ext cx="68321" cy="165077"/>
          </a:xfrm>
          <a:custGeom>
            <a:rect b="b" l="l" r="r" t="t"/>
            <a:pathLst>
              <a:path extrusionOk="0" h="2682" w="1110">
                <a:moveTo>
                  <a:pt x="848" y="0"/>
                </a:moveTo>
                <a:cubicBezTo>
                  <a:pt x="742" y="0"/>
                  <a:pt x="656" y="63"/>
                  <a:pt x="619" y="175"/>
                </a:cubicBezTo>
                <a:cubicBezTo>
                  <a:pt x="555" y="346"/>
                  <a:pt x="512" y="516"/>
                  <a:pt x="469" y="708"/>
                </a:cubicBezTo>
                <a:cubicBezTo>
                  <a:pt x="405" y="879"/>
                  <a:pt x="363" y="1049"/>
                  <a:pt x="320" y="1241"/>
                </a:cubicBezTo>
                <a:cubicBezTo>
                  <a:pt x="213" y="1583"/>
                  <a:pt x="128" y="1945"/>
                  <a:pt x="43" y="2308"/>
                </a:cubicBezTo>
                <a:cubicBezTo>
                  <a:pt x="0" y="2457"/>
                  <a:pt x="107" y="2628"/>
                  <a:pt x="256" y="2670"/>
                </a:cubicBezTo>
                <a:cubicBezTo>
                  <a:pt x="285" y="2678"/>
                  <a:pt x="315" y="2681"/>
                  <a:pt x="343" y="2681"/>
                </a:cubicBezTo>
                <a:cubicBezTo>
                  <a:pt x="481" y="2681"/>
                  <a:pt x="605" y="2598"/>
                  <a:pt x="640" y="2457"/>
                </a:cubicBezTo>
                <a:cubicBezTo>
                  <a:pt x="725" y="2094"/>
                  <a:pt x="811" y="1732"/>
                  <a:pt x="896" y="1369"/>
                </a:cubicBezTo>
                <a:cubicBezTo>
                  <a:pt x="981" y="985"/>
                  <a:pt x="1045" y="623"/>
                  <a:pt x="1088" y="239"/>
                </a:cubicBezTo>
                <a:cubicBezTo>
                  <a:pt x="1109" y="111"/>
                  <a:pt x="1002" y="4"/>
                  <a:pt x="896" y="4"/>
                </a:cubicBezTo>
                <a:cubicBezTo>
                  <a:pt x="880" y="2"/>
                  <a:pt x="864" y="0"/>
                  <a:pt x="84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117"/>
          <p:cNvSpPr/>
          <p:nvPr/>
        </p:nvSpPr>
        <p:spPr>
          <a:xfrm>
            <a:off x="-297312" y="4981537"/>
            <a:ext cx="685298" cy="59088"/>
          </a:xfrm>
          <a:custGeom>
            <a:rect b="b" l="l" r="r" t="t"/>
            <a:pathLst>
              <a:path extrusionOk="0" h="960" w="11134">
                <a:moveTo>
                  <a:pt x="10153" y="1"/>
                </a:moveTo>
                <a:cubicBezTo>
                  <a:pt x="9433" y="1"/>
                  <a:pt x="8723" y="63"/>
                  <a:pt x="7998" y="98"/>
                </a:cubicBezTo>
                <a:cubicBezTo>
                  <a:pt x="7124" y="119"/>
                  <a:pt x="6292" y="141"/>
                  <a:pt x="5418" y="141"/>
                </a:cubicBezTo>
                <a:cubicBezTo>
                  <a:pt x="4815" y="156"/>
                  <a:pt x="4211" y="171"/>
                  <a:pt x="3601" y="171"/>
                </a:cubicBezTo>
                <a:cubicBezTo>
                  <a:pt x="3348" y="171"/>
                  <a:pt x="3093" y="168"/>
                  <a:pt x="2837" y="162"/>
                </a:cubicBezTo>
                <a:cubicBezTo>
                  <a:pt x="2436" y="162"/>
                  <a:pt x="2025" y="143"/>
                  <a:pt x="1616" y="143"/>
                </a:cubicBezTo>
                <a:cubicBezTo>
                  <a:pt x="1155" y="143"/>
                  <a:pt x="697" y="167"/>
                  <a:pt x="257" y="268"/>
                </a:cubicBezTo>
                <a:cubicBezTo>
                  <a:pt x="1" y="354"/>
                  <a:pt x="1" y="695"/>
                  <a:pt x="257" y="802"/>
                </a:cubicBezTo>
                <a:cubicBezTo>
                  <a:pt x="763" y="935"/>
                  <a:pt x="1320" y="960"/>
                  <a:pt x="1874" y="960"/>
                </a:cubicBezTo>
                <a:cubicBezTo>
                  <a:pt x="2207" y="960"/>
                  <a:pt x="2539" y="951"/>
                  <a:pt x="2859" y="951"/>
                </a:cubicBezTo>
                <a:cubicBezTo>
                  <a:pt x="3733" y="951"/>
                  <a:pt x="4607" y="930"/>
                  <a:pt x="5503" y="930"/>
                </a:cubicBezTo>
                <a:cubicBezTo>
                  <a:pt x="6377" y="908"/>
                  <a:pt x="7209" y="887"/>
                  <a:pt x="8083" y="844"/>
                </a:cubicBezTo>
                <a:cubicBezTo>
                  <a:pt x="8979" y="823"/>
                  <a:pt x="9854" y="780"/>
                  <a:pt x="10749" y="674"/>
                </a:cubicBezTo>
                <a:cubicBezTo>
                  <a:pt x="11133" y="610"/>
                  <a:pt x="11005" y="13"/>
                  <a:pt x="10664" y="13"/>
                </a:cubicBezTo>
                <a:cubicBezTo>
                  <a:pt x="10493" y="4"/>
                  <a:pt x="10323" y="1"/>
                  <a:pt x="1015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117"/>
          <p:cNvSpPr/>
          <p:nvPr/>
        </p:nvSpPr>
        <p:spPr>
          <a:xfrm rot="10800000">
            <a:off x="507257" y="154798"/>
            <a:ext cx="141629" cy="664877"/>
          </a:xfrm>
          <a:custGeom>
            <a:rect b="b" l="l" r="r" t="t"/>
            <a:pathLst>
              <a:path extrusionOk="0" h="11525" w="2455">
                <a:moveTo>
                  <a:pt x="1616" y="0"/>
                </a:moveTo>
                <a:cubicBezTo>
                  <a:pt x="750" y="0"/>
                  <a:pt x="57" y="890"/>
                  <a:pt x="256" y="1796"/>
                </a:cubicBezTo>
                <a:cubicBezTo>
                  <a:pt x="384" y="2350"/>
                  <a:pt x="854" y="2713"/>
                  <a:pt x="1216" y="3118"/>
                </a:cubicBezTo>
                <a:cubicBezTo>
                  <a:pt x="1387" y="3331"/>
                  <a:pt x="1621" y="3651"/>
                  <a:pt x="1536" y="3928"/>
                </a:cubicBezTo>
                <a:cubicBezTo>
                  <a:pt x="1472" y="4120"/>
                  <a:pt x="1237" y="4248"/>
                  <a:pt x="1067" y="4334"/>
                </a:cubicBezTo>
                <a:cubicBezTo>
                  <a:pt x="683" y="4568"/>
                  <a:pt x="278" y="4803"/>
                  <a:pt x="128" y="5272"/>
                </a:cubicBezTo>
                <a:cubicBezTo>
                  <a:pt x="1" y="5784"/>
                  <a:pt x="278" y="6274"/>
                  <a:pt x="598" y="6658"/>
                </a:cubicBezTo>
                <a:cubicBezTo>
                  <a:pt x="939" y="7042"/>
                  <a:pt x="1600" y="7405"/>
                  <a:pt x="1707" y="7959"/>
                </a:cubicBezTo>
                <a:cubicBezTo>
                  <a:pt x="1792" y="8450"/>
                  <a:pt x="1173" y="8812"/>
                  <a:pt x="896" y="9153"/>
                </a:cubicBezTo>
                <a:cubicBezTo>
                  <a:pt x="278" y="10006"/>
                  <a:pt x="790" y="11371"/>
                  <a:pt x="1856" y="11520"/>
                </a:cubicBezTo>
                <a:cubicBezTo>
                  <a:pt x="1876" y="11524"/>
                  <a:pt x="1896" y="11525"/>
                  <a:pt x="1915" y="11525"/>
                </a:cubicBezTo>
                <a:cubicBezTo>
                  <a:pt x="2299" y="11525"/>
                  <a:pt x="2454" y="10941"/>
                  <a:pt x="2048" y="10859"/>
                </a:cubicBezTo>
                <a:cubicBezTo>
                  <a:pt x="1685" y="10795"/>
                  <a:pt x="1387" y="10518"/>
                  <a:pt x="1323" y="10156"/>
                </a:cubicBezTo>
                <a:cubicBezTo>
                  <a:pt x="1237" y="9708"/>
                  <a:pt x="1536" y="9452"/>
                  <a:pt x="1813" y="9153"/>
                </a:cubicBezTo>
                <a:cubicBezTo>
                  <a:pt x="2154" y="8876"/>
                  <a:pt x="2346" y="8492"/>
                  <a:pt x="2389" y="8066"/>
                </a:cubicBezTo>
                <a:cubicBezTo>
                  <a:pt x="2346" y="7596"/>
                  <a:pt x="2133" y="7191"/>
                  <a:pt x="1771" y="6871"/>
                </a:cubicBezTo>
                <a:cubicBezTo>
                  <a:pt x="1451" y="6530"/>
                  <a:pt x="960" y="6253"/>
                  <a:pt x="790" y="5762"/>
                </a:cubicBezTo>
                <a:cubicBezTo>
                  <a:pt x="619" y="5293"/>
                  <a:pt x="1067" y="5101"/>
                  <a:pt x="1408" y="4909"/>
                </a:cubicBezTo>
                <a:cubicBezTo>
                  <a:pt x="1771" y="4760"/>
                  <a:pt x="2026" y="4483"/>
                  <a:pt x="2176" y="4120"/>
                </a:cubicBezTo>
                <a:cubicBezTo>
                  <a:pt x="2282" y="3651"/>
                  <a:pt x="2154" y="3182"/>
                  <a:pt x="1835" y="2819"/>
                </a:cubicBezTo>
                <a:cubicBezTo>
                  <a:pt x="1493" y="2414"/>
                  <a:pt x="875" y="2052"/>
                  <a:pt x="854" y="1476"/>
                </a:cubicBezTo>
                <a:cubicBezTo>
                  <a:pt x="854" y="904"/>
                  <a:pt x="1313" y="588"/>
                  <a:pt x="1822" y="588"/>
                </a:cubicBezTo>
                <a:cubicBezTo>
                  <a:pt x="1883" y="588"/>
                  <a:pt x="1944" y="592"/>
                  <a:pt x="2005" y="602"/>
                </a:cubicBezTo>
                <a:cubicBezTo>
                  <a:pt x="2012" y="602"/>
                  <a:pt x="2019" y="602"/>
                  <a:pt x="2025" y="602"/>
                </a:cubicBezTo>
                <a:cubicBezTo>
                  <a:pt x="2305" y="602"/>
                  <a:pt x="2319" y="173"/>
                  <a:pt x="2069" y="90"/>
                </a:cubicBezTo>
                <a:lnTo>
                  <a:pt x="2090" y="90"/>
                </a:lnTo>
                <a:cubicBezTo>
                  <a:pt x="1930" y="29"/>
                  <a:pt x="1770" y="0"/>
                  <a:pt x="161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117"/>
          <p:cNvSpPr/>
          <p:nvPr/>
        </p:nvSpPr>
        <p:spPr>
          <a:xfrm rot="10800000">
            <a:off x="347395" y="179950"/>
            <a:ext cx="126803" cy="610129"/>
          </a:xfrm>
          <a:custGeom>
            <a:rect b="b" l="l" r="r" t="t"/>
            <a:pathLst>
              <a:path extrusionOk="0" h="10576" w="2198">
                <a:moveTo>
                  <a:pt x="1402" y="1"/>
                </a:moveTo>
                <a:cubicBezTo>
                  <a:pt x="1390" y="1"/>
                  <a:pt x="1378" y="1"/>
                  <a:pt x="1366" y="3"/>
                </a:cubicBezTo>
                <a:cubicBezTo>
                  <a:pt x="534" y="89"/>
                  <a:pt x="1" y="984"/>
                  <a:pt x="342" y="1773"/>
                </a:cubicBezTo>
                <a:cubicBezTo>
                  <a:pt x="534" y="2221"/>
                  <a:pt x="1046" y="2413"/>
                  <a:pt x="1259" y="2840"/>
                </a:cubicBezTo>
                <a:cubicBezTo>
                  <a:pt x="1366" y="3095"/>
                  <a:pt x="1366" y="3373"/>
                  <a:pt x="1259" y="3629"/>
                </a:cubicBezTo>
                <a:cubicBezTo>
                  <a:pt x="1110" y="3906"/>
                  <a:pt x="833" y="4055"/>
                  <a:pt x="641" y="4290"/>
                </a:cubicBezTo>
                <a:cubicBezTo>
                  <a:pt x="22" y="4994"/>
                  <a:pt x="65" y="6060"/>
                  <a:pt x="726" y="6721"/>
                </a:cubicBezTo>
                <a:cubicBezTo>
                  <a:pt x="982" y="6977"/>
                  <a:pt x="1536" y="7318"/>
                  <a:pt x="1387" y="7745"/>
                </a:cubicBezTo>
                <a:cubicBezTo>
                  <a:pt x="1259" y="8086"/>
                  <a:pt x="854" y="8299"/>
                  <a:pt x="619" y="8534"/>
                </a:cubicBezTo>
                <a:cubicBezTo>
                  <a:pt x="299" y="8854"/>
                  <a:pt x="214" y="9344"/>
                  <a:pt x="427" y="9749"/>
                </a:cubicBezTo>
                <a:cubicBezTo>
                  <a:pt x="662" y="10197"/>
                  <a:pt x="1195" y="10410"/>
                  <a:pt x="1643" y="10560"/>
                </a:cubicBezTo>
                <a:cubicBezTo>
                  <a:pt x="1675" y="10570"/>
                  <a:pt x="1705" y="10575"/>
                  <a:pt x="1733" y="10575"/>
                </a:cubicBezTo>
                <a:cubicBezTo>
                  <a:pt x="1984" y="10575"/>
                  <a:pt x="2061" y="10184"/>
                  <a:pt x="1792" y="10069"/>
                </a:cubicBezTo>
                <a:lnTo>
                  <a:pt x="1792" y="10069"/>
                </a:lnTo>
                <a:lnTo>
                  <a:pt x="1771" y="10090"/>
                </a:lnTo>
                <a:cubicBezTo>
                  <a:pt x="1472" y="9962"/>
                  <a:pt x="939" y="9728"/>
                  <a:pt x="896" y="9344"/>
                </a:cubicBezTo>
                <a:cubicBezTo>
                  <a:pt x="875" y="9024"/>
                  <a:pt x="1280" y="8768"/>
                  <a:pt x="1494" y="8576"/>
                </a:cubicBezTo>
                <a:cubicBezTo>
                  <a:pt x="2048" y="8064"/>
                  <a:pt x="2197" y="7425"/>
                  <a:pt x="1707" y="6806"/>
                </a:cubicBezTo>
                <a:cubicBezTo>
                  <a:pt x="1451" y="6508"/>
                  <a:pt x="1110" y="6273"/>
                  <a:pt x="939" y="5932"/>
                </a:cubicBezTo>
                <a:cubicBezTo>
                  <a:pt x="747" y="5527"/>
                  <a:pt x="790" y="5057"/>
                  <a:pt x="1046" y="4716"/>
                </a:cubicBezTo>
                <a:cubicBezTo>
                  <a:pt x="1323" y="4354"/>
                  <a:pt x="1686" y="4140"/>
                  <a:pt x="1856" y="3671"/>
                </a:cubicBezTo>
                <a:cubicBezTo>
                  <a:pt x="1963" y="3287"/>
                  <a:pt x="1920" y="2861"/>
                  <a:pt x="1728" y="2498"/>
                </a:cubicBezTo>
                <a:cubicBezTo>
                  <a:pt x="1515" y="2114"/>
                  <a:pt x="960" y="1859"/>
                  <a:pt x="854" y="1411"/>
                </a:cubicBezTo>
                <a:cubicBezTo>
                  <a:pt x="790" y="1006"/>
                  <a:pt x="1046" y="622"/>
                  <a:pt x="1451" y="515"/>
                </a:cubicBezTo>
                <a:cubicBezTo>
                  <a:pt x="1696" y="454"/>
                  <a:pt x="1667" y="1"/>
                  <a:pt x="140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117"/>
          <p:cNvSpPr/>
          <p:nvPr/>
        </p:nvSpPr>
        <p:spPr>
          <a:xfrm flipH="1">
            <a:off x="8262775" y="4026732"/>
            <a:ext cx="1007946" cy="1163680"/>
          </a:xfrm>
          <a:custGeom>
            <a:rect b="b" l="l" r="r" t="t"/>
            <a:pathLst>
              <a:path extrusionOk="0" h="34716" w="30070">
                <a:moveTo>
                  <a:pt x="15229" y="1"/>
                </a:moveTo>
                <a:cubicBezTo>
                  <a:pt x="11984" y="1"/>
                  <a:pt x="8615" y="847"/>
                  <a:pt x="5758" y="1715"/>
                </a:cubicBezTo>
                <a:cubicBezTo>
                  <a:pt x="3775" y="2333"/>
                  <a:pt x="1855" y="3101"/>
                  <a:pt x="0" y="4018"/>
                </a:cubicBezTo>
                <a:lnTo>
                  <a:pt x="0" y="10928"/>
                </a:lnTo>
                <a:cubicBezTo>
                  <a:pt x="1216" y="9990"/>
                  <a:pt x="2495" y="9136"/>
                  <a:pt x="3817" y="8369"/>
                </a:cubicBezTo>
                <a:cubicBezTo>
                  <a:pt x="6952" y="6535"/>
                  <a:pt x="10471" y="5234"/>
                  <a:pt x="14097" y="5106"/>
                </a:cubicBezTo>
                <a:cubicBezTo>
                  <a:pt x="14327" y="5088"/>
                  <a:pt x="14558" y="5080"/>
                  <a:pt x="14788" y="5080"/>
                </a:cubicBezTo>
                <a:cubicBezTo>
                  <a:pt x="15687" y="5080"/>
                  <a:pt x="16579" y="5209"/>
                  <a:pt x="17445" y="5447"/>
                </a:cubicBezTo>
                <a:cubicBezTo>
                  <a:pt x="19919" y="6193"/>
                  <a:pt x="21838" y="8198"/>
                  <a:pt x="22947" y="10523"/>
                </a:cubicBezTo>
                <a:cubicBezTo>
                  <a:pt x="24034" y="12826"/>
                  <a:pt x="24397" y="15449"/>
                  <a:pt x="24504" y="18008"/>
                </a:cubicBezTo>
                <a:cubicBezTo>
                  <a:pt x="24610" y="20930"/>
                  <a:pt x="24248" y="23724"/>
                  <a:pt x="23949" y="26603"/>
                </a:cubicBezTo>
                <a:cubicBezTo>
                  <a:pt x="23672" y="29247"/>
                  <a:pt x="22734" y="31827"/>
                  <a:pt x="22200" y="34451"/>
                </a:cubicBezTo>
                <a:cubicBezTo>
                  <a:pt x="24091" y="34614"/>
                  <a:pt x="25982" y="34716"/>
                  <a:pt x="27886" y="34716"/>
                </a:cubicBezTo>
                <a:cubicBezTo>
                  <a:pt x="28215" y="34716"/>
                  <a:pt x="28545" y="34713"/>
                  <a:pt x="28875" y="34706"/>
                </a:cubicBezTo>
                <a:cubicBezTo>
                  <a:pt x="29473" y="29972"/>
                  <a:pt x="30070" y="25195"/>
                  <a:pt x="29899" y="20418"/>
                </a:cubicBezTo>
                <a:cubicBezTo>
                  <a:pt x="29750" y="15662"/>
                  <a:pt x="28790" y="10843"/>
                  <a:pt x="26423" y="6684"/>
                </a:cubicBezTo>
                <a:cubicBezTo>
                  <a:pt x="25229" y="4615"/>
                  <a:pt x="23672" y="2675"/>
                  <a:pt x="21603" y="1502"/>
                </a:cubicBezTo>
                <a:cubicBezTo>
                  <a:pt x="19680" y="409"/>
                  <a:pt x="17484" y="1"/>
                  <a:pt x="1522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1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82" name="Shape 682"/>
        <p:cNvGrpSpPr/>
        <p:nvPr/>
      </p:nvGrpSpPr>
      <p:grpSpPr>
        <a:xfrm>
          <a:off x="0" y="0"/>
          <a:ext cx="0" cy="0"/>
          <a:chOff x="0" y="0"/>
          <a:chExt cx="0" cy="0"/>
        </a:xfrm>
      </p:grpSpPr>
      <p:sp>
        <p:nvSpPr>
          <p:cNvPr id="683" name="Google Shape;683;p123"/>
          <p:cNvSpPr txBox="1"/>
          <p:nvPr>
            <p:ph type="title"/>
          </p:nvPr>
        </p:nvSpPr>
        <p:spPr>
          <a:xfrm>
            <a:off x="4586550" y="1758913"/>
            <a:ext cx="3649200" cy="683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84" name="Google Shape;684;p123"/>
          <p:cNvSpPr txBox="1"/>
          <p:nvPr>
            <p:ph idx="1" type="subTitle"/>
          </p:nvPr>
        </p:nvSpPr>
        <p:spPr>
          <a:xfrm>
            <a:off x="4586550" y="2442572"/>
            <a:ext cx="3649200" cy="94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85" name="Google Shape;685;p123"/>
          <p:cNvSpPr/>
          <p:nvPr/>
        </p:nvSpPr>
        <p:spPr>
          <a:xfrm rot="-5400000">
            <a:off x="-819352" y="838739"/>
            <a:ext cx="1906859" cy="544005"/>
          </a:xfrm>
          <a:custGeom>
            <a:rect b="b" l="l" r="r" t="t"/>
            <a:pathLst>
              <a:path extrusionOk="0" h="6595" w="19728">
                <a:moveTo>
                  <a:pt x="214" y="0"/>
                </a:moveTo>
                <a:cubicBezTo>
                  <a:pt x="107" y="1408"/>
                  <a:pt x="43" y="2410"/>
                  <a:pt x="43" y="2687"/>
                </a:cubicBezTo>
                <a:cubicBezTo>
                  <a:pt x="1" y="3092"/>
                  <a:pt x="65" y="3519"/>
                  <a:pt x="235" y="3903"/>
                </a:cubicBezTo>
                <a:cubicBezTo>
                  <a:pt x="534" y="4415"/>
                  <a:pt x="1174" y="4628"/>
                  <a:pt x="1750" y="4756"/>
                </a:cubicBezTo>
                <a:cubicBezTo>
                  <a:pt x="2453" y="4948"/>
                  <a:pt x="3136" y="5097"/>
                  <a:pt x="3839" y="5246"/>
                </a:cubicBezTo>
                <a:cubicBezTo>
                  <a:pt x="6569" y="5822"/>
                  <a:pt x="9342" y="6227"/>
                  <a:pt x="12114" y="6547"/>
                </a:cubicBezTo>
                <a:cubicBezTo>
                  <a:pt x="12392" y="6579"/>
                  <a:pt x="12661" y="6595"/>
                  <a:pt x="12922" y="6595"/>
                </a:cubicBezTo>
                <a:cubicBezTo>
                  <a:pt x="16666" y="6595"/>
                  <a:pt x="18691" y="3409"/>
                  <a:pt x="1972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123"/>
          <p:cNvSpPr/>
          <p:nvPr/>
        </p:nvSpPr>
        <p:spPr>
          <a:xfrm>
            <a:off x="191025" y="470766"/>
            <a:ext cx="377174" cy="315128"/>
          </a:xfrm>
          <a:custGeom>
            <a:rect b="b" l="l" r="r" t="t"/>
            <a:pathLst>
              <a:path extrusionOk="0" h="3251" w="3891">
                <a:moveTo>
                  <a:pt x="2119" y="0"/>
                </a:moveTo>
                <a:cubicBezTo>
                  <a:pt x="1741" y="0"/>
                  <a:pt x="1351" y="157"/>
                  <a:pt x="1016" y="523"/>
                </a:cubicBezTo>
                <a:cubicBezTo>
                  <a:pt x="1" y="1631"/>
                  <a:pt x="887" y="3250"/>
                  <a:pt x="2181" y="3250"/>
                </a:cubicBezTo>
                <a:cubicBezTo>
                  <a:pt x="2382" y="3250"/>
                  <a:pt x="2593" y="3211"/>
                  <a:pt x="2807" y="3125"/>
                </a:cubicBezTo>
                <a:cubicBezTo>
                  <a:pt x="3277" y="2933"/>
                  <a:pt x="3618" y="2528"/>
                  <a:pt x="3725" y="2016"/>
                </a:cubicBezTo>
                <a:cubicBezTo>
                  <a:pt x="3891" y="928"/>
                  <a:pt x="3039" y="0"/>
                  <a:pt x="211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123"/>
          <p:cNvSpPr/>
          <p:nvPr/>
        </p:nvSpPr>
        <p:spPr>
          <a:xfrm>
            <a:off x="684050" y="470766"/>
            <a:ext cx="377174" cy="315128"/>
          </a:xfrm>
          <a:custGeom>
            <a:rect b="b" l="l" r="r" t="t"/>
            <a:pathLst>
              <a:path extrusionOk="0" h="3251" w="3891">
                <a:moveTo>
                  <a:pt x="2119" y="0"/>
                </a:moveTo>
                <a:cubicBezTo>
                  <a:pt x="1741" y="0"/>
                  <a:pt x="1351" y="157"/>
                  <a:pt x="1016" y="523"/>
                </a:cubicBezTo>
                <a:cubicBezTo>
                  <a:pt x="1" y="1631"/>
                  <a:pt x="887" y="3250"/>
                  <a:pt x="2181" y="3250"/>
                </a:cubicBezTo>
                <a:cubicBezTo>
                  <a:pt x="2382" y="3250"/>
                  <a:pt x="2593" y="3211"/>
                  <a:pt x="2807" y="3125"/>
                </a:cubicBezTo>
                <a:cubicBezTo>
                  <a:pt x="3277" y="2933"/>
                  <a:pt x="3618" y="2528"/>
                  <a:pt x="3725" y="2016"/>
                </a:cubicBezTo>
                <a:cubicBezTo>
                  <a:pt x="3891" y="928"/>
                  <a:pt x="3039" y="0"/>
                  <a:pt x="211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123"/>
          <p:cNvSpPr/>
          <p:nvPr/>
        </p:nvSpPr>
        <p:spPr>
          <a:xfrm>
            <a:off x="8936124" y="715479"/>
            <a:ext cx="900682" cy="456214"/>
          </a:xfrm>
          <a:custGeom>
            <a:rect b="b" l="l" r="r" t="t"/>
            <a:pathLst>
              <a:path extrusionOk="0" h="4613" w="9107">
                <a:moveTo>
                  <a:pt x="4913" y="0"/>
                </a:moveTo>
                <a:cubicBezTo>
                  <a:pt x="3527" y="0"/>
                  <a:pt x="2104" y="133"/>
                  <a:pt x="917" y="205"/>
                </a:cubicBezTo>
                <a:cubicBezTo>
                  <a:pt x="811" y="205"/>
                  <a:pt x="725" y="226"/>
                  <a:pt x="640" y="290"/>
                </a:cubicBezTo>
                <a:cubicBezTo>
                  <a:pt x="555" y="354"/>
                  <a:pt x="512" y="461"/>
                  <a:pt x="512" y="546"/>
                </a:cubicBezTo>
                <a:cubicBezTo>
                  <a:pt x="278" y="1570"/>
                  <a:pt x="128" y="2593"/>
                  <a:pt x="43" y="3617"/>
                </a:cubicBezTo>
                <a:cubicBezTo>
                  <a:pt x="0" y="3766"/>
                  <a:pt x="43" y="3894"/>
                  <a:pt x="107" y="4022"/>
                </a:cubicBezTo>
                <a:cubicBezTo>
                  <a:pt x="192" y="4108"/>
                  <a:pt x="320" y="4172"/>
                  <a:pt x="448" y="4172"/>
                </a:cubicBezTo>
                <a:cubicBezTo>
                  <a:pt x="1999" y="4464"/>
                  <a:pt x="3572" y="4612"/>
                  <a:pt x="5150" y="4612"/>
                </a:cubicBezTo>
                <a:cubicBezTo>
                  <a:pt x="6219" y="4612"/>
                  <a:pt x="7292" y="4544"/>
                  <a:pt x="8360" y="4406"/>
                </a:cubicBezTo>
                <a:cubicBezTo>
                  <a:pt x="8467" y="4406"/>
                  <a:pt x="8552" y="4385"/>
                  <a:pt x="8659" y="4321"/>
                </a:cubicBezTo>
                <a:cubicBezTo>
                  <a:pt x="9043" y="3980"/>
                  <a:pt x="9107" y="2124"/>
                  <a:pt x="9021" y="1570"/>
                </a:cubicBezTo>
                <a:cubicBezTo>
                  <a:pt x="8915" y="738"/>
                  <a:pt x="8744" y="567"/>
                  <a:pt x="7955" y="333"/>
                </a:cubicBezTo>
                <a:cubicBezTo>
                  <a:pt x="7049" y="81"/>
                  <a:pt x="5992" y="0"/>
                  <a:pt x="491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123"/>
          <p:cNvSpPr/>
          <p:nvPr/>
        </p:nvSpPr>
        <p:spPr>
          <a:xfrm>
            <a:off x="8410825" y="1347375"/>
            <a:ext cx="1567770" cy="794128"/>
          </a:xfrm>
          <a:custGeom>
            <a:rect b="b" l="l" r="r" t="t"/>
            <a:pathLst>
              <a:path extrusionOk="0" h="4613" w="9107">
                <a:moveTo>
                  <a:pt x="4913" y="0"/>
                </a:moveTo>
                <a:cubicBezTo>
                  <a:pt x="3527" y="0"/>
                  <a:pt x="2104" y="133"/>
                  <a:pt x="917" y="205"/>
                </a:cubicBezTo>
                <a:cubicBezTo>
                  <a:pt x="811" y="205"/>
                  <a:pt x="725" y="226"/>
                  <a:pt x="640" y="290"/>
                </a:cubicBezTo>
                <a:cubicBezTo>
                  <a:pt x="555" y="354"/>
                  <a:pt x="512" y="461"/>
                  <a:pt x="512" y="546"/>
                </a:cubicBezTo>
                <a:cubicBezTo>
                  <a:pt x="278" y="1570"/>
                  <a:pt x="128" y="2593"/>
                  <a:pt x="43" y="3617"/>
                </a:cubicBezTo>
                <a:cubicBezTo>
                  <a:pt x="0" y="3766"/>
                  <a:pt x="43" y="3894"/>
                  <a:pt x="107" y="4022"/>
                </a:cubicBezTo>
                <a:cubicBezTo>
                  <a:pt x="192" y="4108"/>
                  <a:pt x="320" y="4172"/>
                  <a:pt x="448" y="4172"/>
                </a:cubicBezTo>
                <a:cubicBezTo>
                  <a:pt x="1999" y="4464"/>
                  <a:pt x="3572" y="4612"/>
                  <a:pt x="5150" y="4612"/>
                </a:cubicBezTo>
                <a:cubicBezTo>
                  <a:pt x="6219" y="4612"/>
                  <a:pt x="7292" y="4544"/>
                  <a:pt x="8360" y="4406"/>
                </a:cubicBezTo>
                <a:cubicBezTo>
                  <a:pt x="8467" y="4406"/>
                  <a:pt x="8552" y="4385"/>
                  <a:pt x="8659" y="4321"/>
                </a:cubicBezTo>
                <a:cubicBezTo>
                  <a:pt x="9043" y="3980"/>
                  <a:pt x="9107" y="2124"/>
                  <a:pt x="9021" y="1570"/>
                </a:cubicBezTo>
                <a:cubicBezTo>
                  <a:pt x="8915" y="738"/>
                  <a:pt x="8744" y="567"/>
                  <a:pt x="7955" y="333"/>
                </a:cubicBezTo>
                <a:cubicBezTo>
                  <a:pt x="7049" y="81"/>
                  <a:pt x="5992" y="0"/>
                  <a:pt x="491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123"/>
          <p:cNvSpPr/>
          <p:nvPr/>
        </p:nvSpPr>
        <p:spPr>
          <a:xfrm rot="-5400000">
            <a:off x="8635467" y="3739178"/>
            <a:ext cx="1387430" cy="947514"/>
          </a:xfrm>
          <a:custGeom>
            <a:rect b="b" l="l" r="r" t="t"/>
            <a:pathLst>
              <a:path extrusionOk="0" h="11632" w="13756">
                <a:moveTo>
                  <a:pt x="8819" y="0"/>
                </a:moveTo>
                <a:cubicBezTo>
                  <a:pt x="6385" y="0"/>
                  <a:pt x="3951" y="157"/>
                  <a:pt x="1536" y="457"/>
                </a:cubicBezTo>
                <a:cubicBezTo>
                  <a:pt x="1302" y="457"/>
                  <a:pt x="1088" y="606"/>
                  <a:pt x="1024" y="820"/>
                </a:cubicBezTo>
                <a:cubicBezTo>
                  <a:pt x="896" y="1075"/>
                  <a:pt x="811" y="1353"/>
                  <a:pt x="768" y="1651"/>
                </a:cubicBezTo>
                <a:cubicBezTo>
                  <a:pt x="598" y="2632"/>
                  <a:pt x="470" y="3635"/>
                  <a:pt x="385" y="4637"/>
                </a:cubicBezTo>
                <a:cubicBezTo>
                  <a:pt x="257" y="6108"/>
                  <a:pt x="193" y="7580"/>
                  <a:pt x="107" y="9051"/>
                </a:cubicBezTo>
                <a:cubicBezTo>
                  <a:pt x="65" y="9904"/>
                  <a:pt x="22" y="10757"/>
                  <a:pt x="1" y="11632"/>
                </a:cubicBezTo>
                <a:lnTo>
                  <a:pt x="385" y="11632"/>
                </a:lnTo>
                <a:cubicBezTo>
                  <a:pt x="470" y="10054"/>
                  <a:pt x="555" y="8476"/>
                  <a:pt x="662" y="6897"/>
                </a:cubicBezTo>
                <a:cubicBezTo>
                  <a:pt x="747" y="5639"/>
                  <a:pt x="854" y="4381"/>
                  <a:pt x="1024" y="3123"/>
                </a:cubicBezTo>
                <a:cubicBezTo>
                  <a:pt x="1067" y="2419"/>
                  <a:pt x="1216" y="1715"/>
                  <a:pt x="1430" y="1054"/>
                </a:cubicBezTo>
                <a:cubicBezTo>
                  <a:pt x="1430" y="1054"/>
                  <a:pt x="1451" y="990"/>
                  <a:pt x="1472" y="948"/>
                </a:cubicBezTo>
                <a:cubicBezTo>
                  <a:pt x="1472" y="926"/>
                  <a:pt x="1494" y="926"/>
                  <a:pt x="1494" y="905"/>
                </a:cubicBezTo>
                <a:cubicBezTo>
                  <a:pt x="1622" y="905"/>
                  <a:pt x="1749" y="884"/>
                  <a:pt x="1877" y="862"/>
                </a:cubicBezTo>
                <a:cubicBezTo>
                  <a:pt x="3647" y="649"/>
                  <a:pt x="5439" y="521"/>
                  <a:pt x="7230" y="478"/>
                </a:cubicBezTo>
                <a:cubicBezTo>
                  <a:pt x="7693" y="467"/>
                  <a:pt x="8157" y="462"/>
                  <a:pt x="8622" y="462"/>
                </a:cubicBezTo>
                <a:cubicBezTo>
                  <a:pt x="9957" y="462"/>
                  <a:pt x="11297" y="506"/>
                  <a:pt x="12626" y="585"/>
                </a:cubicBezTo>
                <a:cubicBezTo>
                  <a:pt x="12677" y="585"/>
                  <a:pt x="12762" y="578"/>
                  <a:pt x="12853" y="578"/>
                </a:cubicBezTo>
                <a:cubicBezTo>
                  <a:pt x="12989" y="578"/>
                  <a:pt x="13138" y="593"/>
                  <a:pt x="13202" y="670"/>
                </a:cubicBezTo>
                <a:cubicBezTo>
                  <a:pt x="13287" y="798"/>
                  <a:pt x="13244" y="1118"/>
                  <a:pt x="13244" y="1267"/>
                </a:cubicBezTo>
                <a:cubicBezTo>
                  <a:pt x="13244" y="1737"/>
                  <a:pt x="13244" y="2184"/>
                  <a:pt x="13266" y="2654"/>
                </a:cubicBezTo>
                <a:cubicBezTo>
                  <a:pt x="13266" y="3549"/>
                  <a:pt x="13287" y="4466"/>
                  <a:pt x="13287" y="5362"/>
                </a:cubicBezTo>
                <a:cubicBezTo>
                  <a:pt x="13287" y="7452"/>
                  <a:pt x="13266" y="9542"/>
                  <a:pt x="13244" y="11632"/>
                </a:cubicBezTo>
                <a:lnTo>
                  <a:pt x="13692" y="11632"/>
                </a:lnTo>
                <a:cubicBezTo>
                  <a:pt x="13692" y="10971"/>
                  <a:pt x="13713" y="10310"/>
                  <a:pt x="13713" y="9649"/>
                </a:cubicBezTo>
                <a:cubicBezTo>
                  <a:pt x="13735" y="7815"/>
                  <a:pt x="13735" y="5959"/>
                  <a:pt x="13713" y="4125"/>
                </a:cubicBezTo>
                <a:cubicBezTo>
                  <a:pt x="13713" y="3208"/>
                  <a:pt x="13713" y="2291"/>
                  <a:pt x="13692" y="1374"/>
                </a:cubicBezTo>
                <a:cubicBezTo>
                  <a:pt x="13692" y="1033"/>
                  <a:pt x="13756" y="564"/>
                  <a:pt x="13479" y="329"/>
                </a:cubicBezTo>
                <a:cubicBezTo>
                  <a:pt x="13223" y="94"/>
                  <a:pt x="12754" y="137"/>
                  <a:pt x="12412" y="116"/>
                </a:cubicBezTo>
                <a:cubicBezTo>
                  <a:pt x="11216" y="38"/>
                  <a:pt x="10018" y="0"/>
                  <a:pt x="881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123"/>
          <p:cNvSpPr/>
          <p:nvPr/>
        </p:nvSpPr>
        <p:spPr>
          <a:xfrm rot="-5400000">
            <a:off x="104398" y="3865260"/>
            <a:ext cx="157320" cy="119268"/>
          </a:xfrm>
          <a:custGeom>
            <a:rect b="b" l="l" r="r" t="t"/>
            <a:pathLst>
              <a:path extrusionOk="0" h="2022" w="2667">
                <a:moveTo>
                  <a:pt x="2287" y="0"/>
                </a:moveTo>
                <a:cubicBezTo>
                  <a:pt x="2251" y="0"/>
                  <a:pt x="2213" y="5"/>
                  <a:pt x="2176" y="16"/>
                </a:cubicBezTo>
                <a:cubicBezTo>
                  <a:pt x="2048" y="37"/>
                  <a:pt x="1941" y="80"/>
                  <a:pt x="1856" y="165"/>
                </a:cubicBezTo>
                <a:lnTo>
                  <a:pt x="1600" y="336"/>
                </a:lnTo>
                <a:cubicBezTo>
                  <a:pt x="1451" y="443"/>
                  <a:pt x="1280" y="549"/>
                  <a:pt x="1131" y="677"/>
                </a:cubicBezTo>
                <a:cubicBezTo>
                  <a:pt x="790" y="912"/>
                  <a:pt x="470" y="1146"/>
                  <a:pt x="129" y="1424"/>
                </a:cubicBezTo>
                <a:cubicBezTo>
                  <a:pt x="1" y="1530"/>
                  <a:pt x="1" y="1744"/>
                  <a:pt x="107" y="1871"/>
                </a:cubicBezTo>
                <a:cubicBezTo>
                  <a:pt x="177" y="1970"/>
                  <a:pt x="284" y="2022"/>
                  <a:pt x="398" y="2022"/>
                </a:cubicBezTo>
                <a:cubicBezTo>
                  <a:pt x="457" y="2022"/>
                  <a:pt x="518" y="2007"/>
                  <a:pt x="576" y="1978"/>
                </a:cubicBezTo>
                <a:cubicBezTo>
                  <a:pt x="918" y="1765"/>
                  <a:pt x="1238" y="1552"/>
                  <a:pt x="1557" y="1338"/>
                </a:cubicBezTo>
                <a:cubicBezTo>
                  <a:pt x="1728" y="1232"/>
                  <a:pt x="1899" y="1125"/>
                  <a:pt x="2048" y="1018"/>
                </a:cubicBezTo>
                <a:lnTo>
                  <a:pt x="2283" y="848"/>
                </a:lnTo>
                <a:cubicBezTo>
                  <a:pt x="2411" y="763"/>
                  <a:pt x="2517" y="677"/>
                  <a:pt x="2602" y="549"/>
                </a:cubicBezTo>
                <a:cubicBezTo>
                  <a:pt x="2666" y="421"/>
                  <a:pt x="2645" y="251"/>
                  <a:pt x="2560" y="144"/>
                </a:cubicBezTo>
                <a:cubicBezTo>
                  <a:pt x="2496" y="48"/>
                  <a:pt x="2396" y="0"/>
                  <a:pt x="22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123"/>
          <p:cNvSpPr/>
          <p:nvPr/>
        </p:nvSpPr>
        <p:spPr>
          <a:xfrm rot="-5400000">
            <a:off x="246290" y="3638719"/>
            <a:ext cx="138444" cy="108120"/>
          </a:xfrm>
          <a:custGeom>
            <a:rect b="b" l="l" r="r" t="t"/>
            <a:pathLst>
              <a:path extrusionOk="0" h="1833" w="2347">
                <a:moveTo>
                  <a:pt x="363" y="1"/>
                </a:moveTo>
                <a:cubicBezTo>
                  <a:pt x="278" y="1"/>
                  <a:pt x="171" y="43"/>
                  <a:pt x="107" y="107"/>
                </a:cubicBezTo>
                <a:cubicBezTo>
                  <a:pt x="64" y="171"/>
                  <a:pt x="22" y="235"/>
                  <a:pt x="22" y="321"/>
                </a:cubicBezTo>
                <a:cubicBezTo>
                  <a:pt x="0" y="491"/>
                  <a:pt x="107" y="640"/>
                  <a:pt x="278" y="704"/>
                </a:cubicBezTo>
                <a:lnTo>
                  <a:pt x="278" y="683"/>
                </a:lnTo>
                <a:lnTo>
                  <a:pt x="363" y="704"/>
                </a:lnTo>
                <a:lnTo>
                  <a:pt x="342" y="704"/>
                </a:lnTo>
                <a:lnTo>
                  <a:pt x="384" y="726"/>
                </a:lnTo>
                <a:lnTo>
                  <a:pt x="555" y="811"/>
                </a:lnTo>
                <a:cubicBezTo>
                  <a:pt x="661" y="875"/>
                  <a:pt x="768" y="939"/>
                  <a:pt x="875" y="1003"/>
                </a:cubicBezTo>
                <a:lnTo>
                  <a:pt x="917" y="1046"/>
                </a:lnTo>
                <a:cubicBezTo>
                  <a:pt x="926" y="1050"/>
                  <a:pt x="930" y="1052"/>
                  <a:pt x="931" y="1052"/>
                </a:cubicBezTo>
                <a:cubicBezTo>
                  <a:pt x="937" y="1052"/>
                  <a:pt x="896" y="1024"/>
                  <a:pt x="896" y="1024"/>
                </a:cubicBezTo>
                <a:lnTo>
                  <a:pt x="896" y="1024"/>
                </a:lnTo>
                <a:lnTo>
                  <a:pt x="1003" y="1088"/>
                </a:lnTo>
                <a:cubicBezTo>
                  <a:pt x="1003" y="1088"/>
                  <a:pt x="976" y="1075"/>
                  <a:pt x="960" y="1067"/>
                </a:cubicBezTo>
                <a:lnTo>
                  <a:pt x="960" y="1067"/>
                </a:lnTo>
                <a:cubicBezTo>
                  <a:pt x="1003" y="1110"/>
                  <a:pt x="1067" y="1152"/>
                  <a:pt x="1109" y="1195"/>
                </a:cubicBezTo>
                <a:cubicBezTo>
                  <a:pt x="1191" y="1277"/>
                  <a:pt x="1273" y="1378"/>
                  <a:pt x="1354" y="1480"/>
                </a:cubicBezTo>
                <a:lnTo>
                  <a:pt x="1354" y="1480"/>
                </a:lnTo>
                <a:lnTo>
                  <a:pt x="1386" y="1536"/>
                </a:lnTo>
                <a:cubicBezTo>
                  <a:pt x="1450" y="1621"/>
                  <a:pt x="1536" y="1707"/>
                  <a:pt x="1642" y="1771"/>
                </a:cubicBezTo>
                <a:cubicBezTo>
                  <a:pt x="1713" y="1811"/>
                  <a:pt x="1798" y="1832"/>
                  <a:pt x="1881" y="1832"/>
                </a:cubicBezTo>
                <a:cubicBezTo>
                  <a:pt x="1974" y="1832"/>
                  <a:pt x="2065" y="1806"/>
                  <a:pt x="2133" y="1749"/>
                </a:cubicBezTo>
                <a:cubicBezTo>
                  <a:pt x="2282" y="1621"/>
                  <a:pt x="2346" y="1451"/>
                  <a:pt x="2303" y="1259"/>
                </a:cubicBezTo>
                <a:cubicBezTo>
                  <a:pt x="2218" y="1067"/>
                  <a:pt x="2090" y="875"/>
                  <a:pt x="1920" y="726"/>
                </a:cubicBezTo>
                <a:cubicBezTo>
                  <a:pt x="1770" y="598"/>
                  <a:pt x="1600" y="470"/>
                  <a:pt x="1450" y="363"/>
                </a:cubicBezTo>
                <a:cubicBezTo>
                  <a:pt x="1109" y="171"/>
                  <a:pt x="747" y="43"/>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123"/>
          <p:cNvSpPr/>
          <p:nvPr/>
        </p:nvSpPr>
        <p:spPr>
          <a:xfrm rot="-5400000">
            <a:off x="51252" y="3595807"/>
            <a:ext cx="79161" cy="165217"/>
          </a:xfrm>
          <a:custGeom>
            <a:rect b="b" l="l" r="r" t="t"/>
            <a:pathLst>
              <a:path extrusionOk="0" h="2801" w="1342">
                <a:moveTo>
                  <a:pt x="1008" y="0"/>
                </a:moveTo>
                <a:cubicBezTo>
                  <a:pt x="956" y="0"/>
                  <a:pt x="903" y="16"/>
                  <a:pt x="854" y="50"/>
                </a:cubicBezTo>
                <a:lnTo>
                  <a:pt x="875" y="50"/>
                </a:lnTo>
                <a:cubicBezTo>
                  <a:pt x="811" y="114"/>
                  <a:pt x="747" y="178"/>
                  <a:pt x="683" y="242"/>
                </a:cubicBezTo>
                <a:lnTo>
                  <a:pt x="640" y="306"/>
                </a:lnTo>
                <a:cubicBezTo>
                  <a:pt x="653" y="299"/>
                  <a:pt x="660" y="297"/>
                  <a:pt x="663" y="297"/>
                </a:cubicBezTo>
                <a:lnTo>
                  <a:pt x="663" y="297"/>
                </a:lnTo>
                <a:cubicBezTo>
                  <a:pt x="669" y="297"/>
                  <a:pt x="649" y="312"/>
                  <a:pt x="619" y="327"/>
                </a:cubicBezTo>
                <a:cubicBezTo>
                  <a:pt x="598" y="327"/>
                  <a:pt x="577" y="348"/>
                  <a:pt x="577" y="370"/>
                </a:cubicBezTo>
                <a:cubicBezTo>
                  <a:pt x="534" y="434"/>
                  <a:pt x="513" y="476"/>
                  <a:pt x="470" y="519"/>
                </a:cubicBezTo>
                <a:cubicBezTo>
                  <a:pt x="363" y="711"/>
                  <a:pt x="278" y="903"/>
                  <a:pt x="193" y="1095"/>
                </a:cubicBezTo>
                <a:cubicBezTo>
                  <a:pt x="129" y="1265"/>
                  <a:pt x="86" y="1436"/>
                  <a:pt x="65" y="1628"/>
                </a:cubicBezTo>
                <a:cubicBezTo>
                  <a:pt x="65" y="1649"/>
                  <a:pt x="65" y="1671"/>
                  <a:pt x="65" y="1692"/>
                </a:cubicBezTo>
                <a:cubicBezTo>
                  <a:pt x="65" y="1722"/>
                  <a:pt x="54" y="1807"/>
                  <a:pt x="55" y="1807"/>
                </a:cubicBezTo>
                <a:cubicBezTo>
                  <a:pt x="56" y="1807"/>
                  <a:pt x="59" y="1793"/>
                  <a:pt x="65" y="1756"/>
                </a:cubicBezTo>
                <a:lnTo>
                  <a:pt x="65" y="1756"/>
                </a:lnTo>
                <a:cubicBezTo>
                  <a:pt x="65" y="1841"/>
                  <a:pt x="43" y="1926"/>
                  <a:pt x="22" y="2012"/>
                </a:cubicBezTo>
                <a:lnTo>
                  <a:pt x="22" y="2076"/>
                </a:lnTo>
                <a:lnTo>
                  <a:pt x="22" y="2097"/>
                </a:lnTo>
                <a:cubicBezTo>
                  <a:pt x="22" y="2121"/>
                  <a:pt x="22" y="2161"/>
                  <a:pt x="22" y="2161"/>
                </a:cubicBezTo>
                <a:cubicBezTo>
                  <a:pt x="1" y="2204"/>
                  <a:pt x="1" y="2246"/>
                  <a:pt x="22" y="2289"/>
                </a:cubicBezTo>
                <a:cubicBezTo>
                  <a:pt x="22" y="2545"/>
                  <a:pt x="214" y="2758"/>
                  <a:pt x="470" y="2801"/>
                </a:cubicBezTo>
                <a:cubicBezTo>
                  <a:pt x="726" y="2801"/>
                  <a:pt x="939" y="2566"/>
                  <a:pt x="960" y="2310"/>
                </a:cubicBezTo>
                <a:cubicBezTo>
                  <a:pt x="960" y="2243"/>
                  <a:pt x="960" y="2108"/>
                  <a:pt x="918" y="2034"/>
                </a:cubicBezTo>
                <a:lnTo>
                  <a:pt x="918" y="2034"/>
                </a:lnTo>
                <a:lnTo>
                  <a:pt x="918" y="2033"/>
                </a:lnTo>
                <a:lnTo>
                  <a:pt x="918" y="1777"/>
                </a:lnTo>
                <a:lnTo>
                  <a:pt x="918" y="1649"/>
                </a:lnTo>
                <a:lnTo>
                  <a:pt x="918" y="1585"/>
                </a:lnTo>
                <a:cubicBezTo>
                  <a:pt x="918" y="1500"/>
                  <a:pt x="939" y="1393"/>
                  <a:pt x="960" y="1308"/>
                </a:cubicBezTo>
                <a:cubicBezTo>
                  <a:pt x="1003" y="1137"/>
                  <a:pt x="1046" y="988"/>
                  <a:pt x="1088" y="817"/>
                </a:cubicBezTo>
                <a:cubicBezTo>
                  <a:pt x="1088" y="817"/>
                  <a:pt x="1133" y="743"/>
                  <a:pt x="1123" y="743"/>
                </a:cubicBezTo>
                <a:lnTo>
                  <a:pt x="1123" y="743"/>
                </a:lnTo>
                <a:cubicBezTo>
                  <a:pt x="1121" y="743"/>
                  <a:pt x="1117" y="746"/>
                  <a:pt x="1110" y="754"/>
                </a:cubicBezTo>
                <a:cubicBezTo>
                  <a:pt x="1152" y="711"/>
                  <a:pt x="1174" y="647"/>
                  <a:pt x="1174" y="583"/>
                </a:cubicBezTo>
                <a:cubicBezTo>
                  <a:pt x="1174" y="540"/>
                  <a:pt x="1216" y="455"/>
                  <a:pt x="1259" y="370"/>
                </a:cubicBezTo>
                <a:cubicBezTo>
                  <a:pt x="1341" y="172"/>
                  <a:pt x="1183"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123"/>
          <p:cNvSpPr/>
          <p:nvPr/>
        </p:nvSpPr>
        <p:spPr>
          <a:xfrm rot="-5400000">
            <a:off x="-72973" y="3734604"/>
            <a:ext cx="98332" cy="132952"/>
          </a:xfrm>
          <a:custGeom>
            <a:rect b="b" l="l" r="r" t="t"/>
            <a:pathLst>
              <a:path extrusionOk="0" h="2254" w="1667">
                <a:moveTo>
                  <a:pt x="321" y="0"/>
                </a:moveTo>
                <a:cubicBezTo>
                  <a:pt x="153" y="0"/>
                  <a:pt x="0" y="155"/>
                  <a:pt x="46" y="355"/>
                </a:cubicBezTo>
                <a:cubicBezTo>
                  <a:pt x="153" y="653"/>
                  <a:pt x="259" y="931"/>
                  <a:pt x="409" y="1187"/>
                </a:cubicBezTo>
                <a:cubicBezTo>
                  <a:pt x="520" y="1428"/>
                  <a:pt x="631" y="1637"/>
                  <a:pt x="729" y="1855"/>
                </a:cubicBezTo>
                <a:lnTo>
                  <a:pt x="729" y="1855"/>
                </a:lnTo>
                <a:cubicBezTo>
                  <a:pt x="729" y="1874"/>
                  <a:pt x="729" y="1893"/>
                  <a:pt x="729" y="1912"/>
                </a:cubicBezTo>
                <a:cubicBezTo>
                  <a:pt x="771" y="2082"/>
                  <a:pt x="899" y="2189"/>
                  <a:pt x="1048" y="2232"/>
                </a:cubicBezTo>
                <a:cubicBezTo>
                  <a:pt x="1094" y="2247"/>
                  <a:pt x="1139" y="2254"/>
                  <a:pt x="1183" y="2254"/>
                </a:cubicBezTo>
                <a:cubicBezTo>
                  <a:pt x="1264" y="2254"/>
                  <a:pt x="1342" y="2230"/>
                  <a:pt x="1411" y="2189"/>
                </a:cubicBezTo>
                <a:cubicBezTo>
                  <a:pt x="1518" y="2125"/>
                  <a:pt x="1603" y="2040"/>
                  <a:pt x="1624" y="1912"/>
                </a:cubicBezTo>
                <a:cubicBezTo>
                  <a:pt x="1667" y="1741"/>
                  <a:pt x="1624" y="1570"/>
                  <a:pt x="1518" y="1443"/>
                </a:cubicBezTo>
                <a:cubicBezTo>
                  <a:pt x="1502" y="1435"/>
                  <a:pt x="1492" y="1430"/>
                  <a:pt x="1488" y="1430"/>
                </a:cubicBezTo>
                <a:lnTo>
                  <a:pt x="1488" y="1430"/>
                </a:lnTo>
                <a:cubicBezTo>
                  <a:pt x="1481" y="1430"/>
                  <a:pt x="1491" y="1445"/>
                  <a:pt x="1518" y="1485"/>
                </a:cubicBezTo>
                <a:lnTo>
                  <a:pt x="1475" y="1443"/>
                </a:lnTo>
                <a:lnTo>
                  <a:pt x="1411" y="1357"/>
                </a:lnTo>
                <a:cubicBezTo>
                  <a:pt x="1368" y="1293"/>
                  <a:pt x="1326" y="1229"/>
                  <a:pt x="1283" y="1165"/>
                </a:cubicBezTo>
                <a:lnTo>
                  <a:pt x="1048" y="803"/>
                </a:lnTo>
                <a:cubicBezTo>
                  <a:pt x="899" y="568"/>
                  <a:pt x="707" y="312"/>
                  <a:pt x="515" y="78"/>
                </a:cubicBezTo>
                <a:cubicBezTo>
                  <a:pt x="455" y="24"/>
                  <a:pt x="387" y="0"/>
                  <a:pt x="32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123"/>
          <p:cNvSpPr/>
          <p:nvPr/>
        </p:nvSpPr>
        <p:spPr>
          <a:xfrm rot="-5400000">
            <a:off x="-46901" y="3940706"/>
            <a:ext cx="91903" cy="129354"/>
          </a:xfrm>
          <a:custGeom>
            <a:rect b="b" l="l" r="r" t="t"/>
            <a:pathLst>
              <a:path extrusionOk="0" h="2193" w="1558">
                <a:moveTo>
                  <a:pt x="378" y="1"/>
                </a:moveTo>
                <a:cubicBezTo>
                  <a:pt x="204" y="1"/>
                  <a:pt x="33" y="120"/>
                  <a:pt x="22" y="342"/>
                </a:cubicBezTo>
                <a:lnTo>
                  <a:pt x="0" y="363"/>
                </a:lnTo>
                <a:cubicBezTo>
                  <a:pt x="0" y="662"/>
                  <a:pt x="64" y="961"/>
                  <a:pt x="192" y="1238"/>
                </a:cubicBezTo>
                <a:cubicBezTo>
                  <a:pt x="235" y="1387"/>
                  <a:pt x="320" y="1515"/>
                  <a:pt x="405" y="1664"/>
                </a:cubicBezTo>
                <a:cubicBezTo>
                  <a:pt x="448" y="1728"/>
                  <a:pt x="469" y="1792"/>
                  <a:pt x="512" y="1835"/>
                </a:cubicBezTo>
                <a:cubicBezTo>
                  <a:pt x="533" y="1899"/>
                  <a:pt x="576" y="1942"/>
                  <a:pt x="640" y="2006"/>
                </a:cubicBezTo>
                <a:cubicBezTo>
                  <a:pt x="683" y="2048"/>
                  <a:pt x="747" y="2091"/>
                  <a:pt x="811" y="2133"/>
                </a:cubicBezTo>
                <a:lnTo>
                  <a:pt x="917" y="2176"/>
                </a:lnTo>
                <a:cubicBezTo>
                  <a:pt x="949" y="2187"/>
                  <a:pt x="981" y="2192"/>
                  <a:pt x="1013" y="2192"/>
                </a:cubicBezTo>
                <a:cubicBezTo>
                  <a:pt x="1045" y="2192"/>
                  <a:pt x="1077" y="2187"/>
                  <a:pt x="1109" y="2176"/>
                </a:cubicBezTo>
                <a:cubicBezTo>
                  <a:pt x="1216" y="2176"/>
                  <a:pt x="1323" y="2133"/>
                  <a:pt x="1408" y="2048"/>
                </a:cubicBezTo>
                <a:cubicBezTo>
                  <a:pt x="1450" y="1984"/>
                  <a:pt x="1493" y="1920"/>
                  <a:pt x="1536" y="1835"/>
                </a:cubicBezTo>
                <a:cubicBezTo>
                  <a:pt x="1557" y="1707"/>
                  <a:pt x="1536" y="1558"/>
                  <a:pt x="1472" y="1451"/>
                </a:cubicBezTo>
                <a:cubicBezTo>
                  <a:pt x="1429" y="1387"/>
                  <a:pt x="1386" y="1323"/>
                  <a:pt x="1323" y="1259"/>
                </a:cubicBezTo>
                <a:lnTo>
                  <a:pt x="1237" y="1174"/>
                </a:lnTo>
                <a:cubicBezTo>
                  <a:pt x="1183" y="1120"/>
                  <a:pt x="1130" y="1066"/>
                  <a:pt x="1076" y="1012"/>
                </a:cubicBezTo>
                <a:lnTo>
                  <a:pt x="1076" y="1012"/>
                </a:lnTo>
                <a:cubicBezTo>
                  <a:pt x="991" y="889"/>
                  <a:pt x="916" y="759"/>
                  <a:pt x="852" y="636"/>
                </a:cubicBezTo>
                <a:lnTo>
                  <a:pt x="852" y="636"/>
                </a:lnTo>
                <a:cubicBezTo>
                  <a:pt x="831" y="573"/>
                  <a:pt x="810" y="511"/>
                  <a:pt x="789" y="449"/>
                </a:cubicBezTo>
                <a:lnTo>
                  <a:pt x="789" y="406"/>
                </a:lnTo>
                <a:cubicBezTo>
                  <a:pt x="768" y="363"/>
                  <a:pt x="768" y="342"/>
                  <a:pt x="747" y="299"/>
                </a:cubicBezTo>
                <a:lnTo>
                  <a:pt x="747" y="299"/>
                </a:lnTo>
                <a:lnTo>
                  <a:pt x="768" y="363"/>
                </a:lnTo>
                <a:cubicBezTo>
                  <a:pt x="747" y="321"/>
                  <a:pt x="725" y="278"/>
                  <a:pt x="725" y="257"/>
                </a:cubicBezTo>
                <a:cubicBezTo>
                  <a:pt x="667" y="83"/>
                  <a:pt x="522"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123"/>
          <p:cNvSpPr/>
          <p:nvPr/>
        </p:nvSpPr>
        <p:spPr>
          <a:xfrm rot="-5400000">
            <a:off x="185828" y="4093808"/>
            <a:ext cx="114436" cy="157844"/>
          </a:xfrm>
          <a:custGeom>
            <a:rect b="b" l="l" r="r" t="t"/>
            <a:pathLst>
              <a:path extrusionOk="0" h="2676" w="1940">
                <a:moveTo>
                  <a:pt x="1535" y="1"/>
                </a:moveTo>
                <a:cubicBezTo>
                  <a:pt x="1462" y="1"/>
                  <a:pt x="1387" y="29"/>
                  <a:pt x="1322" y="94"/>
                </a:cubicBezTo>
                <a:lnTo>
                  <a:pt x="1289" y="144"/>
                </a:lnTo>
                <a:lnTo>
                  <a:pt x="1289" y="144"/>
                </a:lnTo>
                <a:cubicBezTo>
                  <a:pt x="1277" y="150"/>
                  <a:pt x="1231" y="185"/>
                  <a:pt x="1216" y="200"/>
                </a:cubicBezTo>
                <a:cubicBezTo>
                  <a:pt x="1216" y="200"/>
                  <a:pt x="1152" y="264"/>
                  <a:pt x="1130" y="307"/>
                </a:cubicBezTo>
                <a:lnTo>
                  <a:pt x="960" y="499"/>
                </a:lnTo>
                <a:cubicBezTo>
                  <a:pt x="832" y="670"/>
                  <a:pt x="725" y="840"/>
                  <a:pt x="618" y="1011"/>
                </a:cubicBezTo>
                <a:cubicBezTo>
                  <a:pt x="512" y="1160"/>
                  <a:pt x="427" y="1309"/>
                  <a:pt x="341" y="1480"/>
                </a:cubicBezTo>
                <a:cubicBezTo>
                  <a:pt x="235" y="1651"/>
                  <a:pt x="149" y="1864"/>
                  <a:pt x="85" y="2056"/>
                </a:cubicBezTo>
                <a:cubicBezTo>
                  <a:pt x="0" y="2312"/>
                  <a:pt x="149" y="2589"/>
                  <a:pt x="427" y="2653"/>
                </a:cubicBezTo>
                <a:cubicBezTo>
                  <a:pt x="464" y="2668"/>
                  <a:pt x="507" y="2675"/>
                  <a:pt x="552" y="2675"/>
                </a:cubicBezTo>
                <a:cubicBezTo>
                  <a:pt x="634" y="2675"/>
                  <a:pt x="720" y="2652"/>
                  <a:pt x="789" y="2610"/>
                </a:cubicBezTo>
                <a:cubicBezTo>
                  <a:pt x="896" y="2546"/>
                  <a:pt x="981" y="2440"/>
                  <a:pt x="1024" y="2312"/>
                </a:cubicBezTo>
                <a:cubicBezTo>
                  <a:pt x="1045" y="2290"/>
                  <a:pt x="1045" y="2248"/>
                  <a:pt x="1066" y="2205"/>
                </a:cubicBezTo>
                <a:cubicBezTo>
                  <a:pt x="1088" y="2162"/>
                  <a:pt x="1088" y="2098"/>
                  <a:pt x="1088" y="2035"/>
                </a:cubicBezTo>
                <a:cubicBezTo>
                  <a:pt x="1088" y="2045"/>
                  <a:pt x="1088" y="2059"/>
                  <a:pt x="1088" y="2077"/>
                </a:cubicBezTo>
                <a:cubicBezTo>
                  <a:pt x="1088" y="2077"/>
                  <a:pt x="1152" y="1843"/>
                  <a:pt x="1152" y="1821"/>
                </a:cubicBezTo>
                <a:cubicBezTo>
                  <a:pt x="1194" y="1736"/>
                  <a:pt x="1216" y="1651"/>
                  <a:pt x="1237" y="1587"/>
                </a:cubicBezTo>
                <a:cubicBezTo>
                  <a:pt x="1237" y="1571"/>
                  <a:pt x="1272" y="1485"/>
                  <a:pt x="1273" y="1485"/>
                </a:cubicBezTo>
                <a:lnTo>
                  <a:pt x="1273" y="1485"/>
                </a:lnTo>
                <a:cubicBezTo>
                  <a:pt x="1273" y="1485"/>
                  <a:pt x="1269" y="1495"/>
                  <a:pt x="1258" y="1523"/>
                </a:cubicBezTo>
                <a:cubicBezTo>
                  <a:pt x="1280" y="1480"/>
                  <a:pt x="1301" y="1437"/>
                  <a:pt x="1322" y="1416"/>
                </a:cubicBezTo>
                <a:cubicBezTo>
                  <a:pt x="1386" y="1245"/>
                  <a:pt x="1472" y="1096"/>
                  <a:pt x="1557" y="947"/>
                </a:cubicBezTo>
                <a:cubicBezTo>
                  <a:pt x="1599" y="862"/>
                  <a:pt x="1642" y="776"/>
                  <a:pt x="1685" y="712"/>
                </a:cubicBezTo>
                <a:cubicBezTo>
                  <a:pt x="1727" y="627"/>
                  <a:pt x="1727" y="627"/>
                  <a:pt x="1749" y="606"/>
                </a:cubicBezTo>
                <a:lnTo>
                  <a:pt x="1770" y="542"/>
                </a:lnTo>
                <a:lnTo>
                  <a:pt x="1813" y="478"/>
                </a:lnTo>
                <a:cubicBezTo>
                  <a:pt x="1940" y="239"/>
                  <a:pt x="1747" y="1"/>
                  <a:pt x="15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123"/>
          <p:cNvSpPr/>
          <p:nvPr/>
        </p:nvSpPr>
        <p:spPr>
          <a:xfrm rot="-5400000">
            <a:off x="-62916" y="4170726"/>
            <a:ext cx="157320" cy="97030"/>
          </a:xfrm>
          <a:custGeom>
            <a:rect b="b" l="l" r="r" t="t"/>
            <a:pathLst>
              <a:path extrusionOk="0" h="1645" w="2667">
                <a:moveTo>
                  <a:pt x="534" y="1"/>
                </a:moveTo>
                <a:cubicBezTo>
                  <a:pt x="367" y="1"/>
                  <a:pt x="214" y="96"/>
                  <a:pt x="128" y="233"/>
                </a:cubicBezTo>
                <a:cubicBezTo>
                  <a:pt x="0" y="425"/>
                  <a:pt x="43" y="681"/>
                  <a:pt x="192" y="830"/>
                </a:cubicBezTo>
                <a:cubicBezTo>
                  <a:pt x="256" y="873"/>
                  <a:pt x="320" y="937"/>
                  <a:pt x="384" y="958"/>
                </a:cubicBezTo>
                <a:cubicBezTo>
                  <a:pt x="448" y="1001"/>
                  <a:pt x="512" y="1022"/>
                  <a:pt x="598" y="1043"/>
                </a:cubicBezTo>
                <a:lnTo>
                  <a:pt x="832" y="1150"/>
                </a:lnTo>
                <a:cubicBezTo>
                  <a:pt x="981" y="1214"/>
                  <a:pt x="1152" y="1278"/>
                  <a:pt x="1301" y="1342"/>
                </a:cubicBezTo>
                <a:lnTo>
                  <a:pt x="1770" y="1491"/>
                </a:lnTo>
                <a:cubicBezTo>
                  <a:pt x="1920" y="1555"/>
                  <a:pt x="2112" y="1576"/>
                  <a:pt x="2282" y="1640"/>
                </a:cubicBezTo>
                <a:cubicBezTo>
                  <a:pt x="2299" y="1643"/>
                  <a:pt x="2315" y="1644"/>
                  <a:pt x="2332" y="1644"/>
                </a:cubicBezTo>
                <a:cubicBezTo>
                  <a:pt x="2446" y="1644"/>
                  <a:pt x="2565" y="1582"/>
                  <a:pt x="2602" y="1470"/>
                </a:cubicBezTo>
                <a:cubicBezTo>
                  <a:pt x="2666" y="1342"/>
                  <a:pt x="2602" y="1193"/>
                  <a:pt x="2496" y="1107"/>
                </a:cubicBezTo>
                <a:cubicBezTo>
                  <a:pt x="2432" y="1065"/>
                  <a:pt x="2368" y="1022"/>
                  <a:pt x="2282" y="958"/>
                </a:cubicBezTo>
                <a:lnTo>
                  <a:pt x="2218" y="915"/>
                </a:lnTo>
                <a:lnTo>
                  <a:pt x="2090" y="809"/>
                </a:lnTo>
                <a:cubicBezTo>
                  <a:pt x="1941" y="723"/>
                  <a:pt x="1792" y="638"/>
                  <a:pt x="1643" y="553"/>
                </a:cubicBezTo>
                <a:cubicBezTo>
                  <a:pt x="1493" y="468"/>
                  <a:pt x="1344" y="382"/>
                  <a:pt x="1195" y="276"/>
                </a:cubicBezTo>
                <a:cubicBezTo>
                  <a:pt x="1045" y="169"/>
                  <a:pt x="853" y="84"/>
                  <a:pt x="662" y="20"/>
                </a:cubicBezTo>
                <a:cubicBezTo>
                  <a:pt x="619" y="7"/>
                  <a:pt x="576" y="1"/>
                  <a:pt x="5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123"/>
          <p:cNvSpPr/>
          <p:nvPr/>
        </p:nvSpPr>
        <p:spPr>
          <a:xfrm rot="-5400000">
            <a:off x="114013" y="4305070"/>
            <a:ext cx="150182" cy="107176"/>
          </a:xfrm>
          <a:custGeom>
            <a:rect b="b" l="l" r="r" t="t"/>
            <a:pathLst>
              <a:path extrusionOk="0" h="1817" w="2546">
                <a:moveTo>
                  <a:pt x="1877" y="633"/>
                </a:moveTo>
                <a:cubicBezTo>
                  <a:pt x="1875" y="633"/>
                  <a:pt x="1863" y="636"/>
                  <a:pt x="1834" y="643"/>
                </a:cubicBezTo>
                <a:cubicBezTo>
                  <a:pt x="1848" y="643"/>
                  <a:pt x="1882" y="633"/>
                  <a:pt x="1877" y="633"/>
                </a:cubicBezTo>
                <a:close/>
                <a:moveTo>
                  <a:pt x="2171" y="1"/>
                </a:moveTo>
                <a:cubicBezTo>
                  <a:pt x="2159" y="1"/>
                  <a:pt x="2146" y="1"/>
                  <a:pt x="2133" y="3"/>
                </a:cubicBezTo>
                <a:lnTo>
                  <a:pt x="2154" y="24"/>
                </a:lnTo>
                <a:cubicBezTo>
                  <a:pt x="2120" y="23"/>
                  <a:pt x="2085" y="22"/>
                  <a:pt x="2051" y="22"/>
                </a:cubicBezTo>
                <a:cubicBezTo>
                  <a:pt x="1680" y="22"/>
                  <a:pt x="1315" y="124"/>
                  <a:pt x="1003" y="280"/>
                </a:cubicBezTo>
                <a:cubicBezTo>
                  <a:pt x="917" y="323"/>
                  <a:pt x="853" y="366"/>
                  <a:pt x="768" y="408"/>
                </a:cubicBezTo>
                <a:cubicBezTo>
                  <a:pt x="725" y="451"/>
                  <a:pt x="704" y="472"/>
                  <a:pt x="661" y="494"/>
                </a:cubicBezTo>
                <a:cubicBezTo>
                  <a:pt x="597" y="536"/>
                  <a:pt x="555" y="579"/>
                  <a:pt x="491" y="621"/>
                </a:cubicBezTo>
                <a:cubicBezTo>
                  <a:pt x="528" y="597"/>
                  <a:pt x="544" y="586"/>
                  <a:pt x="546" y="586"/>
                </a:cubicBezTo>
                <a:lnTo>
                  <a:pt x="546" y="586"/>
                </a:lnTo>
                <a:cubicBezTo>
                  <a:pt x="547" y="586"/>
                  <a:pt x="542" y="591"/>
                  <a:pt x="533" y="600"/>
                </a:cubicBezTo>
                <a:lnTo>
                  <a:pt x="512" y="621"/>
                </a:lnTo>
                <a:cubicBezTo>
                  <a:pt x="469" y="643"/>
                  <a:pt x="427" y="685"/>
                  <a:pt x="384" y="707"/>
                </a:cubicBezTo>
                <a:cubicBezTo>
                  <a:pt x="341" y="749"/>
                  <a:pt x="320" y="771"/>
                  <a:pt x="299" y="813"/>
                </a:cubicBezTo>
                <a:cubicBezTo>
                  <a:pt x="235" y="856"/>
                  <a:pt x="192" y="920"/>
                  <a:pt x="149" y="984"/>
                </a:cubicBezTo>
                <a:cubicBezTo>
                  <a:pt x="124" y="1035"/>
                  <a:pt x="108" y="1070"/>
                  <a:pt x="101" y="1087"/>
                </a:cubicBezTo>
                <a:lnTo>
                  <a:pt x="101" y="1087"/>
                </a:lnTo>
                <a:cubicBezTo>
                  <a:pt x="104" y="1076"/>
                  <a:pt x="107" y="1063"/>
                  <a:pt x="107" y="1048"/>
                </a:cubicBezTo>
                <a:lnTo>
                  <a:pt x="107" y="1048"/>
                </a:lnTo>
                <a:cubicBezTo>
                  <a:pt x="98" y="1082"/>
                  <a:pt x="93" y="1099"/>
                  <a:pt x="94" y="1099"/>
                </a:cubicBezTo>
                <a:cubicBezTo>
                  <a:pt x="95" y="1099"/>
                  <a:pt x="97" y="1095"/>
                  <a:pt x="101" y="1087"/>
                </a:cubicBezTo>
                <a:lnTo>
                  <a:pt x="101" y="1087"/>
                </a:lnTo>
                <a:cubicBezTo>
                  <a:pt x="94" y="1106"/>
                  <a:pt x="85" y="1120"/>
                  <a:pt x="85" y="1133"/>
                </a:cubicBezTo>
                <a:cubicBezTo>
                  <a:pt x="22" y="1240"/>
                  <a:pt x="0" y="1368"/>
                  <a:pt x="43" y="1475"/>
                </a:cubicBezTo>
                <a:cubicBezTo>
                  <a:pt x="64" y="1602"/>
                  <a:pt x="149" y="1688"/>
                  <a:pt x="256" y="1752"/>
                </a:cubicBezTo>
                <a:cubicBezTo>
                  <a:pt x="325" y="1793"/>
                  <a:pt x="403" y="1817"/>
                  <a:pt x="478" y="1817"/>
                </a:cubicBezTo>
                <a:cubicBezTo>
                  <a:pt x="519" y="1817"/>
                  <a:pt x="560" y="1810"/>
                  <a:pt x="597" y="1794"/>
                </a:cubicBezTo>
                <a:cubicBezTo>
                  <a:pt x="725" y="1752"/>
                  <a:pt x="811" y="1688"/>
                  <a:pt x="875" y="1581"/>
                </a:cubicBezTo>
                <a:lnTo>
                  <a:pt x="875" y="1581"/>
                </a:lnTo>
                <a:cubicBezTo>
                  <a:pt x="888" y="1568"/>
                  <a:pt x="880" y="1576"/>
                  <a:pt x="896" y="1560"/>
                </a:cubicBezTo>
                <a:cubicBezTo>
                  <a:pt x="939" y="1517"/>
                  <a:pt x="981" y="1453"/>
                  <a:pt x="1024" y="1389"/>
                </a:cubicBezTo>
                <a:cubicBezTo>
                  <a:pt x="1045" y="1347"/>
                  <a:pt x="1066" y="1304"/>
                  <a:pt x="1088" y="1283"/>
                </a:cubicBezTo>
                <a:cubicBezTo>
                  <a:pt x="1102" y="1253"/>
                  <a:pt x="1137" y="1194"/>
                  <a:pt x="1130" y="1194"/>
                </a:cubicBezTo>
                <a:lnTo>
                  <a:pt x="1130" y="1194"/>
                </a:lnTo>
                <a:cubicBezTo>
                  <a:pt x="1127" y="1194"/>
                  <a:pt x="1115" y="1206"/>
                  <a:pt x="1088" y="1240"/>
                </a:cubicBezTo>
                <a:cubicBezTo>
                  <a:pt x="1130" y="1176"/>
                  <a:pt x="1194" y="1112"/>
                  <a:pt x="1237" y="1069"/>
                </a:cubicBezTo>
                <a:cubicBezTo>
                  <a:pt x="1301" y="1005"/>
                  <a:pt x="1301" y="1005"/>
                  <a:pt x="1322" y="984"/>
                </a:cubicBezTo>
                <a:lnTo>
                  <a:pt x="1386" y="941"/>
                </a:lnTo>
                <a:cubicBezTo>
                  <a:pt x="1514" y="835"/>
                  <a:pt x="1642" y="749"/>
                  <a:pt x="1792" y="664"/>
                </a:cubicBezTo>
                <a:lnTo>
                  <a:pt x="1834" y="643"/>
                </a:lnTo>
                <a:lnTo>
                  <a:pt x="1962" y="600"/>
                </a:lnTo>
                <a:cubicBezTo>
                  <a:pt x="2047" y="579"/>
                  <a:pt x="2111" y="558"/>
                  <a:pt x="2197" y="536"/>
                </a:cubicBezTo>
                <a:cubicBezTo>
                  <a:pt x="2545" y="495"/>
                  <a:pt x="2480" y="1"/>
                  <a:pt x="21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123"/>
          <p:cNvSpPr/>
          <p:nvPr/>
        </p:nvSpPr>
        <p:spPr>
          <a:xfrm rot="-5400000">
            <a:off x="8222" y="4402016"/>
            <a:ext cx="73675" cy="130770"/>
          </a:xfrm>
          <a:custGeom>
            <a:rect b="b" l="l" r="r" t="t"/>
            <a:pathLst>
              <a:path extrusionOk="0" h="2217" w="1249">
                <a:moveTo>
                  <a:pt x="1089" y="1813"/>
                </a:moveTo>
                <a:lnTo>
                  <a:pt x="1089" y="1821"/>
                </a:lnTo>
                <a:lnTo>
                  <a:pt x="1089" y="1821"/>
                </a:lnTo>
                <a:cubicBezTo>
                  <a:pt x="1089" y="1818"/>
                  <a:pt x="1089" y="1816"/>
                  <a:pt x="1089" y="1813"/>
                </a:cubicBezTo>
                <a:close/>
                <a:moveTo>
                  <a:pt x="470" y="1"/>
                </a:moveTo>
                <a:cubicBezTo>
                  <a:pt x="278" y="1"/>
                  <a:pt x="108" y="129"/>
                  <a:pt x="44" y="320"/>
                </a:cubicBezTo>
                <a:cubicBezTo>
                  <a:pt x="1" y="448"/>
                  <a:pt x="1" y="576"/>
                  <a:pt x="22" y="726"/>
                </a:cubicBezTo>
                <a:cubicBezTo>
                  <a:pt x="22" y="790"/>
                  <a:pt x="44" y="854"/>
                  <a:pt x="65" y="918"/>
                </a:cubicBezTo>
                <a:cubicBezTo>
                  <a:pt x="108" y="1088"/>
                  <a:pt x="172" y="1259"/>
                  <a:pt x="236" y="1408"/>
                </a:cubicBezTo>
                <a:cubicBezTo>
                  <a:pt x="299" y="1536"/>
                  <a:pt x="363" y="1664"/>
                  <a:pt x="449" y="1771"/>
                </a:cubicBezTo>
                <a:cubicBezTo>
                  <a:pt x="491" y="1856"/>
                  <a:pt x="555" y="1920"/>
                  <a:pt x="598" y="1984"/>
                </a:cubicBezTo>
                <a:cubicBezTo>
                  <a:pt x="650" y="2053"/>
                  <a:pt x="715" y="2108"/>
                  <a:pt x="794" y="2137"/>
                </a:cubicBezTo>
                <a:lnTo>
                  <a:pt x="794" y="2137"/>
                </a:lnTo>
                <a:lnTo>
                  <a:pt x="811" y="2155"/>
                </a:lnTo>
                <a:cubicBezTo>
                  <a:pt x="854" y="2198"/>
                  <a:pt x="906" y="2216"/>
                  <a:pt x="956" y="2216"/>
                </a:cubicBezTo>
                <a:cubicBezTo>
                  <a:pt x="1105" y="2216"/>
                  <a:pt x="1248" y="2053"/>
                  <a:pt x="1153" y="1877"/>
                </a:cubicBezTo>
                <a:lnTo>
                  <a:pt x="1124" y="1877"/>
                </a:lnTo>
                <a:cubicBezTo>
                  <a:pt x="1122" y="1856"/>
                  <a:pt x="1117" y="1835"/>
                  <a:pt x="1110" y="1813"/>
                </a:cubicBezTo>
                <a:lnTo>
                  <a:pt x="1110" y="1792"/>
                </a:lnTo>
                <a:cubicBezTo>
                  <a:pt x="1110" y="1792"/>
                  <a:pt x="1089" y="1771"/>
                  <a:pt x="1089" y="1749"/>
                </a:cubicBezTo>
                <a:cubicBezTo>
                  <a:pt x="1067" y="1707"/>
                  <a:pt x="1046" y="1664"/>
                  <a:pt x="1046" y="1600"/>
                </a:cubicBezTo>
                <a:cubicBezTo>
                  <a:pt x="1003" y="1493"/>
                  <a:pt x="961" y="1387"/>
                  <a:pt x="939" y="1280"/>
                </a:cubicBezTo>
                <a:cubicBezTo>
                  <a:pt x="939" y="1238"/>
                  <a:pt x="918" y="1174"/>
                  <a:pt x="918" y="1131"/>
                </a:cubicBezTo>
                <a:lnTo>
                  <a:pt x="918" y="1110"/>
                </a:lnTo>
                <a:lnTo>
                  <a:pt x="918" y="1024"/>
                </a:lnTo>
                <a:cubicBezTo>
                  <a:pt x="900" y="937"/>
                  <a:pt x="897" y="849"/>
                  <a:pt x="909" y="750"/>
                </a:cubicBezTo>
                <a:lnTo>
                  <a:pt x="909" y="750"/>
                </a:lnTo>
                <a:cubicBezTo>
                  <a:pt x="910" y="741"/>
                  <a:pt x="911" y="731"/>
                  <a:pt x="912" y="722"/>
                </a:cubicBezTo>
                <a:lnTo>
                  <a:pt x="912" y="722"/>
                </a:lnTo>
                <a:cubicBezTo>
                  <a:pt x="914" y="709"/>
                  <a:pt x="916" y="696"/>
                  <a:pt x="918" y="683"/>
                </a:cubicBezTo>
                <a:lnTo>
                  <a:pt x="918" y="683"/>
                </a:lnTo>
                <a:lnTo>
                  <a:pt x="913" y="713"/>
                </a:lnTo>
                <a:lnTo>
                  <a:pt x="913" y="713"/>
                </a:lnTo>
                <a:cubicBezTo>
                  <a:pt x="918" y="661"/>
                  <a:pt x="918" y="608"/>
                  <a:pt x="918" y="555"/>
                </a:cubicBezTo>
                <a:cubicBezTo>
                  <a:pt x="918" y="470"/>
                  <a:pt x="897" y="384"/>
                  <a:pt x="897" y="320"/>
                </a:cubicBezTo>
                <a:cubicBezTo>
                  <a:pt x="875" y="214"/>
                  <a:pt x="811" y="150"/>
                  <a:pt x="726" y="86"/>
                </a:cubicBezTo>
                <a:cubicBezTo>
                  <a:pt x="662" y="22"/>
                  <a:pt x="555" y="1"/>
                  <a:pt x="47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123"/>
          <p:cNvSpPr/>
          <p:nvPr/>
        </p:nvSpPr>
        <p:spPr>
          <a:xfrm rot="-5400000">
            <a:off x="296575" y="3362040"/>
            <a:ext cx="106826" cy="141328"/>
          </a:xfrm>
          <a:custGeom>
            <a:rect b="b" l="l" r="r" t="t"/>
            <a:pathLst>
              <a:path extrusionOk="0" h="2396" w="1811">
                <a:moveTo>
                  <a:pt x="975" y="2214"/>
                </a:moveTo>
                <a:cubicBezTo>
                  <a:pt x="972" y="2221"/>
                  <a:pt x="970" y="2228"/>
                  <a:pt x="967" y="2235"/>
                </a:cubicBezTo>
                <a:lnTo>
                  <a:pt x="967" y="2235"/>
                </a:lnTo>
                <a:cubicBezTo>
                  <a:pt x="971" y="2228"/>
                  <a:pt x="975" y="2220"/>
                  <a:pt x="975" y="2214"/>
                </a:cubicBezTo>
                <a:close/>
                <a:moveTo>
                  <a:pt x="1540" y="0"/>
                </a:moveTo>
                <a:cubicBezTo>
                  <a:pt x="1454" y="0"/>
                  <a:pt x="1371" y="45"/>
                  <a:pt x="1337" y="145"/>
                </a:cubicBezTo>
                <a:lnTo>
                  <a:pt x="1337" y="167"/>
                </a:lnTo>
                <a:cubicBezTo>
                  <a:pt x="1231" y="487"/>
                  <a:pt x="1081" y="785"/>
                  <a:pt x="911" y="1041"/>
                </a:cubicBezTo>
                <a:cubicBezTo>
                  <a:pt x="868" y="1126"/>
                  <a:pt x="804" y="1190"/>
                  <a:pt x="761" y="1254"/>
                </a:cubicBezTo>
                <a:lnTo>
                  <a:pt x="697" y="1361"/>
                </a:lnTo>
                <a:cubicBezTo>
                  <a:pt x="697" y="1361"/>
                  <a:pt x="638" y="1435"/>
                  <a:pt x="643" y="1435"/>
                </a:cubicBezTo>
                <a:cubicBezTo>
                  <a:pt x="644" y="1435"/>
                  <a:pt x="648" y="1432"/>
                  <a:pt x="655" y="1425"/>
                </a:cubicBezTo>
                <a:lnTo>
                  <a:pt x="655" y="1425"/>
                </a:lnTo>
                <a:cubicBezTo>
                  <a:pt x="591" y="1489"/>
                  <a:pt x="548" y="1553"/>
                  <a:pt x="484" y="1617"/>
                </a:cubicBezTo>
                <a:cubicBezTo>
                  <a:pt x="420" y="1681"/>
                  <a:pt x="420" y="1681"/>
                  <a:pt x="399" y="1702"/>
                </a:cubicBezTo>
                <a:cubicBezTo>
                  <a:pt x="399" y="1702"/>
                  <a:pt x="399" y="1702"/>
                  <a:pt x="399" y="1702"/>
                </a:cubicBezTo>
                <a:lnTo>
                  <a:pt x="399" y="1702"/>
                </a:lnTo>
                <a:cubicBezTo>
                  <a:pt x="388" y="1708"/>
                  <a:pt x="382" y="1713"/>
                  <a:pt x="378" y="1717"/>
                </a:cubicBezTo>
                <a:lnTo>
                  <a:pt x="378" y="1717"/>
                </a:lnTo>
                <a:cubicBezTo>
                  <a:pt x="385" y="1714"/>
                  <a:pt x="392" y="1709"/>
                  <a:pt x="399" y="1702"/>
                </a:cubicBezTo>
                <a:lnTo>
                  <a:pt x="399" y="1702"/>
                </a:lnTo>
                <a:cubicBezTo>
                  <a:pt x="390" y="1720"/>
                  <a:pt x="381" y="1727"/>
                  <a:pt x="377" y="1727"/>
                </a:cubicBezTo>
                <a:cubicBezTo>
                  <a:pt x="373" y="1727"/>
                  <a:pt x="373" y="1723"/>
                  <a:pt x="378" y="1717"/>
                </a:cubicBezTo>
                <a:lnTo>
                  <a:pt x="378" y="1717"/>
                </a:lnTo>
                <a:cubicBezTo>
                  <a:pt x="364" y="1724"/>
                  <a:pt x="349" y="1724"/>
                  <a:pt x="335" y="1724"/>
                </a:cubicBezTo>
                <a:cubicBezTo>
                  <a:pt x="0" y="1947"/>
                  <a:pt x="427" y="2395"/>
                  <a:pt x="736" y="2395"/>
                </a:cubicBezTo>
                <a:cubicBezTo>
                  <a:pt x="835" y="2395"/>
                  <a:pt x="921" y="2349"/>
                  <a:pt x="967" y="2235"/>
                </a:cubicBezTo>
                <a:lnTo>
                  <a:pt x="967" y="2235"/>
                </a:lnTo>
                <a:cubicBezTo>
                  <a:pt x="963" y="2242"/>
                  <a:pt x="958" y="2248"/>
                  <a:pt x="956" y="2248"/>
                </a:cubicBezTo>
                <a:cubicBezTo>
                  <a:pt x="954" y="2248"/>
                  <a:pt x="958" y="2239"/>
                  <a:pt x="975" y="2214"/>
                </a:cubicBezTo>
                <a:lnTo>
                  <a:pt x="975" y="2214"/>
                </a:lnTo>
                <a:cubicBezTo>
                  <a:pt x="975" y="2214"/>
                  <a:pt x="975" y="2214"/>
                  <a:pt x="975" y="2214"/>
                </a:cubicBezTo>
                <a:lnTo>
                  <a:pt x="996" y="2150"/>
                </a:lnTo>
                <a:cubicBezTo>
                  <a:pt x="1017" y="2107"/>
                  <a:pt x="1039" y="2086"/>
                  <a:pt x="1081" y="2044"/>
                </a:cubicBezTo>
                <a:cubicBezTo>
                  <a:pt x="1103" y="2001"/>
                  <a:pt x="1167" y="1894"/>
                  <a:pt x="1188" y="1809"/>
                </a:cubicBezTo>
                <a:cubicBezTo>
                  <a:pt x="1295" y="1638"/>
                  <a:pt x="1380" y="1468"/>
                  <a:pt x="1465" y="1276"/>
                </a:cubicBezTo>
                <a:cubicBezTo>
                  <a:pt x="1593" y="956"/>
                  <a:pt x="1700" y="615"/>
                  <a:pt x="1785" y="273"/>
                </a:cubicBezTo>
                <a:cubicBezTo>
                  <a:pt x="1811" y="105"/>
                  <a:pt x="1672" y="0"/>
                  <a:pt x="15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123"/>
          <p:cNvSpPr/>
          <p:nvPr/>
        </p:nvSpPr>
        <p:spPr>
          <a:xfrm rot="-5400000">
            <a:off x="152886" y="3473466"/>
            <a:ext cx="98155" cy="86413"/>
          </a:xfrm>
          <a:custGeom>
            <a:rect b="b" l="l" r="r" t="t"/>
            <a:pathLst>
              <a:path extrusionOk="0" h="1465" w="1664">
                <a:moveTo>
                  <a:pt x="272" y="0"/>
                </a:moveTo>
                <a:cubicBezTo>
                  <a:pt x="245" y="0"/>
                  <a:pt x="219" y="5"/>
                  <a:pt x="192" y="14"/>
                </a:cubicBezTo>
                <a:cubicBezTo>
                  <a:pt x="149" y="36"/>
                  <a:pt x="107" y="57"/>
                  <a:pt x="85" y="100"/>
                </a:cubicBezTo>
                <a:cubicBezTo>
                  <a:pt x="0" y="185"/>
                  <a:pt x="21" y="313"/>
                  <a:pt x="85" y="398"/>
                </a:cubicBezTo>
                <a:lnTo>
                  <a:pt x="512" y="825"/>
                </a:lnTo>
                <a:cubicBezTo>
                  <a:pt x="576" y="910"/>
                  <a:pt x="640" y="974"/>
                  <a:pt x="704" y="1038"/>
                </a:cubicBezTo>
                <a:cubicBezTo>
                  <a:pt x="759" y="1111"/>
                  <a:pt x="830" y="1169"/>
                  <a:pt x="889" y="1238"/>
                </a:cubicBezTo>
                <a:lnTo>
                  <a:pt x="889" y="1238"/>
                </a:lnTo>
                <a:lnTo>
                  <a:pt x="917" y="1294"/>
                </a:lnTo>
                <a:cubicBezTo>
                  <a:pt x="1002" y="1400"/>
                  <a:pt x="1109" y="1464"/>
                  <a:pt x="1237" y="1464"/>
                </a:cubicBezTo>
                <a:cubicBezTo>
                  <a:pt x="1344" y="1464"/>
                  <a:pt x="1429" y="1422"/>
                  <a:pt x="1493" y="1358"/>
                </a:cubicBezTo>
                <a:cubicBezTo>
                  <a:pt x="1664" y="1187"/>
                  <a:pt x="1642" y="910"/>
                  <a:pt x="1429" y="782"/>
                </a:cubicBezTo>
                <a:cubicBezTo>
                  <a:pt x="1344" y="739"/>
                  <a:pt x="1258" y="675"/>
                  <a:pt x="1173" y="611"/>
                </a:cubicBezTo>
                <a:cubicBezTo>
                  <a:pt x="1066" y="547"/>
                  <a:pt x="981" y="505"/>
                  <a:pt x="896" y="419"/>
                </a:cubicBezTo>
                <a:lnTo>
                  <a:pt x="384" y="36"/>
                </a:lnTo>
                <a:cubicBezTo>
                  <a:pt x="347" y="11"/>
                  <a:pt x="309" y="0"/>
                  <a:pt x="27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123"/>
          <p:cNvSpPr/>
          <p:nvPr/>
        </p:nvSpPr>
        <p:spPr>
          <a:xfrm rot="-5400000">
            <a:off x="55882" y="3301843"/>
            <a:ext cx="87596" cy="155543"/>
          </a:xfrm>
          <a:custGeom>
            <a:rect b="b" l="l" r="r" t="t"/>
            <a:pathLst>
              <a:path extrusionOk="0" h="2637" w="1485">
                <a:moveTo>
                  <a:pt x="1189" y="1"/>
                </a:moveTo>
                <a:cubicBezTo>
                  <a:pt x="1118" y="1"/>
                  <a:pt x="1047" y="35"/>
                  <a:pt x="999" y="116"/>
                </a:cubicBezTo>
                <a:cubicBezTo>
                  <a:pt x="829" y="436"/>
                  <a:pt x="679" y="756"/>
                  <a:pt x="530" y="1076"/>
                </a:cubicBezTo>
                <a:cubicBezTo>
                  <a:pt x="445" y="1268"/>
                  <a:pt x="381" y="1439"/>
                  <a:pt x="317" y="1609"/>
                </a:cubicBezTo>
                <a:cubicBezTo>
                  <a:pt x="296" y="1673"/>
                  <a:pt x="253" y="1780"/>
                  <a:pt x="210" y="1865"/>
                </a:cubicBezTo>
                <a:cubicBezTo>
                  <a:pt x="168" y="1950"/>
                  <a:pt x="125" y="2036"/>
                  <a:pt x="104" y="2121"/>
                </a:cubicBezTo>
                <a:cubicBezTo>
                  <a:pt x="1" y="2429"/>
                  <a:pt x="246" y="2637"/>
                  <a:pt x="486" y="2637"/>
                </a:cubicBezTo>
                <a:cubicBezTo>
                  <a:pt x="644" y="2637"/>
                  <a:pt x="799" y="2546"/>
                  <a:pt x="850" y="2334"/>
                </a:cubicBezTo>
                <a:cubicBezTo>
                  <a:pt x="850" y="2228"/>
                  <a:pt x="850" y="2121"/>
                  <a:pt x="871" y="2014"/>
                </a:cubicBezTo>
                <a:lnTo>
                  <a:pt x="871" y="1993"/>
                </a:lnTo>
                <a:lnTo>
                  <a:pt x="871" y="1929"/>
                </a:lnTo>
                <a:cubicBezTo>
                  <a:pt x="871" y="1886"/>
                  <a:pt x="871" y="1844"/>
                  <a:pt x="893" y="1822"/>
                </a:cubicBezTo>
                <a:cubicBezTo>
                  <a:pt x="914" y="1630"/>
                  <a:pt x="978" y="1460"/>
                  <a:pt x="1021" y="1289"/>
                </a:cubicBezTo>
                <a:cubicBezTo>
                  <a:pt x="1127" y="969"/>
                  <a:pt x="1234" y="649"/>
                  <a:pt x="1383" y="330"/>
                </a:cubicBezTo>
                <a:cubicBezTo>
                  <a:pt x="1485" y="155"/>
                  <a:pt x="1339" y="1"/>
                  <a:pt x="118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123"/>
          <p:cNvSpPr/>
          <p:nvPr/>
        </p:nvSpPr>
        <p:spPr>
          <a:xfrm rot="-5400000">
            <a:off x="-85714" y="3453705"/>
            <a:ext cx="150890" cy="79689"/>
          </a:xfrm>
          <a:custGeom>
            <a:rect b="b" l="l" r="r" t="t"/>
            <a:pathLst>
              <a:path extrusionOk="0" h="1351" w="2558">
                <a:moveTo>
                  <a:pt x="425" y="0"/>
                </a:moveTo>
                <a:cubicBezTo>
                  <a:pt x="130" y="0"/>
                  <a:pt x="1" y="415"/>
                  <a:pt x="290" y="570"/>
                </a:cubicBezTo>
                <a:lnTo>
                  <a:pt x="1015" y="932"/>
                </a:lnTo>
                <a:cubicBezTo>
                  <a:pt x="1271" y="1039"/>
                  <a:pt x="1527" y="1167"/>
                  <a:pt x="1761" y="1295"/>
                </a:cubicBezTo>
                <a:cubicBezTo>
                  <a:pt x="1833" y="1334"/>
                  <a:pt x="1902" y="1351"/>
                  <a:pt x="1966" y="1351"/>
                </a:cubicBezTo>
                <a:cubicBezTo>
                  <a:pt x="2357" y="1351"/>
                  <a:pt x="2558" y="713"/>
                  <a:pt x="2081" y="548"/>
                </a:cubicBezTo>
                <a:cubicBezTo>
                  <a:pt x="1804" y="484"/>
                  <a:pt x="1548" y="378"/>
                  <a:pt x="1292" y="292"/>
                </a:cubicBezTo>
                <a:lnTo>
                  <a:pt x="524" y="15"/>
                </a:lnTo>
                <a:cubicBezTo>
                  <a:pt x="489" y="5"/>
                  <a:pt x="456" y="0"/>
                  <a:pt x="42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123"/>
          <p:cNvSpPr/>
          <p:nvPr/>
        </p:nvSpPr>
        <p:spPr>
          <a:xfrm rot="-5400000">
            <a:off x="321792" y="4445609"/>
            <a:ext cx="56687" cy="161206"/>
          </a:xfrm>
          <a:custGeom>
            <a:rect b="b" l="l" r="r" t="t"/>
            <a:pathLst>
              <a:path extrusionOk="0" h="2733" w="961">
                <a:moveTo>
                  <a:pt x="524" y="0"/>
                </a:moveTo>
                <a:cubicBezTo>
                  <a:pt x="389" y="0"/>
                  <a:pt x="254" y="64"/>
                  <a:pt x="172" y="205"/>
                </a:cubicBezTo>
                <a:cubicBezTo>
                  <a:pt x="108" y="333"/>
                  <a:pt x="65" y="461"/>
                  <a:pt x="44" y="589"/>
                </a:cubicBezTo>
                <a:cubicBezTo>
                  <a:pt x="44" y="674"/>
                  <a:pt x="22" y="759"/>
                  <a:pt x="22" y="866"/>
                </a:cubicBezTo>
                <a:cubicBezTo>
                  <a:pt x="22" y="1037"/>
                  <a:pt x="1" y="1229"/>
                  <a:pt x="1" y="1399"/>
                </a:cubicBezTo>
                <a:cubicBezTo>
                  <a:pt x="1" y="1762"/>
                  <a:pt x="44" y="2146"/>
                  <a:pt x="150" y="2508"/>
                </a:cubicBezTo>
                <a:cubicBezTo>
                  <a:pt x="169" y="2661"/>
                  <a:pt x="287" y="2732"/>
                  <a:pt x="406" y="2732"/>
                </a:cubicBezTo>
                <a:cubicBezTo>
                  <a:pt x="555" y="2732"/>
                  <a:pt x="707" y="2623"/>
                  <a:pt x="683" y="2423"/>
                </a:cubicBezTo>
                <a:cubicBezTo>
                  <a:pt x="683" y="2082"/>
                  <a:pt x="705" y="1762"/>
                  <a:pt x="747" y="1420"/>
                </a:cubicBezTo>
                <a:cubicBezTo>
                  <a:pt x="747" y="1402"/>
                  <a:pt x="747" y="1390"/>
                  <a:pt x="746" y="1383"/>
                </a:cubicBezTo>
                <a:lnTo>
                  <a:pt x="746" y="1383"/>
                </a:lnTo>
                <a:cubicBezTo>
                  <a:pt x="747" y="1382"/>
                  <a:pt x="747" y="1380"/>
                  <a:pt x="747" y="1378"/>
                </a:cubicBezTo>
                <a:cubicBezTo>
                  <a:pt x="747" y="1314"/>
                  <a:pt x="747" y="1271"/>
                  <a:pt x="769" y="1229"/>
                </a:cubicBezTo>
                <a:cubicBezTo>
                  <a:pt x="769" y="1165"/>
                  <a:pt x="790" y="1079"/>
                  <a:pt x="811" y="994"/>
                </a:cubicBezTo>
                <a:cubicBezTo>
                  <a:pt x="833" y="909"/>
                  <a:pt x="875" y="823"/>
                  <a:pt x="897" y="759"/>
                </a:cubicBezTo>
                <a:cubicBezTo>
                  <a:pt x="939" y="631"/>
                  <a:pt x="961" y="525"/>
                  <a:pt x="961" y="418"/>
                </a:cubicBezTo>
                <a:cubicBezTo>
                  <a:pt x="948" y="157"/>
                  <a:pt x="735" y="0"/>
                  <a:pt x="5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123"/>
          <p:cNvSpPr/>
          <p:nvPr/>
        </p:nvSpPr>
        <p:spPr>
          <a:xfrm rot="-5400000">
            <a:off x="39720" y="4562520"/>
            <a:ext cx="125112" cy="102811"/>
          </a:xfrm>
          <a:custGeom>
            <a:rect b="b" l="l" r="r" t="t"/>
            <a:pathLst>
              <a:path extrusionOk="0" h="1743" w="2121">
                <a:moveTo>
                  <a:pt x="529" y="0"/>
                </a:moveTo>
                <a:cubicBezTo>
                  <a:pt x="249" y="0"/>
                  <a:pt x="0" y="299"/>
                  <a:pt x="191" y="585"/>
                </a:cubicBezTo>
                <a:cubicBezTo>
                  <a:pt x="298" y="734"/>
                  <a:pt x="426" y="862"/>
                  <a:pt x="575" y="990"/>
                </a:cubicBezTo>
                <a:cubicBezTo>
                  <a:pt x="703" y="1097"/>
                  <a:pt x="831" y="1225"/>
                  <a:pt x="980" y="1310"/>
                </a:cubicBezTo>
                <a:cubicBezTo>
                  <a:pt x="1108" y="1417"/>
                  <a:pt x="1236" y="1481"/>
                  <a:pt x="1364" y="1566"/>
                </a:cubicBezTo>
                <a:cubicBezTo>
                  <a:pt x="1428" y="1587"/>
                  <a:pt x="1513" y="1630"/>
                  <a:pt x="1577" y="1651"/>
                </a:cubicBezTo>
                <a:cubicBezTo>
                  <a:pt x="1663" y="1694"/>
                  <a:pt x="1748" y="1715"/>
                  <a:pt x="1833" y="1737"/>
                </a:cubicBezTo>
                <a:cubicBezTo>
                  <a:pt x="1848" y="1740"/>
                  <a:pt x="1863" y="1742"/>
                  <a:pt x="1877" y="1742"/>
                </a:cubicBezTo>
                <a:cubicBezTo>
                  <a:pt x="2025" y="1742"/>
                  <a:pt x="2121" y="1555"/>
                  <a:pt x="2004" y="1438"/>
                </a:cubicBezTo>
                <a:lnTo>
                  <a:pt x="2025" y="1438"/>
                </a:lnTo>
                <a:cubicBezTo>
                  <a:pt x="1940" y="1374"/>
                  <a:pt x="1940" y="1353"/>
                  <a:pt x="1876" y="1289"/>
                </a:cubicBezTo>
                <a:lnTo>
                  <a:pt x="1705" y="1139"/>
                </a:lnTo>
                <a:cubicBezTo>
                  <a:pt x="1599" y="1033"/>
                  <a:pt x="1492" y="926"/>
                  <a:pt x="1385" y="820"/>
                </a:cubicBezTo>
                <a:cubicBezTo>
                  <a:pt x="1279" y="713"/>
                  <a:pt x="1194" y="606"/>
                  <a:pt x="1087" y="500"/>
                </a:cubicBezTo>
                <a:lnTo>
                  <a:pt x="1023" y="414"/>
                </a:lnTo>
                <a:cubicBezTo>
                  <a:pt x="1002" y="372"/>
                  <a:pt x="980" y="350"/>
                  <a:pt x="959" y="308"/>
                </a:cubicBezTo>
                <a:lnTo>
                  <a:pt x="959" y="308"/>
                </a:lnTo>
                <a:cubicBezTo>
                  <a:pt x="976" y="333"/>
                  <a:pt x="983" y="342"/>
                  <a:pt x="983" y="342"/>
                </a:cubicBezTo>
                <a:cubicBezTo>
                  <a:pt x="985" y="342"/>
                  <a:pt x="972" y="321"/>
                  <a:pt x="959" y="308"/>
                </a:cubicBezTo>
                <a:lnTo>
                  <a:pt x="959" y="308"/>
                </a:lnTo>
                <a:cubicBezTo>
                  <a:pt x="959" y="308"/>
                  <a:pt x="959" y="308"/>
                  <a:pt x="959" y="308"/>
                </a:cubicBezTo>
                <a:lnTo>
                  <a:pt x="916" y="265"/>
                </a:lnTo>
                <a:cubicBezTo>
                  <a:pt x="895" y="222"/>
                  <a:pt x="852" y="158"/>
                  <a:pt x="810" y="116"/>
                </a:cubicBezTo>
                <a:cubicBezTo>
                  <a:pt x="723" y="35"/>
                  <a:pt x="624" y="0"/>
                  <a:pt x="52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123"/>
          <p:cNvSpPr/>
          <p:nvPr/>
        </p:nvSpPr>
        <p:spPr>
          <a:xfrm rot="-5400000">
            <a:off x="209364" y="4663388"/>
            <a:ext cx="145699" cy="84467"/>
          </a:xfrm>
          <a:custGeom>
            <a:rect b="b" l="l" r="r" t="t"/>
            <a:pathLst>
              <a:path extrusionOk="0" h="1432" w="2470">
                <a:moveTo>
                  <a:pt x="2281" y="1"/>
                </a:moveTo>
                <a:cubicBezTo>
                  <a:pt x="2275" y="1"/>
                  <a:pt x="2268" y="1"/>
                  <a:pt x="2261" y="2"/>
                </a:cubicBezTo>
                <a:lnTo>
                  <a:pt x="2261" y="45"/>
                </a:lnTo>
                <a:lnTo>
                  <a:pt x="2195" y="45"/>
                </a:lnTo>
                <a:cubicBezTo>
                  <a:pt x="2154" y="35"/>
                  <a:pt x="2114" y="31"/>
                  <a:pt x="2074" y="31"/>
                </a:cubicBezTo>
                <a:cubicBezTo>
                  <a:pt x="2030" y="31"/>
                  <a:pt x="1986" y="36"/>
                  <a:pt x="1942" y="45"/>
                </a:cubicBezTo>
                <a:cubicBezTo>
                  <a:pt x="1856" y="45"/>
                  <a:pt x="1771" y="66"/>
                  <a:pt x="1707" y="87"/>
                </a:cubicBezTo>
                <a:cubicBezTo>
                  <a:pt x="1515" y="130"/>
                  <a:pt x="1344" y="194"/>
                  <a:pt x="1195" y="258"/>
                </a:cubicBezTo>
                <a:cubicBezTo>
                  <a:pt x="811" y="386"/>
                  <a:pt x="470" y="557"/>
                  <a:pt x="150" y="791"/>
                </a:cubicBezTo>
                <a:cubicBezTo>
                  <a:pt x="22" y="919"/>
                  <a:pt x="1" y="1132"/>
                  <a:pt x="129" y="1282"/>
                </a:cubicBezTo>
                <a:cubicBezTo>
                  <a:pt x="199" y="1380"/>
                  <a:pt x="315" y="1432"/>
                  <a:pt x="435" y="1432"/>
                </a:cubicBezTo>
                <a:cubicBezTo>
                  <a:pt x="497" y="1432"/>
                  <a:pt x="561" y="1418"/>
                  <a:pt x="619" y="1388"/>
                </a:cubicBezTo>
                <a:cubicBezTo>
                  <a:pt x="769" y="1303"/>
                  <a:pt x="897" y="1175"/>
                  <a:pt x="1046" y="1090"/>
                </a:cubicBezTo>
                <a:cubicBezTo>
                  <a:pt x="1174" y="983"/>
                  <a:pt x="1302" y="919"/>
                  <a:pt x="1451" y="812"/>
                </a:cubicBezTo>
                <a:lnTo>
                  <a:pt x="1878" y="578"/>
                </a:lnTo>
                <a:cubicBezTo>
                  <a:pt x="1942" y="535"/>
                  <a:pt x="2027" y="514"/>
                  <a:pt x="2091" y="471"/>
                </a:cubicBezTo>
                <a:cubicBezTo>
                  <a:pt x="2197" y="429"/>
                  <a:pt x="2261" y="365"/>
                  <a:pt x="2324" y="302"/>
                </a:cubicBezTo>
                <a:lnTo>
                  <a:pt x="2324" y="302"/>
                </a:lnTo>
                <a:lnTo>
                  <a:pt x="2261" y="365"/>
                </a:lnTo>
                <a:lnTo>
                  <a:pt x="2347" y="322"/>
                </a:lnTo>
                <a:cubicBezTo>
                  <a:pt x="2470" y="240"/>
                  <a:pt x="2435" y="1"/>
                  <a:pt x="228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123"/>
          <p:cNvSpPr/>
          <p:nvPr/>
        </p:nvSpPr>
        <p:spPr>
          <a:xfrm rot="-5400000">
            <a:off x="10227" y="4737537"/>
            <a:ext cx="121573" cy="141151"/>
          </a:xfrm>
          <a:custGeom>
            <a:rect b="b" l="l" r="r" t="t"/>
            <a:pathLst>
              <a:path extrusionOk="0" h="2393" w="2061">
                <a:moveTo>
                  <a:pt x="1001" y="651"/>
                </a:moveTo>
                <a:lnTo>
                  <a:pt x="1001" y="651"/>
                </a:lnTo>
                <a:cubicBezTo>
                  <a:pt x="1010" y="680"/>
                  <a:pt x="1016" y="691"/>
                  <a:pt x="1017" y="691"/>
                </a:cubicBezTo>
                <a:cubicBezTo>
                  <a:pt x="1018" y="691"/>
                  <a:pt x="1012" y="674"/>
                  <a:pt x="1001" y="651"/>
                </a:cubicBezTo>
                <a:close/>
                <a:moveTo>
                  <a:pt x="470" y="0"/>
                </a:moveTo>
                <a:cubicBezTo>
                  <a:pt x="233" y="0"/>
                  <a:pt x="1" y="210"/>
                  <a:pt x="84" y="502"/>
                </a:cubicBezTo>
                <a:cubicBezTo>
                  <a:pt x="212" y="928"/>
                  <a:pt x="425" y="1291"/>
                  <a:pt x="702" y="1632"/>
                </a:cubicBezTo>
                <a:cubicBezTo>
                  <a:pt x="809" y="1760"/>
                  <a:pt x="937" y="1909"/>
                  <a:pt x="1086" y="2016"/>
                </a:cubicBezTo>
                <a:cubicBezTo>
                  <a:pt x="1129" y="2080"/>
                  <a:pt x="1193" y="2122"/>
                  <a:pt x="1257" y="2144"/>
                </a:cubicBezTo>
                <a:cubicBezTo>
                  <a:pt x="1278" y="2155"/>
                  <a:pt x="1289" y="2159"/>
                  <a:pt x="1293" y="2159"/>
                </a:cubicBezTo>
                <a:lnTo>
                  <a:pt x="1293" y="2159"/>
                </a:lnTo>
                <a:cubicBezTo>
                  <a:pt x="1295" y="2161"/>
                  <a:pt x="1297" y="2163"/>
                  <a:pt x="1299" y="2165"/>
                </a:cubicBezTo>
                <a:cubicBezTo>
                  <a:pt x="1342" y="2208"/>
                  <a:pt x="1342" y="2186"/>
                  <a:pt x="1363" y="2208"/>
                </a:cubicBezTo>
                <a:lnTo>
                  <a:pt x="1427" y="2250"/>
                </a:lnTo>
                <a:lnTo>
                  <a:pt x="1470" y="2272"/>
                </a:lnTo>
                <a:lnTo>
                  <a:pt x="1619" y="2336"/>
                </a:lnTo>
                <a:cubicBezTo>
                  <a:pt x="1664" y="2376"/>
                  <a:pt x="1711" y="2393"/>
                  <a:pt x="1756" y="2393"/>
                </a:cubicBezTo>
                <a:cubicBezTo>
                  <a:pt x="1926" y="2393"/>
                  <a:pt x="2061" y="2151"/>
                  <a:pt x="1875" y="2016"/>
                </a:cubicBezTo>
                <a:cubicBezTo>
                  <a:pt x="1811" y="1952"/>
                  <a:pt x="1768" y="1867"/>
                  <a:pt x="1726" y="1824"/>
                </a:cubicBezTo>
                <a:cubicBezTo>
                  <a:pt x="1683" y="1781"/>
                  <a:pt x="1640" y="1696"/>
                  <a:pt x="1577" y="1632"/>
                </a:cubicBezTo>
                <a:cubicBezTo>
                  <a:pt x="1470" y="1483"/>
                  <a:pt x="1385" y="1333"/>
                  <a:pt x="1278" y="1184"/>
                </a:cubicBezTo>
                <a:cubicBezTo>
                  <a:pt x="1193" y="1035"/>
                  <a:pt x="1107" y="886"/>
                  <a:pt x="1022" y="715"/>
                </a:cubicBezTo>
                <a:cubicBezTo>
                  <a:pt x="1022" y="694"/>
                  <a:pt x="1001" y="672"/>
                  <a:pt x="1001" y="651"/>
                </a:cubicBezTo>
                <a:cubicBezTo>
                  <a:pt x="979" y="608"/>
                  <a:pt x="979" y="566"/>
                  <a:pt x="958" y="523"/>
                </a:cubicBezTo>
                <a:cubicBezTo>
                  <a:pt x="915" y="416"/>
                  <a:pt x="873" y="310"/>
                  <a:pt x="809" y="203"/>
                </a:cubicBezTo>
                <a:cubicBezTo>
                  <a:pt x="727" y="61"/>
                  <a:pt x="598" y="0"/>
                  <a:pt x="47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123"/>
          <p:cNvSpPr/>
          <p:nvPr/>
        </p:nvSpPr>
        <p:spPr>
          <a:xfrm rot="-5400000">
            <a:off x="191640" y="4823037"/>
            <a:ext cx="52912" cy="46598"/>
          </a:xfrm>
          <a:custGeom>
            <a:rect b="b" l="l" r="r" t="t"/>
            <a:pathLst>
              <a:path extrusionOk="0" h="790" w="897">
                <a:moveTo>
                  <a:pt x="683" y="256"/>
                </a:moveTo>
                <a:lnTo>
                  <a:pt x="684" y="260"/>
                </a:lnTo>
                <a:lnTo>
                  <a:pt x="684" y="260"/>
                </a:lnTo>
                <a:cubicBezTo>
                  <a:pt x="684" y="259"/>
                  <a:pt x="683" y="259"/>
                  <a:pt x="683" y="258"/>
                </a:cubicBezTo>
                <a:lnTo>
                  <a:pt x="683" y="258"/>
                </a:lnTo>
                <a:cubicBezTo>
                  <a:pt x="683" y="258"/>
                  <a:pt x="683" y="257"/>
                  <a:pt x="683" y="256"/>
                </a:cubicBezTo>
                <a:close/>
                <a:moveTo>
                  <a:pt x="853" y="597"/>
                </a:moveTo>
                <a:lnTo>
                  <a:pt x="832" y="623"/>
                </a:lnTo>
                <a:lnTo>
                  <a:pt x="832" y="623"/>
                </a:lnTo>
                <a:cubicBezTo>
                  <a:pt x="832" y="622"/>
                  <a:pt x="832" y="620"/>
                  <a:pt x="832" y="619"/>
                </a:cubicBezTo>
                <a:lnTo>
                  <a:pt x="853" y="597"/>
                </a:lnTo>
                <a:close/>
                <a:moveTo>
                  <a:pt x="762" y="725"/>
                </a:moveTo>
                <a:lnTo>
                  <a:pt x="762" y="725"/>
                </a:lnTo>
                <a:cubicBezTo>
                  <a:pt x="760" y="727"/>
                  <a:pt x="758" y="728"/>
                  <a:pt x="756" y="730"/>
                </a:cubicBezTo>
                <a:lnTo>
                  <a:pt x="756" y="730"/>
                </a:lnTo>
                <a:lnTo>
                  <a:pt x="768" y="725"/>
                </a:lnTo>
                <a:close/>
                <a:moveTo>
                  <a:pt x="278" y="0"/>
                </a:moveTo>
                <a:cubicBezTo>
                  <a:pt x="235" y="22"/>
                  <a:pt x="192" y="43"/>
                  <a:pt x="150" y="64"/>
                </a:cubicBezTo>
                <a:cubicBezTo>
                  <a:pt x="107" y="86"/>
                  <a:pt x="86" y="128"/>
                  <a:pt x="64" y="171"/>
                </a:cubicBezTo>
                <a:cubicBezTo>
                  <a:pt x="0" y="278"/>
                  <a:pt x="0" y="406"/>
                  <a:pt x="64" y="512"/>
                </a:cubicBezTo>
                <a:cubicBezTo>
                  <a:pt x="86" y="576"/>
                  <a:pt x="128" y="619"/>
                  <a:pt x="171" y="661"/>
                </a:cubicBezTo>
                <a:cubicBezTo>
                  <a:pt x="214" y="683"/>
                  <a:pt x="235" y="704"/>
                  <a:pt x="278" y="725"/>
                </a:cubicBezTo>
                <a:lnTo>
                  <a:pt x="299" y="725"/>
                </a:lnTo>
                <a:cubicBezTo>
                  <a:pt x="320" y="747"/>
                  <a:pt x="363" y="747"/>
                  <a:pt x="406" y="768"/>
                </a:cubicBezTo>
                <a:lnTo>
                  <a:pt x="427" y="768"/>
                </a:lnTo>
                <a:lnTo>
                  <a:pt x="534" y="789"/>
                </a:lnTo>
                <a:lnTo>
                  <a:pt x="555" y="789"/>
                </a:lnTo>
                <a:cubicBezTo>
                  <a:pt x="598" y="768"/>
                  <a:pt x="619" y="768"/>
                  <a:pt x="662" y="768"/>
                </a:cubicBezTo>
                <a:cubicBezTo>
                  <a:pt x="683" y="768"/>
                  <a:pt x="704" y="747"/>
                  <a:pt x="725" y="747"/>
                </a:cubicBezTo>
                <a:cubicBezTo>
                  <a:pt x="737" y="741"/>
                  <a:pt x="747" y="735"/>
                  <a:pt x="756" y="730"/>
                </a:cubicBezTo>
                <a:lnTo>
                  <a:pt x="756" y="730"/>
                </a:lnTo>
                <a:lnTo>
                  <a:pt x="704" y="747"/>
                </a:lnTo>
                <a:cubicBezTo>
                  <a:pt x="725" y="736"/>
                  <a:pt x="741" y="731"/>
                  <a:pt x="755" y="725"/>
                </a:cubicBezTo>
                <a:lnTo>
                  <a:pt x="762" y="725"/>
                </a:lnTo>
                <a:cubicBezTo>
                  <a:pt x="767" y="722"/>
                  <a:pt x="771" y="719"/>
                  <a:pt x="775" y="716"/>
                </a:cubicBezTo>
                <a:lnTo>
                  <a:pt x="775" y="716"/>
                </a:lnTo>
                <a:cubicBezTo>
                  <a:pt x="780" y="712"/>
                  <a:pt x="785" y="709"/>
                  <a:pt x="789" y="704"/>
                </a:cubicBezTo>
                <a:lnTo>
                  <a:pt x="832" y="683"/>
                </a:lnTo>
                <a:cubicBezTo>
                  <a:pt x="853" y="661"/>
                  <a:pt x="875" y="640"/>
                  <a:pt x="875" y="597"/>
                </a:cubicBezTo>
                <a:cubicBezTo>
                  <a:pt x="896" y="597"/>
                  <a:pt x="896" y="576"/>
                  <a:pt x="896" y="555"/>
                </a:cubicBezTo>
                <a:cubicBezTo>
                  <a:pt x="896" y="534"/>
                  <a:pt x="896" y="491"/>
                  <a:pt x="896" y="470"/>
                </a:cubicBezTo>
                <a:cubicBezTo>
                  <a:pt x="875" y="427"/>
                  <a:pt x="853" y="406"/>
                  <a:pt x="832" y="384"/>
                </a:cubicBezTo>
                <a:cubicBezTo>
                  <a:pt x="814" y="366"/>
                  <a:pt x="796" y="348"/>
                  <a:pt x="778" y="343"/>
                </a:cubicBezTo>
                <a:lnTo>
                  <a:pt x="778" y="343"/>
                </a:lnTo>
                <a:cubicBezTo>
                  <a:pt x="755" y="319"/>
                  <a:pt x="729" y="299"/>
                  <a:pt x="701" y="283"/>
                </a:cubicBezTo>
                <a:lnTo>
                  <a:pt x="701" y="283"/>
                </a:lnTo>
                <a:cubicBezTo>
                  <a:pt x="701" y="282"/>
                  <a:pt x="700" y="281"/>
                  <a:pt x="699" y="280"/>
                </a:cubicBezTo>
                <a:lnTo>
                  <a:pt x="699" y="280"/>
                </a:lnTo>
                <a:cubicBezTo>
                  <a:pt x="682" y="180"/>
                  <a:pt x="623" y="96"/>
                  <a:pt x="534" y="43"/>
                </a:cubicBezTo>
                <a:lnTo>
                  <a:pt x="44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123"/>
          <p:cNvSpPr/>
          <p:nvPr/>
        </p:nvSpPr>
        <p:spPr>
          <a:xfrm rot="5400000">
            <a:off x="2732426" y="4345430"/>
            <a:ext cx="248554" cy="1415293"/>
          </a:xfrm>
          <a:custGeom>
            <a:rect b="b" l="l" r="r" t="t"/>
            <a:pathLst>
              <a:path extrusionOk="0" h="15542" w="5588">
                <a:moveTo>
                  <a:pt x="4548" y="1"/>
                </a:moveTo>
                <a:cubicBezTo>
                  <a:pt x="3927" y="1"/>
                  <a:pt x="3303" y="39"/>
                  <a:pt x="2688" y="121"/>
                </a:cubicBezTo>
                <a:cubicBezTo>
                  <a:pt x="2282" y="143"/>
                  <a:pt x="1899" y="292"/>
                  <a:pt x="1579" y="548"/>
                </a:cubicBezTo>
                <a:cubicBezTo>
                  <a:pt x="1365" y="804"/>
                  <a:pt x="1216" y="1102"/>
                  <a:pt x="1174" y="1422"/>
                </a:cubicBezTo>
                <a:cubicBezTo>
                  <a:pt x="256" y="5367"/>
                  <a:pt x="1" y="9419"/>
                  <a:pt x="384" y="13429"/>
                </a:cubicBezTo>
                <a:cubicBezTo>
                  <a:pt x="448" y="14026"/>
                  <a:pt x="555" y="14687"/>
                  <a:pt x="1046" y="15092"/>
                </a:cubicBezTo>
                <a:cubicBezTo>
                  <a:pt x="1493" y="15455"/>
                  <a:pt x="2112" y="15497"/>
                  <a:pt x="2709" y="15519"/>
                </a:cubicBezTo>
                <a:cubicBezTo>
                  <a:pt x="3076" y="15535"/>
                  <a:pt x="3442" y="15542"/>
                  <a:pt x="3809" y="15542"/>
                </a:cubicBezTo>
                <a:cubicBezTo>
                  <a:pt x="4402" y="15542"/>
                  <a:pt x="4995" y="15524"/>
                  <a:pt x="5588" y="15497"/>
                </a:cubicBezTo>
                <a:lnTo>
                  <a:pt x="5588" y="36"/>
                </a:lnTo>
                <a:cubicBezTo>
                  <a:pt x="5244" y="13"/>
                  <a:pt x="4896" y="1"/>
                  <a:pt x="454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1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7">
    <p:bg>
      <p:bgPr>
        <a:blipFill>
          <a:blip r:embed="rId2">
            <a:alphaModFix/>
          </a:blip>
          <a:stretch>
            <a:fillRect/>
          </a:stretch>
        </a:blipFill>
      </p:bgPr>
    </p:bg>
    <p:spTree>
      <p:nvGrpSpPr>
        <p:cNvPr id="711" name="Shape 711"/>
        <p:cNvGrpSpPr/>
        <p:nvPr/>
      </p:nvGrpSpPr>
      <p:grpSpPr>
        <a:xfrm>
          <a:off x="0" y="0"/>
          <a:ext cx="0" cy="0"/>
          <a:chOff x="0" y="0"/>
          <a:chExt cx="0" cy="0"/>
        </a:xfrm>
      </p:grpSpPr>
      <p:sp>
        <p:nvSpPr>
          <p:cNvPr id="712" name="Google Shape;712;p1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7_1">
    <p:bg>
      <p:bgPr>
        <a:blipFill>
          <a:blip r:embed="rId2">
            <a:alphaModFix/>
          </a:blip>
          <a:stretch>
            <a:fillRect/>
          </a:stretch>
        </a:blipFill>
      </p:bgPr>
    </p:bg>
    <p:spTree>
      <p:nvGrpSpPr>
        <p:cNvPr id="713" name="Shape 713"/>
        <p:cNvGrpSpPr/>
        <p:nvPr/>
      </p:nvGrpSpPr>
      <p:grpSpPr>
        <a:xfrm>
          <a:off x="0" y="0"/>
          <a:ext cx="0" cy="0"/>
          <a:chOff x="0" y="0"/>
          <a:chExt cx="0" cy="0"/>
        </a:xfrm>
      </p:grpSpPr>
      <p:sp>
        <p:nvSpPr>
          <p:cNvPr id="714" name="Google Shape;714;p1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7_1_1">
    <p:bg>
      <p:bgPr>
        <a:blipFill>
          <a:blip r:embed="rId2">
            <a:alphaModFix/>
          </a:blip>
          <a:stretch>
            <a:fillRect/>
          </a:stretch>
        </a:blipFill>
      </p:bgPr>
    </p:bg>
    <p:spTree>
      <p:nvGrpSpPr>
        <p:cNvPr id="715" name="Shape 715"/>
        <p:cNvGrpSpPr/>
        <p:nvPr/>
      </p:nvGrpSpPr>
      <p:grpSpPr>
        <a:xfrm>
          <a:off x="0" y="0"/>
          <a:ext cx="0" cy="0"/>
          <a:chOff x="0" y="0"/>
          <a:chExt cx="0" cy="0"/>
        </a:xfrm>
      </p:grpSpPr>
      <p:sp>
        <p:nvSpPr>
          <p:cNvPr id="716" name="Google Shape;716;p1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CUSTOM_7_1_1_1">
    <p:bg>
      <p:bgPr>
        <a:blipFill>
          <a:blip r:embed="rId2">
            <a:alphaModFix/>
          </a:blip>
          <a:stretch>
            <a:fillRect/>
          </a:stretch>
        </a:blipFill>
      </p:bgPr>
    </p:bg>
    <p:spTree>
      <p:nvGrpSpPr>
        <p:cNvPr id="717" name="Shape 717"/>
        <p:cNvGrpSpPr/>
        <p:nvPr/>
      </p:nvGrpSpPr>
      <p:grpSpPr>
        <a:xfrm>
          <a:off x="0" y="0"/>
          <a:ext cx="0" cy="0"/>
          <a:chOff x="0" y="0"/>
          <a:chExt cx="0" cy="0"/>
        </a:xfrm>
      </p:grpSpPr>
      <p:sp>
        <p:nvSpPr>
          <p:cNvPr id="718" name="Google Shape;718;p1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4"/>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dk1"/>
              </a:buClr>
              <a:buSzPts val="3000"/>
              <a:buFont typeface="Neucha"/>
              <a:buNone/>
              <a:defRPr b="0" i="0" sz="3000" u="none" cap="none" strike="noStrike">
                <a:solidFill>
                  <a:schemeClr val="dk1"/>
                </a:solidFill>
                <a:latin typeface="Neucha"/>
                <a:ea typeface="Neucha"/>
                <a:cs typeface="Neucha"/>
                <a:sym typeface="Neucha"/>
              </a:defRPr>
            </a:lvl1pPr>
            <a:lvl2pPr lvl="1" marR="0" rtl="0" algn="ctr">
              <a:lnSpc>
                <a:spcPct val="100000"/>
              </a:lnSpc>
              <a:spcBef>
                <a:spcPts val="0"/>
              </a:spcBef>
              <a:spcAft>
                <a:spcPts val="0"/>
              </a:spcAft>
              <a:buClr>
                <a:schemeClr val="dk2"/>
              </a:buClr>
              <a:buSzPts val="3000"/>
              <a:buFont typeface="Neucha"/>
              <a:buNone/>
              <a:defRPr b="0" i="0" sz="3000" u="none" cap="none" strike="noStrike">
                <a:solidFill>
                  <a:schemeClr val="dk2"/>
                </a:solidFill>
                <a:latin typeface="Neucha"/>
                <a:ea typeface="Neucha"/>
                <a:cs typeface="Neucha"/>
                <a:sym typeface="Neucha"/>
              </a:defRPr>
            </a:lvl2pPr>
            <a:lvl3pPr lvl="2" marR="0" rtl="0" algn="ctr">
              <a:lnSpc>
                <a:spcPct val="100000"/>
              </a:lnSpc>
              <a:spcBef>
                <a:spcPts val="0"/>
              </a:spcBef>
              <a:spcAft>
                <a:spcPts val="0"/>
              </a:spcAft>
              <a:buClr>
                <a:schemeClr val="dk2"/>
              </a:buClr>
              <a:buSzPts val="3000"/>
              <a:buFont typeface="Neucha"/>
              <a:buNone/>
              <a:defRPr b="0" i="0" sz="3000" u="none" cap="none" strike="noStrike">
                <a:solidFill>
                  <a:schemeClr val="dk2"/>
                </a:solidFill>
                <a:latin typeface="Neucha"/>
                <a:ea typeface="Neucha"/>
                <a:cs typeface="Neucha"/>
                <a:sym typeface="Neucha"/>
              </a:defRPr>
            </a:lvl3pPr>
            <a:lvl4pPr lvl="3" marR="0" rtl="0" algn="ctr">
              <a:lnSpc>
                <a:spcPct val="100000"/>
              </a:lnSpc>
              <a:spcBef>
                <a:spcPts val="0"/>
              </a:spcBef>
              <a:spcAft>
                <a:spcPts val="0"/>
              </a:spcAft>
              <a:buClr>
                <a:schemeClr val="dk2"/>
              </a:buClr>
              <a:buSzPts val="3000"/>
              <a:buFont typeface="Neucha"/>
              <a:buNone/>
              <a:defRPr b="0" i="0" sz="3000" u="none" cap="none" strike="noStrike">
                <a:solidFill>
                  <a:schemeClr val="dk2"/>
                </a:solidFill>
                <a:latin typeface="Neucha"/>
                <a:ea typeface="Neucha"/>
                <a:cs typeface="Neucha"/>
                <a:sym typeface="Neucha"/>
              </a:defRPr>
            </a:lvl4pPr>
            <a:lvl5pPr lvl="4" marR="0" rtl="0" algn="ctr">
              <a:lnSpc>
                <a:spcPct val="100000"/>
              </a:lnSpc>
              <a:spcBef>
                <a:spcPts val="0"/>
              </a:spcBef>
              <a:spcAft>
                <a:spcPts val="0"/>
              </a:spcAft>
              <a:buClr>
                <a:schemeClr val="dk2"/>
              </a:buClr>
              <a:buSzPts val="3000"/>
              <a:buFont typeface="Neucha"/>
              <a:buNone/>
              <a:defRPr b="0" i="0" sz="3000" u="none" cap="none" strike="noStrike">
                <a:solidFill>
                  <a:schemeClr val="dk2"/>
                </a:solidFill>
                <a:latin typeface="Neucha"/>
                <a:ea typeface="Neucha"/>
                <a:cs typeface="Neucha"/>
                <a:sym typeface="Neucha"/>
              </a:defRPr>
            </a:lvl5pPr>
            <a:lvl6pPr lvl="5" marR="0" rtl="0" algn="ctr">
              <a:lnSpc>
                <a:spcPct val="100000"/>
              </a:lnSpc>
              <a:spcBef>
                <a:spcPts val="0"/>
              </a:spcBef>
              <a:spcAft>
                <a:spcPts val="0"/>
              </a:spcAft>
              <a:buClr>
                <a:schemeClr val="dk2"/>
              </a:buClr>
              <a:buSzPts val="3000"/>
              <a:buFont typeface="Neucha"/>
              <a:buNone/>
              <a:defRPr b="0" i="0" sz="3000" u="none" cap="none" strike="noStrike">
                <a:solidFill>
                  <a:schemeClr val="dk2"/>
                </a:solidFill>
                <a:latin typeface="Neucha"/>
                <a:ea typeface="Neucha"/>
                <a:cs typeface="Neucha"/>
                <a:sym typeface="Neucha"/>
              </a:defRPr>
            </a:lvl6pPr>
            <a:lvl7pPr lvl="6" marR="0" rtl="0" algn="ctr">
              <a:lnSpc>
                <a:spcPct val="100000"/>
              </a:lnSpc>
              <a:spcBef>
                <a:spcPts val="0"/>
              </a:spcBef>
              <a:spcAft>
                <a:spcPts val="0"/>
              </a:spcAft>
              <a:buClr>
                <a:schemeClr val="dk2"/>
              </a:buClr>
              <a:buSzPts val="3000"/>
              <a:buFont typeface="Neucha"/>
              <a:buNone/>
              <a:defRPr b="0" i="0" sz="3000" u="none" cap="none" strike="noStrike">
                <a:solidFill>
                  <a:schemeClr val="dk2"/>
                </a:solidFill>
                <a:latin typeface="Neucha"/>
                <a:ea typeface="Neucha"/>
                <a:cs typeface="Neucha"/>
                <a:sym typeface="Neucha"/>
              </a:defRPr>
            </a:lvl7pPr>
            <a:lvl8pPr lvl="7" marR="0" rtl="0" algn="ctr">
              <a:lnSpc>
                <a:spcPct val="100000"/>
              </a:lnSpc>
              <a:spcBef>
                <a:spcPts val="0"/>
              </a:spcBef>
              <a:spcAft>
                <a:spcPts val="0"/>
              </a:spcAft>
              <a:buClr>
                <a:schemeClr val="dk2"/>
              </a:buClr>
              <a:buSzPts val="3000"/>
              <a:buFont typeface="Neucha"/>
              <a:buNone/>
              <a:defRPr b="0" i="0" sz="3000" u="none" cap="none" strike="noStrike">
                <a:solidFill>
                  <a:schemeClr val="dk2"/>
                </a:solidFill>
                <a:latin typeface="Neucha"/>
                <a:ea typeface="Neucha"/>
                <a:cs typeface="Neucha"/>
                <a:sym typeface="Neucha"/>
              </a:defRPr>
            </a:lvl8pPr>
            <a:lvl9pPr lvl="8" marR="0" rtl="0" algn="ctr">
              <a:lnSpc>
                <a:spcPct val="100000"/>
              </a:lnSpc>
              <a:spcBef>
                <a:spcPts val="0"/>
              </a:spcBef>
              <a:spcAft>
                <a:spcPts val="0"/>
              </a:spcAft>
              <a:buClr>
                <a:schemeClr val="dk2"/>
              </a:buClr>
              <a:buSzPts val="3000"/>
              <a:buFont typeface="Neucha"/>
              <a:buNone/>
              <a:defRPr b="0" i="0" sz="3000" u="none" cap="none" strike="noStrike">
                <a:solidFill>
                  <a:schemeClr val="dk2"/>
                </a:solidFill>
                <a:latin typeface="Neucha"/>
                <a:ea typeface="Neucha"/>
                <a:cs typeface="Neucha"/>
                <a:sym typeface="Neucha"/>
              </a:defRPr>
            </a:lvl9pPr>
          </a:lstStyle>
          <a:p/>
        </p:txBody>
      </p:sp>
      <p:sp>
        <p:nvSpPr>
          <p:cNvPr id="7" name="Google Shape;7;p9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0"/>
              </a:spcBef>
              <a:spcAft>
                <a:spcPts val="0"/>
              </a:spcAft>
              <a:buClr>
                <a:schemeClr val="dk2"/>
              </a:buClr>
              <a:buSzPts val="1800"/>
              <a:buFont typeface="Cairo"/>
              <a:buChar char="●"/>
              <a:defRPr b="0" i="0" sz="1800" u="none" cap="none" strike="noStrike">
                <a:solidFill>
                  <a:schemeClr val="dk2"/>
                </a:solidFill>
                <a:latin typeface="Cairo"/>
                <a:ea typeface="Cairo"/>
                <a:cs typeface="Cairo"/>
                <a:sym typeface="Cairo"/>
              </a:defRPr>
            </a:lvl1pPr>
            <a:lvl2pPr indent="-317500" lvl="1" marL="914400" marR="0" rtl="0" algn="l">
              <a:lnSpc>
                <a:spcPct val="115000"/>
              </a:lnSpc>
              <a:spcBef>
                <a:spcPts val="1600"/>
              </a:spcBef>
              <a:spcAft>
                <a:spcPts val="0"/>
              </a:spcAft>
              <a:buClr>
                <a:schemeClr val="dk2"/>
              </a:buClr>
              <a:buSzPts val="1400"/>
              <a:buFont typeface="Cairo"/>
              <a:buChar char="○"/>
              <a:defRPr b="0" i="0" sz="1400" u="none" cap="none" strike="noStrike">
                <a:solidFill>
                  <a:schemeClr val="dk2"/>
                </a:solidFill>
                <a:latin typeface="Cairo"/>
                <a:ea typeface="Cairo"/>
                <a:cs typeface="Cairo"/>
                <a:sym typeface="Cairo"/>
              </a:defRPr>
            </a:lvl2pPr>
            <a:lvl3pPr indent="-317500" lvl="2" marL="1371600" marR="0" rtl="0" algn="l">
              <a:lnSpc>
                <a:spcPct val="115000"/>
              </a:lnSpc>
              <a:spcBef>
                <a:spcPts val="1600"/>
              </a:spcBef>
              <a:spcAft>
                <a:spcPts val="0"/>
              </a:spcAft>
              <a:buClr>
                <a:schemeClr val="dk2"/>
              </a:buClr>
              <a:buSzPts val="1400"/>
              <a:buFont typeface="Cairo"/>
              <a:buChar char="■"/>
              <a:defRPr b="0" i="0" sz="1400" u="none" cap="none" strike="noStrike">
                <a:solidFill>
                  <a:schemeClr val="dk2"/>
                </a:solidFill>
                <a:latin typeface="Cairo"/>
                <a:ea typeface="Cairo"/>
                <a:cs typeface="Cairo"/>
                <a:sym typeface="Cairo"/>
              </a:defRPr>
            </a:lvl3pPr>
            <a:lvl4pPr indent="-317500" lvl="3" marL="1828800" marR="0" rtl="0" algn="l">
              <a:lnSpc>
                <a:spcPct val="115000"/>
              </a:lnSpc>
              <a:spcBef>
                <a:spcPts val="1600"/>
              </a:spcBef>
              <a:spcAft>
                <a:spcPts val="0"/>
              </a:spcAft>
              <a:buClr>
                <a:schemeClr val="dk2"/>
              </a:buClr>
              <a:buSzPts val="1400"/>
              <a:buFont typeface="Cairo"/>
              <a:buChar char="●"/>
              <a:defRPr b="0" i="0" sz="1400" u="none" cap="none" strike="noStrike">
                <a:solidFill>
                  <a:schemeClr val="dk2"/>
                </a:solidFill>
                <a:latin typeface="Cairo"/>
                <a:ea typeface="Cairo"/>
                <a:cs typeface="Cairo"/>
                <a:sym typeface="Cairo"/>
              </a:defRPr>
            </a:lvl4pPr>
            <a:lvl5pPr indent="-317500" lvl="4" marL="2286000" marR="0" rtl="0" algn="l">
              <a:lnSpc>
                <a:spcPct val="115000"/>
              </a:lnSpc>
              <a:spcBef>
                <a:spcPts val="1600"/>
              </a:spcBef>
              <a:spcAft>
                <a:spcPts val="0"/>
              </a:spcAft>
              <a:buClr>
                <a:schemeClr val="dk2"/>
              </a:buClr>
              <a:buSzPts val="1400"/>
              <a:buFont typeface="Cairo"/>
              <a:buChar char="○"/>
              <a:defRPr b="0" i="0" sz="1400" u="none" cap="none" strike="noStrike">
                <a:solidFill>
                  <a:schemeClr val="dk2"/>
                </a:solidFill>
                <a:latin typeface="Cairo"/>
                <a:ea typeface="Cairo"/>
                <a:cs typeface="Cairo"/>
                <a:sym typeface="Cairo"/>
              </a:defRPr>
            </a:lvl5pPr>
            <a:lvl6pPr indent="-317500" lvl="5" marL="2743200" marR="0" rtl="0" algn="l">
              <a:lnSpc>
                <a:spcPct val="115000"/>
              </a:lnSpc>
              <a:spcBef>
                <a:spcPts val="1600"/>
              </a:spcBef>
              <a:spcAft>
                <a:spcPts val="0"/>
              </a:spcAft>
              <a:buClr>
                <a:schemeClr val="dk2"/>
              </a:buClr>
              <a:buSzPts val="1400"/>
              <a:buFont typeface="Cairo"/>
              <a:buChar char="■"/>
              <a:defRPr b="0" i="0" sz="1400" u="none" cap="none" strike="noStrike">
                <a:solidFill>
                  <a:schemeClr val="dk2"/>
                </a:solidFill>
                <a:latin typeface="Cairo"/>
                <a:ea typeface="Cairo"/>
                <a:cs typeface="Cairo"/>
                <a:sym typeface="Cairo"/>
              </a:defRPr>
            </a:lvl6pPr>
            <a:lvl7pPr indent="-317500" lvl="6" marL="3200400" marR="0" rtl="0" algn="l">
              <a:lnSpc>
                <a:spcPct val="115000"/>
              </a:lnSpc>
              <a:spcBef>
                <a:spcPts val="1600"/>
              </a:spcBef>
              <a:spcAft>
                <a:spcPts val="0"/>
              </a:spcAft>
              <a:buClr>
                <a:schemeClr val="dk2"/>
              </a:buClr>
              <a:buSzPts val="1400"/>
              <a:buFont typeface="Cairo"/>
              <a:buChar char="●"/>
              <a:defRPr b="0" i="0" sz="1400" u="none" cap="none" strike="noStrike">
                <a:solidFill>
                  <a:schemeClr val="dk2"/>
                </a:solidFill>
                <a:latin typeface="Cairo"/>
                <a:ea typeface="Cairo"/>
                <a:cs typeface="Cairo"/>
                <a:sym typeface="Cairo"/>
              </a:defRPr>
            </a:lvl7pPr>
            <a:lvl8pPr indent="-317500" lvl="7" marL="3657600" marR="0" rtl="0" algn="l">
              <a:lnSpc>
                <a:spcPct val="115000"/>
              </a:lnSpc>
              <a:spcBef>
                <a:spcPts val="1600"/>
              </a:spcBef>
              <a:spcAft>
                <a:spcPts val="0"/>
              </a:spcAft>
              <a:buClr>
                <a:schemeClr val="dk2"/>
              </a:buClr>
              <a:buSzPts val="1400"/>
              <a:buFont typeface="Cairo"/>
              <a:buChar char="○"/>
              <a:defRPr b="0" i="0" sz="1400" u="none" cap="none" strike="noStrike">
                <a:solidFill>
                  <a:schemeClr val="dk2"/>
                </a:solidFill>
                <a:latin typeface="Cairo"/>
                <a:ea typeface="Cairo"/>
                <a:cs typeface="Cairo"/>
                <a:sym typeface="Cairo"/>
              </a:defRPr>
            </a:lvl8pPr>
            <a:lvl9pPr indent="-317500" lvl="8" marL="4114800" marR="0" rtl="0" algn="l">
              <a:lnSpc>
                <a:spcPct val="115000"/>
              </a:lnSpc>
              <a:spcBef>
                <a:spcPts val="1600"/>
              </a:spcBef>
              <a:spcAft>
                <a:spcPts val="1600"/>
              </a:spcAft>
              <a:buClr>
                <a:schemeClr val="dk2"/>
              </a:buClr>
              <a:buSzPts val="1400"/>
              <a:buFont typeface="Cairo"/>
              <a:buChar char="■"/>
              <a:defRPr b="0" i="0" sz="1400" u="none" cap="none" strike="noStrike">
                <a:solidFill>
                  <a:schemeClr val="dk2"/>
                </a:solidFill>
                <a:latin typeface="Cairo"/>
                <a:ea typeface="Cairo"/>
                <a:cs typeface="Cairo"/>
                <a:sym typeface="Cairo"/>
              </a:defRPr>
            </a:lvl9pPr>
          </a:lstStyle>
          <a:p/>
        </p:txBody>
      </p:sp>
      <p:sp>
        <p:nvSpPr>
          <p:cNvPr id="8" name="Google Shape;8;p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2"/>
                </a:solidFill>
                <a:latin typeface="Cairo"/>
                <a:ea typeface="Cairo"/>
                <a:cs typeface="Cairo"/>
                <a:sym typeface="Cairo"/>
              </a:defRPr>
            </a:lvl1pPr>
            <a:lvl2pPr lvl="1" algn="r">
              <a:buNone/>
              <a:defRPr sz="1300">
                <a:solidFill>
                  <a:schemeClr val="dk2"/>
                </a:solidFill>
                <a:latin typeface="Cairo"/>
                <a:ea typeface="Cairo"/>
                <a:cs typeface="Cairo"/>
                <a:sym typeface="Cairo"/>
              </a:defRPr>
            </a:lvl2pPr>
            <a:lvl3pPr lvl="2" algn="r">
              <a:buNone/>
              <a:defRPr sz="1300">
                <a:solidFill>
                  <a:schemeClr val="dk2"/>
                </a:solidFill>
                <a:latin typeface="Cairo"/>
                <a:ea typeface="Cairo"/>
                <a:cs typeface="Cairo"/>
                <a:sym typeface="Cairo"/>
              </a:defRPr>
            </a:lvl3pPr>
            <a:lvl4pPr lvl="3" algn="r">
              <a:buNone/>
              <a:defRPr sz="1300">
                <a:solidFill>
                  <a:schemeClr val="dk2"/>
                </a:solidFill>
                <a:latin typeface="Cairo"/>
                <a:ea typeface="Cairo"/>
                <a:cs typeface="Cairo"/>
                <a:sym typeface="Cairo"/>
              </a:defRPr>
            </a:lvl4pPr>
            <a:lvl5pPr lvl="4" algn="r">
              <a:buNone/>
              <a:defRPr sz="1300">
                <a:solidFill>
                  <a:schemeClr val="dk2"/>
                </a:solidFill>
                <a:latin typeface="Cairo"/>
                <a:ea typeface="Cairo"/>
                <a:cs typeface="Cairo"/>
                <a:sym typeface="Cairo"/>
              </a:defRPr>
            </a:lvl5pPr>
            <a:lvl6pPr lvl="5" algn="r">
              <a:buNone/>
              <a:defRPr sz="1300">
                <a:solidFill>
                  <a:schemeClr val="dk2"/>
                </a:solidFill>
                <a:latin typeface="Cairo"/>
                <a:ea typeface="Cairo"/>
                <a:cs typeface="Cairo"/>
                <a:sym typeface="Cairo"/>
              </a:defRPr>
            </a:lvl6pPr>
            <a:lvl7pPr lvl="6" algn="r">
              <a:buNone/>
              <a:defRPr sz="1300">
                <a:solidFill>
                  <a:schemeClr val="dk2"/>
                </a:solidFill>
                <a:latin typeface="Cairo"/>
                <a:ea typeface="Cairo"/>
                <a:cs typeface="Cairo"/>
                <a:sym typeface="Cairo"/>
              </a:defRPr>
            </a:lvl7pPr>
            <a:lvl8pPr lvl="7" algn="r">
              <a:buNone/>
              <a:defRPr sz="1300">
                <a:solidFill>
                  <a:schemeClr val="dk2"/>
                </a:solidFill>
                <a:latin typeface="Cairo"/>
                <a:ea typeface="Cairo"/>
                <a:cs typeface="Cairo"/>
                <a:sym typeface="Cairo"/>
              </a:defRPr>
            </a:lvl8pPr>
            <a:lvl9pPr lvl="8" algn="r">
              <a:buNone/>
              <a:defRPr sz="1300">
                <a:solidFill>
                  <a:schemeClr val="dk2"/>
                </a:solidFill>
                <a:latin typeface="Cairo"/>
                <a:ea typeface="Cairo"/>
                <a:cs typeface="Cairo"/>
                <a:sym typeface="Cai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
          <p:cNvSpPr txBox="1"/>
          <p:nvPr>
            <p:ph type="ctrTitle"/>
          </p:nvPr>
        </p:nvSpPr>
        <p:spPr>
          <a:xfrm>
            <a:off x="1869150" y="389125"/>
            <a:ext cx="6243900" cy="23388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5200"/>
              <a:buNone/>
            </a:pPr>
            <a:r>
              <a:rPr b="1" lang="en" sz="3100">
                <a:solidFill>
                  <a:srgbClr val="667E92"/>
                </a:solidFill>
              </a:rPr>
              <a:t>Journal of Marketing </a:t>
            </a:r>
            <a:r>
              <a:rPr b="1" lang="en" sz="2900">
                <a:solidFill>
                  <a:srgbClr val="667E92"/>
                </a:solidFill>
              </a:rPr>
              <a:t>2018</a:t>
            </a:r>
            <a:endParaRPr b="1" sz="2900">
              <a:solidFill>
                <a:srgbClr val="667E92"/>
              </a:solidFill>
            </a:endParaRPr>
          </a:p>
          <a:p>
            <a:pPr indent="0" lvl="0" marL="0" rtl="0" algn="l">
              <a:lnSpc>
                <a:spcPct val="80000"/>
              </a:lnSpc>
              <a:spcBef>
                <a:spcPts val="0"/>
              </a:spcBef>
              <a:spcAft>
                <a:spcPts val="0"/>
              </a:spcAft>
              <a:buSzPts val="5200"/>
              <a:buNone/>
            </a:pPr>
            <a:r>
              <a:rPr b="1" lang="en" sz="6000">
                <a:solidFill>
                  <a:srgbClr val="213B55"/>
                </a:solidFill>
              </a:rPr>
              <a:t>Selling the Premium in Freemium</a:t>
            </a:r>
            <a:endParaRPr b="1" sz="6000">
              <a:solidFill>
                <a:srgbClr val="213B55"/>
              </a:solidFill>
            </a:endParaRPr>
          </a:p>
          <a:p>
            <a:pPr indent="0" lvl="0" marL="0" rtl="0" algn="l">
              <a:lnSpc>
                <a:spcPct val="80000"/>
              </a:lnSpc>
              <a:spcBef>
                <a:spcPts val="0"/>
              </a:spcBef>
              <a:spcAft>
                <a:spcPts val="0"/>
              </a:spcAft>
              <a:buSzPts val="5200"/>
              <a:buNone/>
            </a:pPr>
            <a:r>
              <a:rPr b="1" lang="en" sz="2500">
                <a:solidFill>
                  <a:srgbClr val="40566D"/>
                </a:solidFill>
              </a:rPr>
              <a:t>               —</a:t>
            </a:r>
            <a:r>
              <a:rPr b="1" lang="en" sz="2500">
                <a:solidFill>
                  <a:srgbClr val="40566D"/>
                </a:solidFill>
              </a:rPr>
              <a:t>Xian Gu, P.K. Kannan and Liye Ma</a:t>
            </a:r>
            <a:endParaRPr b="1" sz="2500">
              <a:solidFill>
                <a:srgbClr val="40566D"/>
              </a:solidFill>
            </a:endParaRPr>
          </a:p>
        </p:txBody>
      </p:sp>
      <p:sp>
        <p:nvSpPr>
          <p:cNvPr id="724" name="Google Shape;724;p1"/>
          <p:cNvSpPr txBox="1"/>
          <p:nvPr>
            <p:ph idx="1" type="subTitle"/>
          </p:nvPr>
        </p:nvSpPr>
        <p:spPr>
          <a:xfrm>
            <a:off x="-242850" y="2694075"/>
            <a:ext cx="7713900" cy="3083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en">
                <a:solidFill>
                  <a:srgbClr val="374957"/>
                </a:solidFill>
                <a:latin typeface="Microsoft JhengHei"/>
                <a:ea typeface="Microsoft JhengHei"/>
                <a:cs typeface="Microsoft JhengHei"/>
                <a:sym typeface="Microsoft JhengHei"/>
              </a:rPr>
              <a:t>第五組</a:t>
            </a:r>
            <a:endParaRPr>
              <a:solidFill>
                <a:srgbClr val="374957"/>
              </a:solidFill>
              <a:latin typeface="Microsoft JhengHei"/>
              <a:ea typeface="Microsoft JhengHei"/>
              <a:cs typeface="Microsoft JhengHei"/>
              <a:sym typeface="Microsoft JhengHei"/>
            </a:endParaRPr>
          </a:p>
          <a:p>
            <a:pPr indent="0" lvl="0" marL="0" rtl="0" algn="r">
              <a:spcBef>
                <a:spcPts val="0"/>
              </a:spcBef>
              <a:spcAft>
                <a:spcPts val="0"/>
              </a:spcAft>
              <a:buSzPts val="2800"/>
              <a:buNone/>
            </a:pPr>
            <a:r>
              <a:rPr lang="en" sz="1700">
                <a:solidFill>
                  <a:srgbClr val="374957"/>
                </a:solidFill>
                <a:latin typeface="Microsoft JhengHei"/>
                <a:ea typeface="Microsoft JhengHei"/>
                <a:cs typeface="Microsoft JhengHei"/>
                <a:sym typeface="Microsoft JhengHei"/>
              </a:rPr>
              <a:t>鄭心愉 111423020 </a:t>
            </a:r>
            <a:endParaRPr sz="1700">
              <a:solidFill>
                <a:srgbClr val="374957"/>
              </a:solidFill>
              <a:latin typeface="Microsoft JhengHei"/>
              <a:ea typeface="Microsoft JhengHei"/>
              <a:cs typeface="Microsoft JhengHei"/>
              <a:sym typeface="Microsoft JhengHei"/>
            </a:endParaRPr>
          </a:p>
          <a:p>
            <a:pPr indent="0" lvl="0" marL="0" rtl="0" algn="r">
              <a:spcBef>
                <a:spcPts val="0"/>
              </a:spcBef>
              <a:spcAft>
                <a:spcPts val="0"/>
              </a:spcAft>
              <a:buSzPts val="2800"/>
              <a:buNone/>
            </a:pPr>
            <a:r>
              <a:rPr lang="en" sz="1700">
                <a:solidFill>
                  <a:srgbClr val="374957"/>
                </a:solidFill>
                <a:latin typeface="Microsoft JhengHei"/>
                <a:ea typeface="Microsoft JhengHei"/>
                <a:cs typeface="Microsoft JhengHei"/>
                <a:sym typeface="Microsoft JhengHei"/>
              </a:rPr>
              <a:t>柳成彥 111423027 </a:t>
            </a:r>
            <a:endParaRPr sz="1700">
              <a:solidFill>
                <a:srgbClr val="374957"/>
              </a:solidFill>
              <a:latin typeface="Microsoft JhengHei"/>
              <a:ea typeface="Microsoft JhengHei"/>
              <a:cs typeface="Microsoft JhengHei"/>
              <a:sym typeface="Microsoft JhengHei"/>
            </a:endParaRPr>
          </a:p>
          <a:p>
            <a:pPr indent="0" lvl="0" marL="0" rtl="0" algn="r">
              <a:spcBef>
                <a:spcPts val="0"/>
              </a:spcBef>
              <a:spcAft>
                <a:spcPts val="0"/>
              </a:spcAft>
              <a:buSzPts val="2800"/>
              <a:buNone/>
            </a:pPr>
            <a:r>
              <a:rPr lang="en" sz="1700">
                <a:solidFill>
                  <a:srgbClr val="374957"/>
                </a:solidFill>
                <a:latin typeface="Microsoft JhengHei"/>
                <a:ea typeface="Microsoft JhengHei"/>
                <a:cs typeface="Microsoft JhengHei"/>
                <a:sym typeface="Microsoft JhengHei"/>
              </a:rPr>
              <a:t>陳玟靜 111423031</a:t>
            </a:r>
            <a:endParaRPr sz="1700">
              <a:solidFill>
                <a:srgbClr val="374957"/>
              </a:solidFill>
              <a:latin typeface="Microsoft JhengHei"/>
              <a:ea typeface="Microsoft JhengHei"/>
              <a:cs typeface="Microsoft JhengHei"/>
              <a:sym typeface="Microsoft JhengHei"/>
            </a:endParaRPr>
          </a:p>
          <a:p>
            <a:pPr indent="0" lvl="0" marL="0" rtl="0" algn="r">
              <a:spcBef>
                <a:spcPts val="0"/>
              </a:spcBef>
              <a:spcAft>
                <a:spcPts val="0"/>
              </a:spcAft>
              <a:buSzPts val="2800"/>
              <a:buNone/>
            </a:pPr>
            <a:r>
              <a:rPr lang="en" sz="1700">
                <a:solidFill>
                  <a:srgbClr val="374957"/>
                </a:solidFill>
                <a:latin typeface="Microsoft JhengHei"/>
                <a:ea typeface="Microsoft JhengHei"/>
                <a:cs typeface="Microsoft JhengHei"/>
                <a:sym typeface="Microsoft JhengHei"/>
              </a:rPr>
              <a:t>陳映彤 111423038 </a:t>
            </a:r>
            <a:endParaRPr sz="1700">
              <a:solidFill>
                <a:srgbClr val="374957"/>
              </a:solidFill>
              <a:latin typeface="Microsoft JhengHei"/>
              <a:ea typeface="Microsoft JhengHei"/>
              <a:cs typeface="Microsoft JhengHei"/>
              <a:sym typeface="Microsoft JhengHei"/>
            </a:endParaRPr>
          </a:p>
          <a:p>
            <a:pPr indent="0" lvl="0" marL="0" rtl="0" algn="r">
              <a:spcBef>
                <a:spcPts val="0"/>
              </a:spcBef>
              <a:spcAft>
                <a:spcPts val="0"/>
              </a:spcAft>
              <a:buSzPts val="2800"/>
              <a:buNone/>
            </a:pPr>
            <a:r>
              <a:rPr lang="en" sz="1700">
                <a:solidFill>
                  <a:srgbClr val="374957"/>
                </a:solidFill>
                <a:latin typeface="Microsoft JhengHei"/>
                <a:ea typeface="Microsoft JhengHei"/>
                <a:cs typeface="Microsoft JhengHei"/>
                <a:sym typeface="Microsoft JhengHei"/>
              </a:rPr>
              <a:t>陳佳辰 111423058</a:t>
            </a:r>
            <a:endParaRPr sz="1700">
              <a:solidFill>
                <a:srgbClr val="374957"/>
              </a:solidFill>
              <a:latin typeface="Microsoft JhengHei"/>
              <a:ea typeface="Microsoft JhengHei"/>
              <a:cs typeface="Microsoft JhengHei"/>
              <a:sym typeface="Microsoft JhengHei"/>
            </a:endParaRPr>
          </a:p>
          <a:p>
            <a:pPr indent="0" lvl="0" marL="0" rtl="0" algn="r">
              <a:spcBef>
                <a:spcPts val="0"/>
              </a:spcBef>
              <a:spcAft>
                <a:spcPts val="0"/>
              </a:spcAft>
              <a:buSzPts val="2800"/>
              <a:buNone/>
            </a:pPr>
            <a:r>
              <a:rPr lang="en" sz="1700">
                <a:solidFill>
                  <a:srgbClr val="374957"/>
                </a:solidFill>
                <a:latin typeface="Microsoft JhengHei"/>
                <a:ea typeface="Microsoft JhengHei"/>
                <a:cs typeface="Microsoft JhengHei"/>
                <a:sym typeface="Microsoft JhengHei"/>
              </a:rPr>
              <a:t>李昕瑩 111423063</a:t>
            </a:r>
            <a:endParaRPr sz="1700">
              <a:solidFill>
                <a:srgbClr val="374957"/>
              </a:solidFill>
              <a:latin typeface="Microsoft JhengHei"/>
              <a:ea typeface="Microsoft JhengHei"/>
              <a:cs typeface="Microsoft JhengHei"/>
              <a:sym typeface="Microsoft JhengHei"/>
            </a:endParaRPr>
          </a:p>
          <a:p>
            <a:pPr indent="0" lvl="0" marL="0" rtl="0" algn="r">
              <a:spcBef>
                <a:spcPts val="0"/>
              </a:spcBef>
              <a:spcAft>
                <a:spcPts val="0"/>
              </a:spcAft>
              <a:buSzPts val="2800"/>
              <a:buNone/>
            </a:pPr>
            <a:r>
              <a:rPr lang="en" sz="1700">
                <a:solidFill>
                  <a:srgbClr val="374957"/>
                </a:solidFill>
                <a:latin typeface="Microsoft JhengHei"/>
                <a:ea typeface="Microsoft JhengHei"/>
                <a:cs typeface="Microsoft JhengHei"/>
                <a:sym typeface="Microsoft JhengHei"/>
              </a:rPr>
              <a:t>蔣銘皓 111423009</a:t>
            </a:r>
            <a:endParaRPr sz="1700">
              <a:solidFill>
                <a:srgbClr val="374957"/>
              </a:solidFill>
              <a:latin typeface="Microsoft JhengHei"/>
              <a:ea typeface="Microsoft JhengHei"/>
              <a:cs typeface="Microsoft JhengHei"/>
              <a:sym typeface="Microsoft JhengHei"/>
            </a:endParaRPr>
          </a:p>
        </p:txBody>
      </p:sp>
      <p:pic>
        <p:nvPicPr>
          <p:cNvPr id="725" name="Google Shape;725;p1"/>
          <p:cNvPicPr preferRelativeResize="0"/>
          <p:nvPr/>
        </p:nvPicPr>
        <p:blipFill>
          <a:blip r:embed="rId3">
            <a:alphaModFix/>
          </a:blip>
          <a:stretch>
            <a:fillRect/>
          </a:stretch>
        </p:blipFill>
        <p:spPr>
          <a:xfrm>
            <a:off x="1777175" y="2975287"/>
            <a:ext cx="1582947" cy="665338"/>
          </a:xfrm>
          <a:prstGeom prst="rect">
            <a:avLst/>
          </a:prstGeom>
          <a:noFill/>
          <a:ln>
            <a:noFill/>
          </a:ln>
        </p:spPr>
      </p:pic>
      <p:pic>
        <p:nvPicPr>
          <p:cNvPr id="726" name="Google Shape;726;p1"/>
          <p:cNvPicPr preferRelativeResize="0"/>
          <p:nvPr/>
        </p:nvPicPr>
        <p:blipFill>
          <a:blip r:embed="rId4">
            <a:alphaModFix/>
          </a:blip>
          <a:stretch>
            <a:fillRect/>
          </a:stretch>
        </p:blipFill>
        <p:spPr>
          <a:xfrm>
            <a:off x="2807750" y="3768800"/>
            <a:ext cx="1168376" cy="1086651"/>
          </a:xfrm>
          <a:prstGeom prst="rect">
            <a:avLst/>
          </a:prstGeom>
          <a:noFill/>
          <a:ln>
            <a:noFill/>
          </a:ln>
        </p:spPr>
      </p:pic>
      <p:pic>
        <p:nvPicPr>
          <p:cNvPr id="727" name="Google Shape;727;p1"/>
          <p:cNvPicPr preferRelativeResize="0"/>
          <p:nvPr/>
        </p:nvPicPr>
        <p:blipFill>
          <a:blip r:embed="rId5">
            <a:alphaModFix/>
          </a:blip>
          <a:stretch>
            <a:fillRect/>
          </a:stretch>
        </p:blipFill>
        <p:spPr>
          <a:xfrm>
            <a:off x="1483200" y="3798663"/>
            <a:ext cx="994800" cy="10269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g15fb046371f_16_0"/>
          <p:cNvSpPr txBox="1"/>
          <p:nvPr>
            <p:ph type="title"/>
          </p:nvPr>
        </p:nvSpPr>
        <p:spPr>
          <a:xfrm>
            <a:off x="629850" y="2570975"/>
            <a:ext cx="7884300" cy="8379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b="1" lang="en">
                <a:latin typeface="Microsoft JhengHei"/>
                <a:ea typeface="Microsoft JhengHei"/>
                <a:cs typeface="Microsoft JhengHei"/>
                <a:sym typeface="Microsoft JhengHei"/>
              </a:rPr>
              <a:t>研究背景</a:t>
            </a:r>
            <a:endParaRPr b="1">
              <a:latin typeface="Microsoft JhengHei"/>
              <a:ea typeface="Microsoft JhengHei"/>
              <a:cs typeface="Microsoft JhengHei"/>
              <a:sym typeface="Microsoft JhengHei"/>
            </a:endParaRPr>
          </a:p>
          <a:p>
            <a:pPr indent="0" lvl="0" marL="0" rtl="0" algn="ctr">
              <a:lnSpc>
                <a:spcPct val="80000"/>
              </a:lnSpc>
              <a:spcBef>
                <a:spcPts val="1600"/>
              </a:spcBef>
              <a:spcAft>
                <a:spcPts val="1600"/>
              </a:spcAft>
              <a:buNone/>
            </a:pPr>
            <a:r>
              <a:rPr b="1" lang="en">
                <a:latin typeface="Microsoft JhengHei"/>
                <a:ea typeface="Microsoft JhengHei"/>
                <a:cs typeface="Microsoft JhengHei"/>
                <a:sym typeface="Microsoft JhengHei"/>
              </a:rPr>
              <a:t>動機與目的</a:t>
            </a:r>
            <a:endParaRPr b="1">
              <a:latin typeface="Microsoft JhengHei"/>
              <a:ea typeface="Microsoft JhengHei"/>
              <a:cs typeface="Microsoft JhengHei"/>
              <a:sym typeface="Microsoft JhengHei"/>
            </a:endParaRPr>
          </a:p>
        </p:txBody>
      </p:sp>
      <p:sp>
        <p:nvSpPr>
          <p:cNvPr id="733" name="Google Shape;733;g15fb046371f_16_0"/>
          <p:cNvSpPr txBox="1"/>
          <p:nvPr>
            <p:ph idx="2" type="title"/>
          </p:nvPr>
        </p:nvSpPr>
        <p:spPr>
          <a:xfrm>
            <a:off x="3981750" y="746875"/>
            <a:ext cx="1180500" cy="1013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2000"/>
              <a:buNone/>
            </a:pPr>
            <a:r>
              <a:rPr lang="en"/>
              <a:t>01</a:t>
            </a:r>
            <a:endParaRPr/>
          </a:p>
        </p:txBody>
      </p:sp>
      <p:sp>
        <p:nvSpPr>
          <p:cNvPr id="734" name="Google Shape;734;g15fb046371f_16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g15d347f2175_3_0"/>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Abstract</a:t>
            </a:r>
            <a:endParaRPr/>
          </a:p>
        </p:txBody>
      </p:sp>
      <p:sp>
        <p:nvSpPr>
          <p:cNvPr id="740" name="Google Shape;740;g15d347f2175_3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1" name="Google Shape;741;g15d347f2175_3_0"/>
          <p:cNvSpPr txBox="1"/>
          <p:nvPr/>
        </p:nvSpPr>
        <p:spPr>
          <a:xfrm>
            <a:off x="789288" y="1266650"/>
            <a:ext cx="7565400" cy="13392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Font typeface="Cairo"/>
              <a:buChar char="●"/>
            </a:pPr>
            <a:r>
              <a:rPr lang="en" sz="2500">
                <a:solidFill>
                  <a:schemeClr val="dk1"/>
                </a:solidFill>
                <a:latin typeface="Cairo"/>
                <a:ea typeface="Cairo"/>
                <a:cs typeface="Cairo"/>
                <a:sym typeface="Cairo"/>
              </a:rPr>
              <a:t>The </a:t>
            </a:r>
            <a:r>
              <a:rPr lang="en" sz="2500">
                <a:solidFill>
                  <a:srgbClr val="FF0000"/>
                </a:solidFill>
                <a:latin typeface="Cairo"/>
                <a:ea typeface="Cairo"/>
                <a:cs typeface="Cairo"/>
                <a:sym typeface="Cairo"/>
              </a:rPr>
              <a:t>success of a freemium</a:t>
            </a:r>
            <a:r>
              <a:rPr lang="en" sz="2500">
                <a:solidFill>
                  <a:schemeClr val="dk1"/>
                </a:solidFill>
                <a:latin typeface="Cairo"/>
                <a:ea typeface="Cairo"/>
                <a:cs typeface="Cairo"/>
                <a:sym typeface="Cairo"/>
              </a:rPr>
              <a:t> model depends on </a:t>
            </a:r>
            <a:r>
              <a:rPr lang="en" sz="2500">
                <a:solidFill>
                  <a:srgbClr val="FF0000"/>
                </a:solidFill>
                <a:latin typeface="Cairo"/>
                <a:ea typeface="Cairo"/>
                <a:cs typeface="Cairo"/>
                <a:sym typeface="Cairo"/>
              </a:rPr>
              <a:t>the number of customers who purchase the premium </a:t>
            </a:r>
            <a:r>
              <a:rPr lang="en" sz="2500">
                <a:solidFill>
                  <a:schemeClr val="dk1"/>
                </a:solidFill>
                <a:latin typeface="Cairo"/>
                <a:ea typeface="Cairo"/>
                <a:cs typeface="Cairo"/>
                <a:sym typeface="Cairo"/>
              </a:rPr>
              <a:t>version in the presence of the free version.</a:t>
            </a:r>
            <a:endParaRPr sz="2500">
              <a:latin typeface="Cairo"/>
              <a:ea typeface="Cairo"/>
              <a:cs typeface="Cairo"/>
              <a:sym typeface="Cairo"/>
            </a:endParaRPr>
          </a:p>
        </p:txBody>
      </p:sp>
      <p:sp>
        <p:nvSpPr>
          <p:cNvPr id="742" name="Google Shape;742;g15d347f2175_3_0"/>
          <p:cNvSpPr txBox="1"/>
          <p:nvPr/>
        </p:nvSpPr>
        <p:spPr>
          <a:xfrm>
            <a:off x="789263" y="3114650"/>
            <a:ext cx="7565400" cy="9543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Font typeface="Cairo"/>
              <a:buChar char="●"/>
            </a:pPr>
            <a:r>
              <a:rPr lang="en" sz="2500">
                <a:solidFill>
                  <a:schemeClr val="dk1"/>
                </a:solidFill>
                <a:latin typeface="Cairo"/>
                <a:ea typeface="Cairo"/>
                <a:cs typeface="Cairo"/>
                <a:sym typeface="Cairo"/>
              </a:rPr>
              <a:t>Extending the premium product line to </a:t>
            </a:r>
            <a:r>
              <a:rPr lang="en" sz="2500">
                <a:solidFill>
                  <a:srgbClr val="FF0000"/>
                </a:solidFill>
                <a:latin typeface="Cairo"/>
                <a:ea typeface="Cairo"/>
                <a:cs typeface="Cairo"/>
                <a:sym typeface="Cairo"/>
              </a:rPr>
              <a:t>spur demand</a:t>
            </a:r>
            <a:r>
              <a:rPr lang="en" sz="2500">
                <a:solidFill>
                  <a:schemeClr val="dk1"/>
                </a:solidFill>
                <a:latin typeface="Cairo"/>
                <a:ea typeface="Cairo"/>
                <a:cs typeface="Cairo"/>
                <a:sym typeface="Cairo"/>
              </a:rPr>
              <a:t> for the existing premium version</a:t>
            </a:r>
            <a:endParaRPr sz="2500">
              <a:latin typeface="Cairo"/>
              <a:ea typeface="Cairo"/>
              <a:cs typeface="Cairo"/>
              <a:sym typeface="Cairo"/>
            </a:endParaRPr>
          </a:p>
        </p:txBody>
      </p:sp>
      <p:sp>
        <p:nvSpPr>
          <p:cNvPr id="743" name="Google Shape;743;g15d347f2175_3_0"/>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陳映彤</a:t>
            </a:r>
            <a:endParaRPr sz="1900">
              <a:latin typeface="Cairo"/>
              <a:ea typeface="Cairo"/>
              <a:cs typeface="Cairo"/>
              <a:sym typeface="Cai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15d347f2175_3_14"/>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Abstract</a:t>
            </a:r>
            <a:endParaRPr/>
          </a:p>
        </p:txBody>
      </p:sp>
      <p:sp>
        <p:nvSpPr>
          <p:cNvPr id="749" name="Google Shape;749;g15d347f2175_3_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0" name="Google Shape;750;g15d347f2175_3_14"/>
          <p:cNvSpPr txBox="1"/>
          <p:nvPr/>
        </p:nvSpPr>
        <p:spPr>
          <a:xfrm>
            <a:off x="789250" y="1301825"/>
            <a:ext cx="7565400" cy="17238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Font typeface="Cairo"/>
              <a:buChar char="●"/>
            </a:pPr>
            <a:r>
              <a:rPr lang="en" sz="2500">
                <a:solidFill>
                  <a:schemeClr val="dk1"/>
                </a:solidFill>
                <a:latin typeface="Cairo"/>
                <a:ea typeface="Cairo"/>
                <a:cs typeface="Cairo"/>
                <a:sym typeface="Cairo"/>
              </a:rPr>
              <a:t>The authors conduct a randomized field experiment with an online content provider that offers book titles in a PDF version for free and sells the paperback version for a premium. </a:t>
            </a:r>
            <a:endParaRPr sz="2500">
              <a:latin typeface="Cairo"/>
              <a:ea typeface="Cairo"/>
              <a:cs typeface="Cairo"/>
              <a:sym typeface="Cairo"/>
            </a:endParaRPr>
          </a:p>
        </p:txBody>
      </p:sp>
      <p:sp>
        <p:nvSpPr>
          <p:cNvPr id="751" name="Google Shape;751;g15d347f2175_3_14"/>
          <p:cNvSpPr txBox="1"/>
          <p:nvPr/>
        </p:nvSpPr>
        <p:spPr>
          <a:xfrm>
            <a:off x="789275" y="3272275"/>
            <a:ext cx="7565400" cy="5694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Font typeface="Cairo"/>
              <a:buChar char="●"/>
            </a:pPr>
            <a:r>
              <a:rPr lang="en" sz="2500">
                <a:solidFill>
                  <a:srgbClr val="FF0000"/>
                </a:solidFill>
                <a:latin typeface="Cairo"/>
                <a:ea typeface="Cairo"/>
                <a:cs typeface="Cairo"/>
                <a:sym typeface="Cairo"/>
              </a:rPr>
              <a:t>Add hardcover and e-book version</a:t>
            </a:r>
            <a:endParaRPr sz="2500">
              <a:solidFill>
                <a:srgbClr val="FF0000"/>
              </a:solidFill>
              <a:latin typeface="Cairo"/>
              <a:ea typeface="Cairo"/>
              <a:cs typeface="Cairo"/>
              <a:sym typeface="Cairo"/>
            </a:endParaRPr>
          </a:p>
        </p:txBody>
      </p:sp>
      <p:sp>
        <p:nvSpPr>
          <p:cNvPr id="752" name="Google Shape;752;g15d347f2175_3_14"/>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陳映彤</a:t>
            </a:r>
            <a:endParaRPr sz="1900">
              <a:latin typeface="Cairo"/>
              <a:ea typeface="Cairo"/>
              <a:cs typeface="Cairo"/>
              <a:sym typeface="Cai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15d347f2175_3_22"/>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Abstract</a:t>
            </a:r>
            <a:endParaRPr/>
          </a:p>
        </p:txBody>
      </p:sp>
      <p:sp>
        <p:nvSpPr>
          <p:cNvPr id="758" name="Google Shape;758;g15d347f2175_3_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9" name="Google Shape;759;g15d347f2175_3_22"/>
          <p:cNvSpPr txBox="1"/>
          <p:nvPr/>
        </p:nvSpPr>
        <p:spPr>
          <a:xfrm>
            <a:off x="789288" y="1266650"/>
            <a:ext cx="7565400" cy="9543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Font typeface="Cairo"/>
              <a:buChar char="●"/>
            </a:pPr>
            <a:r>
              <a:rPr lang="en" sz="2500">
                <a:solidFill>
                  <a:schemeClr val="dk1"/>
                </a:solidFill>
                <a:latin typeface="Cairo"/>
                <a:ea typeface="Cairo"/>
                <a:cs typeface="Cairo"/>
                <a:sym typeface="Cairo"/>
              </a:rPr>
              <a:t>The authors show that paperback titles accompanied by an additional premium version</a:t>
            </a:r>
            <a:endParaRPr sz="2500">
              <a:latin typeface="Cairo"/>
              <a:ea typeface="Cairo"/>
              <a:cs typeface="Cairo"/>
              <a:sym typeface="Cairo"/>
            </a:endParaRPr>
          </a:p>
        </p:txBody>
      </p:sp>
      <p:sp>
        <p:nvSpPr>
          <p:cNvPr id="760" name="Google Shape;760;g15d347f2175_3_22"/>
          <p:cNvSpPr txBox="1"/>
          <p:nvPr/>
        </p:nvSpPr>
        <p:spPr>
          <a:xfrm>
            <a:off x="789288" y="2427325"/>
            <a:ext cx="7565400" cy="5694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Font typeface="Cairo"/>
              <a:buChar char="●"/>
            </a:pPr>
            <a:r>
              <a:rPr lang="en" sz="2500">
                <a:solidFill>
                  <a:srgbClr val="FF0000"/>
                </a:solidFill>
                <a:latin typeface="Cairo"/>
                <a:ea typeface="Cairo"/>
                <a:cs typeface="Cairo"/>
                <a:sym typeface="Cairo"/>
              </a:rPr>
              <a:t>Compromise effect and attraction effect</a:t>
            </a:r>
            <a:endParaRPr sz="2500">
              <a:solidFill>
                <a:srgbClr val="FF0000"/>
              </a:solidFill>
              <a:latin typeface="Cairo"/>
              <a:ea typeface="Cairo"/>
              <a:cs typeface="Cairo"/>
              <a:sym typeface="Cairo"/>
            </a:endParaRPr>
          </a:p>
        </p:txBody>
      </p:sp>
      <p:sp>
        <p:nvSpPr>
          <p:cNvPr id="761" name="Google Shape;761;g15d347f2175_3_22"/>
          <p:cNvSpPr txBox="1"/>
          <p:nvPr/>
        </p:nvSpPr>
        <p:spPr>
          <a:xfrm>
            <a:off x="789288" y="3335775"/>
            <a:ext cx="7565400" cy="9543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Font typeface="Cairo"/>
              <a:buChar char="●"/>
            </a:pPr>
            <a:r>
              <a:rPr lang="en" sz="2500">
                <a:solidFill>
                  <a:schemeClr val="dk1"/>
                </a:solidFill>
                <a:latin typeface="Cairo"/>
                <a:ea typeface="Cairo"/>
                <a:cs typeface="Cairo"/>
                <a:sym typeface="Cairo"/>
              </a:rPr>
              <a:t>A significant contribution not only in the freemium context but also to the product line literature</a:t>
            </a:r>
            <a:endParaRPr sz="2500">
              <a:latin typeface="Cairo"/>
              <a:ea typeface="Cairo"/>
              <a:cs typeface="Cairo"/>
              <a:sym typeface="Cairo"/>
            </a:endParaRPr>
          </a:p>
        </p:txBody>
      </p:sp>
      <p:sp>
        <p:nvSpPr>
          <p:cNvPr id="762" name="Google Shape;762;g15d347f2175_3_22"/>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陳映彤</a:t>
            </a:r>
            <a:endParaRPr sz="1900">
              <a:latin typeface="Cairo"/>
              <a:ea typeface="Cairo"/>
              <a:cs typeface="Cairo"/>
              <a:sym typeface="Cai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g15d347f2175_3_37"/>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3000"/>
              <a:buNone/>
            </a:pPr>
            <a:r>
              <a:rPr lang="en"/>
              <a:t>Background</a:t>
            </a:r>
            <a:endParaRPr/>
          </a:p>
        </p:txBody>
      </p:sp>
      <p:sp>
        <p:nvSpPr>
          <p:cNvPr id="768" name="Google Shape;768;g15d347f2175_3_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9" name="Google Shape;769;g15d347f2175_3_37"/>
          <p:cNvSpPr txBox="1"/>
          <p:nvPr/>
        </p:nvSpPr>
        <p:spPr>
          <a:xfrm>
            <a:off x="940800" y="1294200"/>
            <a:ext cx="7262400" cy="2616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900">
                <a:solidFill>
                  <a:schemeClr val="dk1"/>
                </a:solidFill>
                <a:latin typeface="Cairo"/>
                <a:ea typeface="Cairo"/>
                <a:cs typeface="Cairo"/>
                <a:sym typeface="Cairo"/>
              </a:rPr>
              <a:t>Freemium =  Free + Premium</a:t>
            </a:r>
            <a:endParaRPr b="1" sz="2900">
              <a:solidFill>
                <a:schemeClr val="dk1"/>
              </a:solidFill>
              <a:latin typeface="Cairo"/>
              <a:ea typeface="Cairo"/>
              <a:cs typeface="Cairo"/>
              <a:sym typeface="Cairo"/>
            </a:endParaRPr>
          </a:p>
          <a:p>
            <a:pPr indent="0" lvl="0" marL="0" rtl="0" algn="ctr">
              <a:spcBef>
                <a:spcPts val="0"/>
              </a:spcBef>
              <a:spcAft>
                <a:spcPts val="0"/>
              </a:spcAft>
              <a:buNone/>
            </a:pPr>
            <a:r>
              <a:t/>
            </a:r>
            <a:endParaRPr b="1" sz="2900">
              <a:solidFill>
                <a:schemeClr val="dk1"/>
              </a:solidFill>
              <a:latin typeface="Cairo"/>
              <a:ea typeface="Cairo"/>
              <a:cs typeface="Cairo"/>
              <a:sym typeface="Cairo"/>
            </a:endParaRPr>
          </a:p>
          <a:p>
            <a:pPr indent="0" lvl="0" marL="0" rtl="0" algn="l">
              <a:spcBef>
                <a:spcPts val="0"/>
              </a:spcBef>
              <a:spcAft>
                <a:spcPts val="0"/>
              </a:spcAft>
              <a:buNone/>
            </a:pPr>
            <a:r>
              <a:rPr lang="en" sz="2500">
                <a:solidFill>
                  <a:schemeClr val="dk1"/>
                </a:solidFill>
                <a:latin typeface="Cairo"/>
                <a:ea typeface="Cairo"/>
                <a:cs typeface="Cairo"/>
                <a:sym typeface="Cairo"/>
              </a:rPr>
              <a:t>Refers to the strategy in which customers can </a:t>
            </a:r>
            <a:r>
              <a:rPr lang="en" sz="2500">
                <a:solidFill>
                  <a:srgbClr val="FF0000"/>
                </a:solidFill>
                <a:latin typeface="Cairo"/>
                <a:ea typeface="Cairo"/>
                <a:cs typeface="Cairo"/>
                <a:sym typeface="Cairo"/>
              </a:rPr>
              <a:t>get a basic version</a:t>
            </a:r>
            <a:r>
              <a:rPr lang="en" sz="2500">
                <a:solidFill>
                  <a:schemeClr val="dk1"/>
                </a:solidFill>
                <a:latin typeface="Cairo"/>
                <a:ea typeface="Cairo"/>
                <a:cs typeface="Cairo"/>
                <a:sym typeface="Cairo"/>
              </a:rPr>
              <a:t> of a product or service </a:t>
            </a:r>
            <a:r>
              <a:rPr lang="en" sz="2500">
                <a:solidFill>
                  <a:srgbClr val="FF0000"/>
                </a:solidFill>
                <a:latin typeface="Cairo"/>
                <a:ea typeface="Cairo"/>
                <a:cs typeface="Cairo"/>
                <a:sym typeface="Cairo"/>
              </a:rPr>
              <a:t>for free</a:t>
            </a:r>
            <a:r>
              <a:rPr lang="en" sz="2500">
                <a:solidFill>
                  <a:schemeClr val="dk1"/>
                </a:solidFill>
                <a:latin typeface="Cairo"/>
                <a:ea typeface="Cairo"/>
                <a:cs typeface="Cairo"/>
                <a:sym typeface="Cairo"/>
              </a:rPr>
              <a:t> and </a:t>
            </a:r>
            <a:r>
              <a:rPr lang="en" sz="2500">
                <a:solidFill>
                  <a:srgbClr val="FF0000"/>
                </a:solidFill>
                <a:latin typeface="Cairo"/>
                <a:ea typeface="Cairo"/>
                <a:cs typeface="Cairo"/>
                <a:sym typeface="Cairo"/>
              </a:rPr>
              <a:t>switch to a premium version</a:t>
            </a:r>
            <a:r>
              <a:rPr lang="en" sz="2500">
                <a:solidFill>
                  <a:schemeClr val="dk1"/>
                </a:solidFill>
                <a:latin typeface="Cairo"/>
                <a:ea typeface="Cairo"/>
                <a:cs typeface="Cairo"/>
                <a:sym typeface="Cairo"/>
              </a:rPr>
              <a:t> with additional features </a:t>
            </a:r>
            <a:r>
              <a:rPr lang="en" sz="2500">
                <a:solidFill>
                  <a:srgbClr val="FF0000"/>
                </a:solidFill>
                <a:latin typeface="Cairo"/>
                <a:ea typeface="Cairo"/>
                <a:cs typeface="Cairo"/>
                <a:sym typeface="Cairo"/>
              </a:rPr>
              <a:t>by paying a price</a:t>
            </a:r>
            <a:r>
              <a:rPr lang="en" sz="2500">
                <a:solidFill>
                  <a:schemeClr val="dk1"/>
                </a:solidFill>
                <a:latin typeface="Cairo"/>
                <a:ea typeface="Cairo"/>
                <a:cs typeface="Cairo"/>
                <a:sym typeface="Cairo"/>
              </a:rPr>
              <a:t>.</a:t>
            </a:r>
            <a:endParaRPr sz="2500">
              <a:latin typeface="Cairo"/>
              <a:ea typeface="Cairo"/>
              <a:cs typeface="Cairo"/>
              <a:sym typeface="Cairo"/>
            </a:endParaRPr>
          </a:p>
        </p:txBody>
      </p:sp>
      <p:pic>
        <p:nvPicPr>
          <p:cNvPr id="770" name="Google Shape;770;g15d347f2175_3_37"/>
          <p:cNvPicPr preferRelativeResize="0"/>
          <p:nvPr/>
        </p:nvPicPr>
        <p:blipFill>
          <a:blip r:embed="rId3">
            <a:alphaModFix/>
          </a:blip>
          <a:stretch>
            <a:fillRect/>
          </a:stretch>
        </p:blipFill>
        <p:spPr>
          <a:xfrm>
            <a:off x="6127950" y="3409275"/>
            <a:ext cx="1654050" cy="1654050"/>
          </a:xfrm>
          <a:prstGeom prst="rect">
            <a:avLst/>
          </a:prstGeom>
          <a:noFill/>
          <a:ln>
            <a:noFill/>
          </a:ln>
        </p:spPr>
      </p:pic>
      <p:pic>
        <p:nvPicPr>
          <p:cNvPr id="771" name="Google Shape;771;g15d347f2175_3_37"/>
          <p:cNvPicPr preferRelativeResize="0"/>
          <p:nvPr/>
        </p:nvPicPr>
        <p:blipFill>
          <a:blip r:embed="rId4">
            <a:alphaModFix/>
          </a:blip>
          <a:stretch>
            <a:fillRect/>
          </a:stretch>
        </p:blipFill>
        <p:spPr>
          <a:xfrm>
            <a:off x="893524" y="4082725"/>
            <a:ext cx="5186625" cy="667125"/>
          </a:xfrm>
          <a:prstGeom prst="rect">
            <a:avLst/>
          </a:prstGeom>
          <a:noFill/>
          <a:ln>
            <a:noFill/>
          </a:ln>
        </p:spPr>
      </p:pic>
      <p:sp>
        <p:nvSpPr>
          <p:cNvPr id="772" name="Google Shape;772;g15d347f2175_3_37"/>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陳映彤</a:t>
            </a:r>
            <a:endParaRPr sz="1900">
              <a:latin typeface="Cairo"/>
              <a:ea typeface="Cairo"/>
              <a:cs typeface="Cairo"/>
              <a:sym typeface="Cai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15d347f2175_3_45"/>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Motivation</a:t>
            </a:r>
            <a:endParaRPr/>
          </a:p>
        </p:txBody>
      </p:sp>
      <p:sp>
        <p:nvSpPr>
          <p:cNvPr id="778" name="Google Shape;778;g15d347f2175_3_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9" name="Google Shape;779;g15d347f2175_3_45"/>
          <p:cNvSpPr txBox="1"/>
          <p:nvPr/>
        </p:nvSpPr>
        <p:spPr>
          <a:xfrm>
            <a:off x="1105475" y="1469075"/>
            <a:ext cx="6933000" cy="287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iro"/>
                <a:ea typeface="Cairo"/>
                <a:cs typeface="Cairo"/>
                <a:sym typeface="Cairo"/>
              </a:rPr>
              <a:t>How to </a:t>
            </a:r>
            <a:r>
              <a:rPr lang="en" sz="2500">
                <a:solidFill>
                  <a:srgbClr val="FF0000"/>
                </a:solidFill>
                <a:latin typeface="Cairo"/>
                <a:ea typeface="Cairo"/>
                <a:cs typeface="Cairo"/>
                <a:sym typeface="Cairo"/>
              </a:rPr>
              <a:t>increase</a:t>
            </a:r>
            <a:r>
              <a:rPr lang="en" sz="2500">
                <a:latin typeface="Cairo"/>
                <a:ea typeface="Cairo"/>
                <a:cs typeface="Cairo"/>
                <a:sym typeface="Cairo"/>
              </a:rPr>
              <a:t> the number of </a:t>
            </a:r>
            <a:r>
              <a:rPr lang="en" sz="2500">
                <a:solidFill>
                  <a:srgbClr val="FF0000"/>
                </a:solidFill>
                <a:latin typeface="Cairo"/>
                <a:ea typeface="Cairo"/>
                <a:cs typeface="Cairo"/>
                <a:sym typeface="Cairo"/>
              </a:rPr>
              <a:t>customers who purchase the premium</a:t>
            </a:r>
            <a:r>
              <a:rPr lang="en" sz="2500">
                <a:latin typeface="Cairo"/>
                <a:ea typeface="Cairo"/>
                <a:cs typeface="Cairo"/>
                <a:sym typeface="Cairo"/>
              </a:rPr>
              <a:t> version in the presence of the free version. </a:t>
            </a:r>
            <a:endParaRPr sz="2500">
              <a:latin typeface="Cairo"/>
              <a:ea typeface="Cairo"/>
              <a:cs typeface="Cairo"/>
              <a:sym typeface="Cairo"/>
            </a:endParaRPr>
          </a:p>
          <a:p>
            <a:pPr indent="0" lvl="0" marL="914400" rtl="0" algn="l">
              <a:spcBef>
                <a:spcPts val="0"/>
              </a:spcBef>
              <a:spcAft>
                <a:spcPts val="0"/>
              </a:spcAft>
              <a:buNone/>
            </a:pPr>
            <a:r>
              <a:t/>
            </a:r>
            <a:endParaRPr sz="2500">
              <a:latin typeface="Cairo"/>
              <a:ea typeface="Cairo"/>
              <a:cs typeface="Cairo"/>
              <a:sym typeface="Cairo"/>
            </a:endParaRPr>
          </a:p>
          <a:p>
            <a:pPr indent="0" lvl="0" marL="0" rtl="0" algn="l">
              <a:spcBef>
                <a:spcPts val="0"/>
              </a:spcBef>
              <a:spcAft>
                <a:spcPts val="0"/>
              </a:spcAft>
              <a:buNone/>
            </a:pPr>
            <a:r>
              <a:rPr lang="en" sz="2500">
                <a:latin typeface="Cairo"/>
                <a:ea typeface="Cairo"/>
                <a:cs typeface="Cairo"/>
                <a:sym typeface="Cairo"/>
              </a:rPr>
              <a:t>If a company is </a:t>
            </a:r>
            <a:r>
              <a:rPr lang="en" sz="2500">
                <a:solidFill>
                  <a:srgbClr val="FF0000"/>
                </a:solidFill>
                <a:latin typeface="Cairo"/>
                <a:ea typeface="Cairo"/>
                <a:cs typeface="Cairo"/>
                <a:sym typeface="Cairo"/>
              </a:rPr>
              <a:t>unable to convert</a:t>
            </a:r>
            <a:r>
              <a:rPr lang="en" sz="2500">
                <a:latin typeface="Cairo"/>
                <a:ea typeface="Cairo"/>
                <a:cs typeface="Cairo"/>
                <a:sym typeface="Cairo"/>
              </a:rPr>
              <a:t> an adequate fraction of its free customers to paying customers, the freemium model is likely to </a:t>
            </a:r>
            <a:r>
              <a:rPr lang="en" sz="2500">
                <a:solidFill>
                  <a:srgbClr val="FF0000"/>
                </a:solidFill>
                <a:latin typeface="Cairo"/>
                <a:ea typeface="Cairo"/>
                <a:cs typeface="Cairo"/>
                <a:sym typeface="Cairo"/>
              </a:rPr>
              <a:t>fail</a:t>
            </a:r>
            <a:r>
              <a:rPr lang="en" sz="2500">
                <a:latin typeface="Cairo"/>
                <a:ea typeface="Cairo"/>
                <a:cs typeface="Cairo"/>
                <a:sym typeface="Cairo"/>
              </a:rPr>
              <a:t>.</a:t>
            </a:r>
            <a:endParaRPr sz="2500">
              <a:latin typeface="Cairo"/>
              <a:ea typeface="Cairo"/>
              <a:cs typeface="Cairo"/>
              <a:sym typeface="Cairo"/>
            </a:endParaRPr>
          </a:p>
        </p:txBody>
      </p:sp>
      <p:sp>
        <p:nvSpPr>
          <p:cNvPr id="780" name="Google Shape;780;g15d347f2175_3_45"/>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陳映彤</a:t>
            </a:r>
            <a:endParaRPr sz="1900">
              <a:latin typeface="Cairo"/>
              <a:ea typeface="Cairo"/>
              <a:cs typeface="Cairo"/>
              <a:sym typeface="Cai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g15d347f2175_3_70"/>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3000"/>
              <a:buNone/>
            </a:pPr>
            <a:r>
              <a:rPr lang="en"/>
              <a:t>Motivation</a:t>
            </a:r>
            <a:endParaRPr>
              <a:latin typeface="Cairo"/>
              <a:ea typeface="Cairo"/>
              <a:cs typeface="Cairo"/>
              <a:sym typeface="Cairo"/>
            </a:endParaRPr>
          </a:p>
        </p:txBody>
      </p:sp>
      <p:sp>
        <p:nvSpPr>
          <p:cNvPr id="786" name="Google Shape;786;g15d347f2175_3_7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7" name="Google Shape;787;g15d347f2175_3_70"/>
          <p:cNvSpPr txBox="1"/>
          <p:nvPr/>
        </p:nvSpPr>
        <p:spPr>
          <a:xfrm>
            <a:off x="1196075" y="1232125"/>
            <a:ext cx="6751800" cy="287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latin typeface="Cairo"/>
                <a:ea typeface="Cairo"/>
                <a:cs typeface="Cairo"/>
                <a:sym typeface="Cairo"/>
              </a:rPr>
              <a:t>Extant research has </a:t>
            </a:r>
            <a:r>
              <a:rPr lang="en" sz="2500">
                <a:solidFill>
                  <a:srgbClr val="FF0000"/>
                </a:solidFill>
                <a:latin typeface="Cairo"/>
                <a:ea typeface="Cairo"/>
                <a:cs typeface="Cairo"/>
                <a:sym typeface="Cairo"/>
              </a:rPr>
              <a:t>not studied the premium product line</a:t>
            </a:r>
            <a:r>
              <a:rPr lang="en" sz="2500">
                <a:solidFill>
                  <a:schemeClr val="dk1"/>
                </a:solidFill>
                <a:latin typeface="Cairo"/>
                <a:ea typeface="Cairo"/>
                <a:cs typeface="Cairo"/>
                <a:sym typeface="Cairo"/>
              </a:rPr>
              <a:t> that many implementations of t</a:t>
            </a:r>
            <a:r>
              <a:rPr lang="en" sz="2500">
                <a:solidFill>
                  <a:srgbClr val="FF0000"/>
                </a:solidFill>
                <a:latin typeface="Cairo"/>
                <a:ea typeface="Cairo"/>
                <a:cs typeface="Cairo"/>
                <a:sym typeface="Cairo"/>
              </a:rPr>
              <a:t>he freemium model involve</a:t>
            </a:r>
            <a:r>
              <a:rPr lang="en" sz="2500">
                <a:solidFill>
                  <a:schemeClr val="dk1"/>
                </a:solidFill>
                <a:latin typeface="Cairo"/>
                <a:ea typeface="Cairo"/>
                <a:cs typeface="Cairo"/>
                <a:sym typeface="Cairo"/>
              </a:rPr>
              <a:t>. </a:t>
            </a:r>
            <a:endParaRPr sz="2500">
              <a:solidFill>
                <a:schemeClr val="dk1"/>
              </a:solidFill>
              <a:latin typeface="Cairo"/>
              <a:ea typeface="Cairo"/>
              <a:cs typeface="Cairo"/>
              <a:sym typeface="Cairo"/>
            </a:endParaRPr>
          </a:p>
          <a:p>
            <a:pPr indent="0" lvl="0" marL="0" rtl="0" algn="l">
              <a:spcBef>
                <a:spcPts val="0"/>
              </a:spcBef>
              <a:spcAft>
                <a:spcPts val="0"/>
              </a:spcAft>
              <a:buNone/>
            </a:pPr>
            <a:r>
              <a:t/>
            </a:r>
            <a:endParaRPr sz="2500">
              <a:solidFill>
                <a:schemeClr val="dk1"/>
              </a:solidFill>
              <a:latin typeface="Cairo"/>
              <a:ea typeface="Cairo"/>
              <a:cs typeface="Cairo"/>
              <a:sym typeface="Cairo"/>
            </a:endParaRPr>
          </a:p>
          <a:p>
            <a:pPr indent="0" lvl="0" marL="0" rtl="0" algn="l">
              <a:spcBef>
                <a:spcPts val="0"/>
              </a:spcBef>
              <a:spcAft>
                <a:spcPts val="0"/>
              </a:spcAft>
              <a:buNone/>
            </a:pPr>
            <a:r>
              <a:rPr lang="en" sz="2500">
                <a:solidFill>
                  <a:schemeClr val="dk1"/>
                </a:solidFill>
                <a:latin typeface="Cairo"/>
                <a:ea typeface="Cairo"/>
                <a:cs typeface="Cairo"/>
                <a:sym typeface="Cairo"/>
              </a:rPr>
              <a:t>Understanding the impact of such line extensions can be </a:t>
            </a:r>
            <a:r>
              <a:rPr lang="en" sz="2500">
                <a:solidFill>
                  <a:srgbClr val="FF0000"/>
                </a:solidFill>
                <a:latin typeface="Cairo"/>
                <a:ea typeface="Cairo"/>
                <a:cs typeface="Cairo"/>
                <a:sym typeface="Cairo"/>
              </a:rPr>
              <a:t>critical for the success</a:t>
            </a:r>
            <a:r>
              <a:rPr lang="en" sz="2500">
                <a:solidFill>
                  <a:schemeClr val="dk1"/>
                </a:solidFill>
                <a:latin typeface="Cairo"/>
                <a:ea typeface="Cairo"/>
                <a:cs typeface="Cairo"/>
                <a:sym typeface="Cairo"/>
              </a:rPr>
              <a:t> of the freemium model.</a:t>
            </a:r>
            <a:endParaRPr sz="2500">
              <a:latin typeface="Cairo"/>
              <a:ea typeface="Cairo"/>
              <a:cs typeface="Cairo"/>
              <a:sym typeface="Cairo"/>
            </a:endParaRPr>
          </a:p>
        </p:txBody>
      </p:sp>
      <p:sp>
        <p:nvSpPr>
          <p:cNvPr id="788" name="Google Shape;788;g15d347f2175_3_70"/>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陳映彤</a:t>
            </a:r>
            <a:endParaRPr sz="1900">
              <a:latin typeface="Cairo"/>
              <a:ea typeface="Cairo"/>
              <a:cs typeface="Cairo"/>
              <a:sym typeface="Cai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15d347f2175_3_79"/>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Research Purpose</a:t>
            </a:r>
            <a:endParaRPr/>
          </a:p>
        </p:txBody>
      </p:sp>
      <p:sp>
        <p:nvSpPr>
          <p:cNvPr id="794" name="Google Shape;794;g15d347f2175_3_7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5" name="Google Shape;795;g15d347f2175_3_79"/>
          <p:cNvSpPr txBox="1"/>
          <p:nvPr/>
        </p:nvSpPr>
        <p:spPr>
          <a:xfrm>
            <a:off x="789250" y="1301825"/>
            <a:ext cx="7565400" cy="28782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Font typeface="Cairo"/>
              <a:buChar char="●"/>
            </a:pPr>
            <a:r>
              <a:rPr lang="en" sz="2500">
                <a:solidFill>
                  <a:schemeClr val="dk1"/>
                </a:solidFill>
                <a:latin typeface="Cairo"/>
                <a:ea typeface="Cairo"/>
                <a:cs typeface="Cairo"/>
                <a:sym typeface="Cairo"/>
              </a:rPr>
              <a:t>Focus on the impact of extending the product line to spur </a:t>
            </a:r>
            <a:r>
              <a:rPr lang="en" sz="2500">
                <a:solidFill>
                  <a:srgbClr val="FF0000"/>
                </a:solidFill>
                <a:latin typeface="Cairo"/>
                <a:ea typeface="Cairo"/>
                <a:cs typeface="Cairo"/>
                <a:sym typeface="Cairo"/>
              </a:rPr>
              <a:t>demand for the existing premium</a:t>
            </a:r>
            <a:r>
              <a:rPr lang="en" sz="2500">
                <a:solidFill>
                  <a:schemeClr val="dk1"/>
                </a:solidFill>
                <a:latin typeface="Cairo"/>
                <a:ea typeface="Cairo"/>
                <a:cs typeface="Cairo"/>
                <a:sym typeface="Cairo"/>
              </a:rPr>
              <a:t> version and to </a:t>
            </a:r>
            <a:r>
              <a:rPr lang="en" sz="2500">
                <a:solidFill>
                  <a:srgbClr val="FF0000"/>
                </a:solidFill>
                <a:latin typeface="Cairo"/>
                <a:ea typeface="Cairo"/>
                <a:cs typeface="Cairo"/>
                <a:sym typeface="Cairo"/>
              </a:rPr>
              <a:t>increase overall revenues</a:t>
            </a:r>
            <a:endParaRPr sz="2500">
              <a:solidFill>
                <a:srgbClr val="FF0000"/>
              </a:solidFill>
              <a:latin typeface="Cairo"/>
              <a:ea typeface="Cairo"/>
              <a:cs typeface="Cairo"/>
              <a:sym typeface="Cairo"/>
            </a:endParaRPr>
          </a:p>
          <a:p>
            <a:pPr indent="0" lvl="0" marL="0" rtl="0" algn="l">
              <a:spcBef>
                <a:spcPts val="0"/>
              </a:spcBef>
              <a:spcAft>
                <a:spcPts val="0"/>
              </a:spcAft>
              <a:buNone/>
            </a:pPr>
            <a:r>
              <a:t/>
            </a:r>
            <a:endParaRPr sz="2500">
              <a:solidFill>
                <a:schemeClr val="dk1"/>
              </a:solidFill>
              <a:latin typeface="Cairo"/>
              <a:ea typeface="Cairo"/>
              <a:cs typeface="Cairo"/>
              <a:sym typeface="Cairo"/>
            </a:endParaRPr>
          </a:p>
          <a:p>
            <a:pPr indent="-387350" lvl="0" marL="457200" rtl="0" algn="l">
              <a:spcBef>
                <a:spcPts val="0"/>
              </a:spcBef>
              <a:spcAft>
                <a:spcPts val="0"/>
              </a:spcAft>
              <a:buClr>
                <a:schemeClr val="dk1"/>
              </a:buClr>
              <a:buSzPts val="2500"/>
              <a:buFont typeface="Cairo"/>
              <a:buChar char="●"/>
            </a:pPr>
            <a:r>
              <a:rPr lang="en" sz="2500">
                <a:solidFill>
                  <a:schemeClr val="dk1"/>
                </a:solidFill>
                <a:latin typeface="Cairo"/>
                <a:ea typeface="Cairo"/>
                <a:cs typeface="Cairo"/>
                <a:sym typeface="Cairo"/>
              </a:rPr>
              <a:t>Requires a closer examination of the demand outcomes driven by the</a:t>
            </a:r>
            <a:r>
              <a:rPr lang="en" sz="2500">
                <a:solidFill>
                  <a:srgbClr val="FF0000"/>
                </a:solidFill>
                <a:latin typeface="Cairo"/>
                <a:ea typeface="Cairo"/>
                <a:cs typeface="Cairo"/>
                <a:sym typeface="Cairo"/>
              </a:rPr>
              <a:t> potential effects</a:t>
            </a:r>
            <a:r>
              <a:rPr lang="en" sz="2500">
                <a:solidFill>
                  <a:schemeClr val="dk1"/>
                </a:solidFill>
                <a:latin typeface="Cairo"/>
                <a:ea typeface="Cairo"/>
                <a:cs typeface="Cairo"/>
                <a:sym typeface="Cairo"/>
              </a:rPr>
              <a:t> of different behavioral mechanisms</a:t>
            </a:r>
            <a:endParaRPr sz="2500">
              <a:solidFill>
                <a:schemeClr val="dk1"/>
              </a:solidFill>
              <a:latin typeface="Cairo"/>
              <a:ea typeface="Cairo"/>
              <a:cs typeface="Cairo"/>
              <a:sym typeface="Cairo"/>
            </a:endParaRPr>
          </a:p>
        </p:txBody>
      </p:sp>
      <p:sp>
        <p:nvSpPr>
          <p:cNvPr id="796" name="Google Shape;796;g15d347f2175_3_79"/>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陳映彤</a:t>
            </a:r>
            <a:endParaRPr sz="1900">
              <a:latin typeface="Cairo"/>
              <a:ea typeface="Cairo"/>
              <a:cs typeface="Cairo"/>
              <a:sym typeface="Cai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15fcbad3b7b_0_0"/>
          <p:cNvSpPr txBox="1"/>
          <p:nvPr>
            <p:ph type="title"/>
          </p:nvPr>
        </p:nvSpPr>
        <p:spPr>
          <a:xfrm>
            <a:off x="629850" y="2186325"/>
            <a:ext cx="7884300" cy="8379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1600"/>
              </a:spcAft>
              <a:buNone/>
            </a:pPr>
            <a:r>
              <a:rPr b="1" lang="en">
                <a:latin typeface="Microsoft JhengHei"/>
                <a:ea typeface="Microsoft JhengHei"/>
                <a:cs typeface="Microsoft JhengHei"/>
                <a:sym typeface="Microsoft JhengHei"/>
              </a:rPr>
              <a:t>重要的文獻探討</a:t>
            </a:r>
            <a:endParaRPr b="1">
              <a:latin typeface="Microsoft JhengHei"/>
              <a:ea typeface="Microsoft JhengHei"/>
              <a:cs typeface="Microsoft JhengHei"/>
              <a:sym typeface="Microsoft JhengHei"/>
            </a:endParaRPr>
          </a:p>
        </p:txBody>
      </p:sp>
      <p:sp>
        <p:nvSpPr>
          <p:cNvPr id="802" name="Google Shape;802;g15fcbad3b7b_0_0"/>
          <p:cNvSpPr txBox="1"/>
          <p:nvPr>
            <p:ph idx="2" type="title"/>
          </p:nvPr>
        </p:nvSpPr>
        <p:spPr>
          <a:xfrm>
            <a:off x="3981750" y="1137150"/>
            <a:ext cx="1180500" cy="1013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2000"/>
              <a:buNone/>
            </a:pPr>
            <a:r>
              <a:rPr lang="en"/>
              <a:t>02</a:t>
            </a:r>
            <a:endParaRPr/>
          </a:p>
        </p:txBody>
      </p:sp>
      <p:sp>
        <p:nvSpPr>
          <p:cNvPr id="803" name="Google Shape;803;g15fcbad3b7b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15fcbad3b7b_0_6"/>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Product Line Extension</a:t>
            </a:r>
            <a:endParaRPr/>
          </a:p>
        </p:txBody>
      </p:sp>
      <p:sp>
        <p:nvSpPr>
          <p:cNvPr id="809" name="Google Shape;809;g15fcbad3b7b_0_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0" name="Google Shape;810;g15fcbad3b7b_0_6"/>
          <p:cNvSpPr txBox="1"/>
          <p:nvPr/>
        </p:nvSpPr>
        <p:spPr>
          <a:xfrm>
            <a:off x="952800" y="1040550"/>
            <a:ext cx="75654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iro"/>
              <a:buAutoNum type="arabicParenBoth"/>
            </a:pPr>
            <a:r>
              <a:rPr b="1" lang="en" sz="1800" u="sng">
                <a:latin typeface="Cairo"/>
                <a:ea typeface="Cairo"/>
                <a:cs typeface="Cairo"/>
                <a:sym typeface="Cairo"/>
              </a:rPr>
              <a:t>Higher-price , Higher-quality:</a:t>
            </a:r>
            <a:endParaRPr b="1" sz="1800" u="sng">
              <a:latin typeface="Cairo"/>
              <a:ea typeface="Cairo"/>
              <a:cs typeface="Cairo"/>
              <a:sym typeface="Cairo"/>
            </a:endParaRPr>
          </a:p>
          <a:p>
            <a:pPr indent="0" lvl="0" marL="457200" rtl="0" algn="l">
              <a:spcBef>
                <a:spcPts val="0"/>
              </a:spcBef>
              <a:spcAft>
                <a:spcPts val="0"/>
              </a:spcAft>
              <a:buNone/>
            </a:pPr>
            <a:r>
              <a:rPr lang="en" sz="1800">
                <a:latin typeface="Cairo"/>
                <a:ea typeface="Cairo"/>
                <a:cs typeface="Cairo"/>
                <a:sym typeface="Cairo"/>
              </a:rPr>
              <a:t>the introduction of  higher-quality, higher-priced alternatives in the line can lead to </a:t>
            </a:r>
            <a:r>
              <a:rPr b="1" lang="en" sz="1800">
                <a:solidFill>
                  <a:srgbClr val="FF0000"/>
                </a:solidFill>
                <a:latin typeface="Cairo"/>
                <a:ea typeface="Cairo"/>
                <a:cs typeface="Cairo"/>
                <a:sym typeface="Cairo"/>
              </a:rPr>
              <a:t>increases</a:t>
            </a:r>
            <a:r>
              <a:rPr b="1" lang="en" sz="1800">
                <a:latin typeface="Cairo"/>
                <a:ea typeface="Cairo"/>
                <a:cs typeface="Cairo"/>
                <a:sym typeface="Cairo"/>
              </a:rPr>
              <a:t> </a:t>
            </a:r>
            <a:r>
              <a:rPr lang="en" sz="1800">
                <a:latin typeface="Cairo"/>
                <a:ea typeface="Cairo"/>
                <a:cs typeface="Cairo"/>
                <a:sym typeface="Cairo"/>
              </a:rPr>
              <a:t>in brand evaluations of freemium brand , making entire product line more attractive</a:t>
            </a:r>
            <a:endParaRPr sz="1800">
              <a:latin typeface="Cairo"/>
              <a:ea typeface="Cairo"/>
              <a:cs typeface="Cairo"/>
              <a:sym typeface="Cairo"/>
            </a:endParaRPr>
          </a:p>
          <a:p>
            <a:pPr indent="0" lvl="0" marL="457200" rtl="0" algn="l">
              <a:spcBef>
                <a:spcPts val="0"/>
              </a:spcBef>
              <a:spcAft>
                <a:spcPts val="0"/>
              </a:spcAft>
              <a:buNone/>
            </a:pPr>
            <a:r>
              <a:rPr lang="en" sz="1800">
                <a:latin typeface="Cairo"/>
                <a:ea typeface="Cairo"/>
                <a:cs typeface="Cairo"/>
                <a:sym typeface="Cairo"/>
              </a:rPr>
              <a:t>(Variety Effect &amp; Quality Association Effect)</a:t>
            </a:r>
            <a:endParaRPr sz="1800">
              <a:latin typeface="Cairo"/>
              <a:ea typeface="Cairo"/>
              <a:cs typeface="Cairo"/>
              <a:sym typeface="Cairo"/>
            </a:endParaRPr>
          </a:p>
        </p:txBody>
      </p:sp>
      <p:sp>
        <p:nvSpPr>
          <p:cNvPr id="811" name="Google Shape;811;g15fcbad3b7b_0_6"/>
          <p:cNvSpPr txBox="1"/>
          <p:nvPr/>
        </p:nvSpPr>
        <p:spPr>
          <a:xfrm>
            <a:off x="952800" y="2501900"/>
            <a:ext cx="728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Cairo"/>
                <a:ea typeface="Cairo"/>
                <a:cs typeface="Cairo"/>
                <a:sym typeface="Cairo"/>
              </a:rPr>
              <a:t>(2)	</a:t>
            </a:r>
            <a:r>
              <a:rPr b="1" lang="en" sz="1800" u="sng">
                <a:latin typeface="Cairo"/>
                <a:ea typeface="Cairo"/>
                <a:cs typeface="Cairo"/>
                <a:sym typeface="Cairo"/>
              </a:rPr>
              <a:t>Low</a:t>
            </a:r>
            <a:r>
              <a:rPr b="1" lang="en" sz="1800" u="sng">
                <a:latin typeface="Cairo"/>
                <a:ea typeface="Cairo"/>
                <a:cs typeface="Cairo"/>
                <a:sym typeface="Cairo"/>
              </a:rPr>
              <a:t>er-price , Lower-quality:</a:t>
            </a:r>
            <a:endParaRPr b="1" sz="1800" u="sng">
              <a:latin typeface="Cairo"/>
              <a:ea typeface="Cairo"/>
              <a:cs typeface="Cairo"/>
              <a:sym typeface="Cairo"/>
            </a:endParaRPr>
          </a:p>
        </p:txBody>
      </p:sp>
      <p:sp>
        <p:nvSpPr>
          <p:cNvPr id="812" name="Google Shape;812;g15fcbad3b7b_0_6"/>
          <p:cNvSpPr txBox="1"/>
          <p:nvPr/>
        </p:nvSpPr>
        <p:spPr>
          <a:xfrm>
            <a:off x="1403625" y="2754400"/>
            <a:ext cx="7393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Cairo"/>
                <a:ea typeface="Cairo"/>
                <a:cs typeface="Cairo"/>
                <a:sym typeface="Cairo"/>
              </a:rPr>
              <a:t>the introduction of lower-quality, lower-priced alternatives in the product line can lead to </a:t>
            </a:r>
            <a:r>
              <a:rPr b="1" lang="en" sz="1800">
                <a:solidFill>
                  <a:srgbClr val="FF0000"/>
                </a:solidFill>
                <a:latin typeface="Cairo"/>
                <a:ea typeface="Cairo"/>
                <a:cs typeface="Cairo"/>
                <a:sym typeface="Cairo"/>
              </a:rPr>
              <a:t>cannibalization</a:t>
            </a:r>
            <a:r>
              <a:rPr lang="en" sz="1800">
                <a:latin typeface="Cairo"/>
                <a:ea typeface="Cairo"/>
                <a:cs typeface="Cairo"/>
                <a:sym typeface="Cairo"/>
              </a:rPr>
              <a:t> and </a:t>
            </a:r>
            <a:r>
              <a:rPr b="1" lang="en" sz="1800">
                <a:solidFill>
                  <a:srgbClr val="FF0000"/>
                </a:solidFill>
                <a:latin typeface="Cairo"/>
                <a:ea typeface="Cairo"/>
                <a:cs typeface="Cairo"/>
                <a:sym typeface="Cairo"/>
              </a:rPr>
              <a:t>decreased</a:t>
            </a:r>
            <a:r>
              <a:rPr lang="en" sz="1800">
                <a:latin typeface="Cairo"/>
                <a:ea typeface="Cairo"/>
                <a:cs typeface="Cairo"/>
                <a:sym typeface="Cairo"/>
              </a:rPr>
              <a:t> revenue and profits</a:t>
            </a:r>
            <a:endParaRPr sz="1800">
              <a:latin typeface="Cairo"/>
              <a:ea typeface="Cairo"/>
              <a:cs typeface="Cairo"/>
              <a:sym typeface="Cairo"/>
            </a:endParaRPr>
          </a:p>
        </p:txBody>
      </p:sp>
      <p:sp>
        <p:nvSpPr>
          <p:cNvPr id="813" name="Google Shape;813;g15fcbad3b7b_0_6"/>
          <p:cNvSpPr txBox="1"/>
          <p:nvPr/>
        </p:nvSpPr>
        <p:spPr>
          <a:xfrm>
            <a:off x="952800" y="3493300"/>
            <a:ext cx="8025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Cairo"/>
                <a:ea typeface="Cairo"/>
                <a:cs typeface="Cairo"/>
                <a:sym typeface="Cairo"/>
              </a:rPr>
              <a:t>The net impact of these effects depends on the </a:t>
            </a:r>
            <a:r>
              <a:rPr b="1" lang="en" sz="1800">
                <a:solidFill>
                  <a:srgbClr val="FF0000"/>
                </a:solidFill>
                <a:latin typeface="Cairo"/>
                <a:ea typeface="Cairo"/>
                <a:cs typeface="Cairo"/>
                <a:sym typeface="Cairo"/>
              </a:rPr>
              <a:t>magnitude</a:t>
            </a:r>
            <a:r>
              <a:rPr b="1" lang="en" sz="1800">
                <a:latin typeface="Cairo"/>
                <a:ea typeface="Cairo"/>
                <a:cs typeface="Cairo"/>
                <a:sym typeface="Cairo"/>
              </a:rPr>
              <a:t> </a:t>
            </a:r>
            <a:r>
              <a:rPr b="1" lang="en" sz="1800">
                <a:solidFill>
                  <a:srgbClr val="FF0000"/>
                </a:solidFill>
                <a:latin typeface="Cairo"/>
                <a:ea typeface="Cairo"/>
                <a:cs typeface="Cairo"/>
                <a:sym typeface="Cairo"/>
              </a:rPr>
              <a:t>of these effects</a:t>
            </a:r>
            <a:r>
              <a:rPr lang="en" sz="1800">
                <a:solidFill>
                  <a:srgbClr val="FF0000"/>
                </a:solidFill>
                <a:latin typeface="Cairo"/>
                <a:ea typeface="Cairo"/>
                <a:cs typeface="Cairo"/>
                <a:sym typeface="Cairo"/>
              </a:rPr>
              <a:t>. </a:t>
            </a:r>
            <a:endParaRPr sz="1800">
              <a:solidFill>
                <a:srgbClr val="FF0000"/>
              </a:solidFill>
              <a:latin typeface="Cairo"/>
              <a:ea typeface="Cairo"/>
              <a:cs typeface="Cairo"/>
              <a:sym typeface="Cairo"/>
            </a:endParaRPr>
          </a:p>
          <a:p>
            <a:pPr indent="0" lvl="0" marL="0" rtl="0" algn="l">
              <a:spcBef>
                <a:spcPts val="0"/>
              </a:spcBef>
              <a:spcAft>
                <a:spcPts val="0"/>
              </a:spcAft>
              <a:buNone/>
            </a:pPr>
            <a:r>
              <a:rPr lang="en" sz="1800">
                <a:latin typeface="Cairo"/>
                <a:ea typeface="Cairo"/>
                <a:cs typeface="Cairo"/>
                <a:sym typeface="Cairo"/>
              </a:rPr>
              <a:t>Revenues may increase/</a:t>
            </a:r>
            <a:r>
              <a:rPr lang="en" sz="1800">
                <a:latin typeface="Cairo"/>
                <a:ea typeface="Cairo"/>
                <a:cs typeface="Cairo"/>
                <a:sym typeface="Cairo"/>
              </a:rPr>
              <a:t>decline </a:t>
            </a:r>
            <a:r>
              <a:rPr lang="en" sz="1800">
                <a:latin typeface="Cairo"/>
                <a:ea typeface="Cairo"/>
                <a:cs typeface="Cairo"/>
                <a:sym typeface="Cairo"/>
              </a:rPr>
              <a:t> when  the other positive/negative  impacts generated.</a:t>
            </a:r>
            <a:endParaRPr sz="1800">
              <a:latin typeface="Cairo"/>
              <a:ea typeface="Cairo"/>
              <a:cs typeface="Cairo"/>
              <a:sym typeface="Cairo"/>
            </a:endParaRPr>
          </a:p>
        </p:txBody>
      </p:sp>
      <p:sp>
        <p:nvSpPr>
          <p:cNvPr id="814" name="Google Shape;814;g15fcbad3b7b_0_6"/>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陳佳辰</a:t>
            </a:r>
            <a:endParaRPr sz="1900">
              <a:latin typeface="Cairo"/>
              <a:ea typeface="Cairo"/>
              <a:cs typeface="Cairo"/>
              <a:sym typeface="Cai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g15fcbad3b7b_0_33"/>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Nuances in the Freemium Context</a:t>
            </a:r>
            <a:endParaRPr/>
          </a:p>
        </p:txBody>
      </p:sp>
      <p:sp>
        <p:nvSpPr>
          <p:cNvPr id="820" name="Google Shape;820;g15fcbad3b7b_0_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21" name="Google Shape;821;g15fcbad3b7b_0_33"/>
          <p:cNvPicPr preferRelativeResize="0"/>
          <p:nvPr/>
        </p:nvPicPr>
        <p:blipFill>
          <a:blip r:embed="rId3">
            <a:alphaModFix/>
          </a:blip>
          <a:stretch>
            <a:fillRect/>
          </a:stretch>
        </p:blipFill>
        <p:spPr>
          <a:xfrm>
            <a:off x="763325" y="1157425"/>
            <a:ext cx="7881725" cy="3592425"/>
          </a:xfrm>
          <a:prstGeom prst="rect">
            <a:avLst/>
          </a:prstGeom>
          <a:noFill/>
          <a:ln>
            <a:noFill/>
          </a:ln>
        </p:spPr>
      </p:pic>
      <p:sp>
        <p:nvSpPr>
          <p:cNvPr id="822" name="Google Shape;822;g15fcbad3b7b_0_33"/>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陳佳辰</a:t>
            </a:r>
            <a:endParaRPr sz="1900">
              <a:latin typeface="Cairo"/>
              <a:ea typeface="Cairo"/>
              <a:cs typeface="Cairo"/>
              <a:sym typeface="Cair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g15fb046371f_18_55"/>
          <p:cNvSpPr txBox="1"/>
          <p:nvPr>
            <p:ph type="title"/>
          </p:nvPr>
        </p:nvSpPr>
        <p:spPr>
          <a:xfrm>
            <a:off x="2655075" y="2150850"/>
            <a:ext cx="40875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1" lang="en">
                <a:latin typeface="Microsoft JhengHei"/>
                <a:ea typeface="Microsoft JhengHei"/>
                <a:cs typeface="Microsoft JhengHei"/>
                <a:sym typeface="Microsoft JhengHei"/>
              </a:rPr>
              <a:t>研究方法</a:t>
            </a:r>
            <a:endParaRPr b="1">
              <a:latin typeface="Microsoft JhengHei"/>
              <a:ea typeface="Microsoft JhengHei"/>
              <a:cs typeface="Microsoft JhengHei"/>
              <a:sym typeface="Microsoft JhengHei"/>
            </a:endParaRPr>
          </a:p>
        </p:txBody>
      </p:sp>
      <p:sp>
        <p:nvSpPr>
          <p:cNvPr id="828" name="Google Shape;828;g15fb046371f_18_55"/>
          <p:cNvSpPr txBox="1"/>
          <p:nvPr>
            <p:ph idx="2" type="title"/>
          </p:nvPr>
        </p:nvSpPr>
        <p:spPr>
          <a:xfrm>
            <a:off x="3981750" y="1137150"/>
            <a:ext cx="1180500" cy="1013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2000"/>
              <a:buNone/>
            </a:pPr>
            <a:r>
              <a:rPr lang="en"/>
              <a:t>03</a:t>
            </a:r>
            <a:endParaRPr/>
          </a:p>
        </p:txBody>
      </p:sp>
      <p:sp>
        <p:nvSpPr>
          <p:cNvPr id="829" name="Google Shape;829;g15fb046371f_18_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g15d33161d2a_3_4"/>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Field Experiment</a:t>
            </a:r>
            <a:endParaRPr/>
          </a:p>
        </p:txBody>
      </p:sp>
      <p:sp>
        <p:nvSpPr>
          <p:cNvPr id="835" name="Google Shape;835;g15d33161d2a_3_4"/>
          <p:cNvSpPr txBox="1"/>
          <p:nvPr>
            <p:ph idx="1" type="body"/>
          </p:nvPr>
        </p:nvSpPr>
        <p:spPr>
          <a:xfrm>
            <a:off x="627950" y="875300"/>
            <a:ext cx="7928700" cy="3615000"/>
          </a:xfrm>
          <a:prstGeom prst="rect">
            <a:avLst/>
          </a:prstGeom>
          <a:noFill/>
          <a:ln>
            <a:noFill/>
          </a:ln>
        </p:spPr>
        <p:txBody>
          <a:bodyPr anchorCtr="0" anchor="t" bIns="91425" lIns="91425" spcFirstLastPara="1" rIns="91425" wrap="square" tIns="91425">
            <a:noAutofit/>
          </a:bodyPr>
          <a:lstStyle/>
          <a:p>
            <a:pPr indent="457200" lvl="0" marL="0" rtl="0" algn="l">
              <a:lnSpc>
                <a:spcPct val="100000"/>
              </a:lnSpc>
              <a:spcBef>
                <a:spcPts val="0"/>
              </a:spcBef>
              <a:spcAft>
                <a:spcPts val="0"/>
              </a:spcAft>
              <a:buNone/>
            </a:pPr>
            <a:r>
              <a:rPr b="1" lang="en" sz="2000">
                <a:solidFill>
                  <a:srgbClr val="434343"/>
                </a:solidFill>
              </a:rPr>
              <a:t>Institutional Setting</a:t>
            </a:r>
            <a:endParaRPr b="1" sz="2000">
              <a:solidFill>
                <a:srgbClr val="434343"/>
              </a:solidFill>
            </a:endParaRPr>
          </a:p>
          <a:p>
            <a:pPr indent="0" lvl="0" marL="457200" rtl="0" algn="l">
              <a:lnSpc>
                <a:spcPct val="100000"/>
              </a:lnSpc>
              <a:spcBef>
                <a:spcPts val="0"/>
              </a:spcBef>
              <a:spcAft>
                <a:spcPts val="0"/>
              </a:spcAft>
              <a:buNone/>
            </a:pPr>
            <a:r>
              <a:rPr lang="en" sz="1800">
                <a:solidFill>
                  <a:srgbClr val="434343"/>
                </a:solidFill>
              </a:rPr>
              <a:t>(1) National Academies Press (NAP) is a </a:t>
            </a:r>
            <a:r>
              <a:rPr lang="en" sz="1800">
                <a:solidFill>
                  <a:srgbClr val="FF0000"/>
                </a:solidFill>
              </a:rPr>
              <a:t>nonprofit publisher </a:t>
            </a:r>
            <a:r>
              <a:rPr lang="en" sz="1800">
                <a:solidFill>
                  <a:srgbClr val="434343"/>
                </a:solidFill>
              </a:rPr>
              <a:t>of scholarly content and </a:t>
            </a:r>
            <a:r>
              <a:rPr lang="en" sz="1800">
                <a:solidFill>
                  <a:srgbClr val="FF0000"/>
                </a:solidFill>
              </a:rPr>
              <a:t>self-sufficient</a:t>
            </a:r>
            <a:r>
              <a:rPr lang="en" sz="1800">
                <a:solidFill>
                  <a:srgbClr val="434343"/>
                </a:solidFill>
              </a:rPr>
              <a:t>. Most of sales revenue comes from its website.</a:t>
            </a:r>
            <a:endParaRPr sz="1800">
              <a:solidFill>
                <a:srgbClr val="434343"/>
              </a:solidFill>
            </a:endParaRPr>
          </a:p>
          <a:p>
            <a:pPr indent="0" lvl="0" marL="457200" rtl="0" algn="l">
              <a:lnSpc>
                <a:spcPct val="100000"/>
              </a:lnSpc>
              <a:spcBef>
                <a:spcPts val="0"/>
              </a:spcBef>
              <a:spcAft>
                <a:spcPts val="0"/>
              </a:spcAft>
              <a:buNone/>
            </a:pPr>
            <a:r>
              <a:t/>
            </a:r>
            <a:endParaRPr sz="1800">
              <a:solidFill>
                <a:srgbClr val="434343"/>
              </a:solidFill>
            </a:endParaRPr>
          </a:p>
          <a:p>
            <a:pPr indent="0" lvl="0" marL="457200" rtl="0" algn="l">
              <a:lnSpc>
                <a:spcPct val="100000"/>
              </a:lnSpc>
              <a:spcBef>
                <a:spcPts val="0"/>
              </a:spcBef>
              <a:spcAft>
                <a:spcPts val="0"/>
              </a:spcAft>
              <a:buNone/>
            </a:pPr>
            <a:r>
              <a:rPr lang="en" sz="1800">
                <a:solidFill>
                  <a:srgbClr val="434343"/>
                </a:solidFill>
              </a:rPr>
              <a:t>(2) Changed its business model to a</a:t>
            </a:r>
            <a:r>
              <a:rPr lang="en" sz="1800">
                <a:solidFill>
                  <a:srgbClr val="FF0000"/>
                </a:solidFill>
              </a:rPr>
              <a:t> freemium model</a:t>
            </a:r>
            <a:r>
              <a:rPr lang="en" sz="1800">
                <a:solidFill>
                  <a:srgbClr val="434343"/>
                </a:solidFill>
              </a:rPr>
              <a:t>, wherein the PDF version of any book title could be downloaded for free, while a paperback version of the title could be purchased online for a price. </a:t>
            </a:r>
            <a:endParaRPr sz="1800">
              <a:solidFill>
                <a:srgbClr val="434343"/>
              </a:solidFill>
            </a:endParaRPr>
          </a:p>
          <a:p>
            <a:pPr indent="0" lvl="0" marL="457200" rtl="0" algn="l">
              <a:lnSpc>
                <a:spcPct val="100000"/>
              </a:lnSpc>
              <a:spcBef>
                <a:spcPts val="0"/>
              </a:spcBef>
              <a:spcAft>
                <a:spcPts val="0"/>
              </a:spcAft>
              <a:buNone/>
            </a:pPr>
            <a:r>
              <a:t/>
            </a:r>
            <a:endParaRPr sz="1800">
              <a:solidFill>
                <a:srgbClr val="434343"/>
              </a:solidFill>
            </a:endParaRPr>
          </a:p>
          <a:p>
            <a:pPr indent="0" lvl="0" marL="457200" rtl="0" algn="l">
              <a:lnSpc>
                <a:spcPct val="100000"/>
              </a:lnSpc>
              <a:spcBef>
                <a:spcPts val="0"/>
              </a:spcBef>
              <a:spcAft>
                <a:spcPts val="0"/>
              </a:spcAft>
              <a:buNone/>
            </a:pPr>
            <a:r>
              <a:rPr lang="en" sz="1800">
                <a:solidFill>
                  <a:srgbClr val="434343"/>
                </a:solidFill>
              </a:rPr>
              <a:t>(3) Add a </a:t>
            </a:r>
            <a:r>
              <a:rPr lang="en" sz="1800">
                <a:solidFill>
                  <a:srgbClr val="FF0000"/>
                </a:solidFill>
              </a:rPr>
              <a:t>hardcover version</a:t>
            </a:r>
            <a:r>
              <a:rPr lang="en" sz="1800">
                <a:solidFill>
                  <a:srgbClr val="434343"/>
                </a:solidFill>
              </a:rPr>
              <a:t> with superior production quality and a more durable cover and binding.</a:t>
            </a:r>
            <a:endParaRPr sz="1800">
              <a:solidFill>
                <a:srgbClr val="434343"/>
              </a:solidFill>
            </a:endParaRPr>
          </a:p>
          <a:p>
            <a:pPr indent="0" lvl="0" marL="457200" rtl="0" algn="l">
              <a:lnSpc>
                <a:spcPct val="100000"/>
              </a:lnSpc>
              <a:spcBef>
                <a:spcPts val="0"/>
              </a:spcBef>
              <a:spcAft>
                <a:spcPts val="0"/>
              </a:spcAft>
              <a:buNone/>
            </a:pPr>
            <a:r>
              <a:t/>
            </a:r>
            <a:endParaRPr sz="1800">
              <a:solidFill>
                <a:srgbClr val="434343"/>
              </a:solidFill>
            </a:endParaRPr>
          </a:p>
          <a:p>
            <a:pPr indent="0" lvl="0" marL="457200" rtl="0" algn="l">
              <a:lnSpc>
                <a:spcPct val="100000"/>
              </a:lnSpc>
              <a:spcBef>
                <a:spcPts val="0"/>
              </a:spcBef>
              <a:spcAft>
                <a:spcPts val="0"/>
              </a:spcAft>
              <a:buNone/>
            </a:pPr>
            <a:r>
              <a:rPr lang="en" sz="1800">
                <a:solidFill>
                  <a:srgbClr val="434343"/>
                </a:solidFill>
              </a:rPr>
              <a:t>(4) Add an </a:t>
            </a:r>
            <a:r>
              <a:rPr lang="en" sz="1800">
                <a:solidFill>
                  <a:srgbClr val="FF0000"/>
                </a:solidFill>
              </a:rPr>
              <a:t>e-book version</a:t>
            </a:r>
            <a:r>
              <a:rPr lang="en" sz="1800">
                <a:solidFill>
                  <a:srgbClr val="434343"/>
                </a:solidFill>
              </a:rPr>
              <a:t>, with resolution quality somewhat similar to the PDF version.</a:t>
            </a:r>
            <a:endParaRPr sz="1800">
              <a:solidFill>
                <a:srgbClr val="434343"/>
              </a:solidFill>
            </a:endParaRPr>
          </a:p>
          <a:p>
            <a:pPr indent="0" lvl="0" marL="457200" rtl="0" algn="l">
              <a:lnSpc>
                <a:spcPct val="100000"/>
              </a:lnSpc>
              <a:spcBef>
                <a:spcPts val="0"/>
              </a:spcBef>
              <a:spcAft>
                <a:spcPts val="0"/>
              </a:spcAft>
              <a:buNone/>
            </a:pPr>
            <a:r>
              <a:t/>
            </a:r>
            <a:endParaRPr sz="1700">
              <a:solidFill>
                <a:srgbClr val="434343"/>
              </a:solidFill>
            </a:endParaRPr>
          </a:p>
        </p:txBody>
      </p:sp>
      <p:sp>
        <p:nvSpPr>
          <p:cNvPr id="836" name="Google Shape;836;g15d33161d2a_3_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7" name="Google Shape;837;g15d33161d2a_3_4"/>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鄭心愉</a:t>
            </a:r>
            <a:endParaRPr sz="1900">
              <a:latin typeface="Cairo"/>
              <a:ea typeface="Cairo"/>
              <a:cs typeface="Cairo"/>
              <a:sym typeface="Cai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15d33161d2a_5_7"/>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Field Experiment</a:t>
            </a:r>
            <a:endParaRPr/>
          </a:p>
        </p:txBody>
      </p:sp>
      <p:sp>
        <p:nvSpPr>
          <p:cNvPr id="843" name="Google Shape;843;g15d33161d2a_5_7"/>
          <p:cNvSpPr txBox="1"/>
          <p:nvPr>
            <p:ph idx="4294967295" type="body"/>
          </p:nvPr>
        </p:nvSpPr>
        <p:spPr>
          <a:xfrm>
            <a:off x="640950" y="924775"/>
            <a:ext cx="7862100" cy="36150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solidFill>
                <a:srgbClr val="434343"/>
              </a:solidFill>
            </a:endParaRPr>
          </a:p>
          <a:p>
            <a:pPr indent="0" lvl="0" marL="457200" rtl="0" algn="l">
              <a:lnSpc>
                <a:spcPct val="100000"/>
              </a:lnSpc>
              <a:spcBef>
                <a:spcPts val="0"/>
              </a:spcBef>
              <a:spcAft>
                <a:spcPts val="0"/>
              </a:spcAft>
              <a:buNone/>
            </a:pPr>
            <a:r>
              <a:rPr lang="en">
                <a:solidFill>
                  <a:srgbClr val="434343"/>
                </a:solidFill>
              </a:rPr>
              <a:t>(5) Research the impact of </a:t>
            </a:r>
            <a:r>
              <a:rPr lang="en">
                <a:solidFill>
                  <a:srgbClr val="FF0000"/>
                </a:solidFill>
              </a:rPr>
              <a:t>extending the product line of premium</a:t>
            </a:r>
            <a:r>
              <a:rPr lang="en">
                <a:solidFill>
                  <a:srgbClr val="434343"/>
                </a:solidFill>
              </a:rPr>
              <a:t> products on the revenues of NAP.</a:t>
            </a:r>
            <a:endParaRPr>
              <a:solidFill>
                <a:srgbClr val="434343"/>
              </a:solidFill>
            </a:endParaRPr>
          </a:p>
          <a:p>
            <a:pPr indent="0" lvl="0" marL="457200" rtl="0" algn="l">
              <a:lnSpc>
                <a:spcPct val="100000"/>
              </a:lnSpc>
              <a:spcBef>
                <a:spcPts val="0"/>
              </a:spcBef>
              <a:spcAft>
                <a:spcPts val="0"/>
              </a:spcAft>
              <a:buNone/>
            </a:pPr>
            <a:r>
              <a:t/>
            </a:r>
            <a:endParaRPr>
              <a:solidFill>
                <a:srgbClr val="434343"/>
              </a:solidFill>
            </a:endParaRPr>
          </a:p>
          <a:p>
            <a:pPr indent="0" lvl="0" marL="457200" rtl="0" algn="l">
              <a:lnSpc>
                <a:spcPct val="100000"/>
              </a:lnSpc>
              <a:spcBef>
                <a:spcPts val="0"/>
              </a:spcBef>
              <a:spcAft>
                <a:spcPts val="0"/>
              </a:spcAft>
              <a:buNone/>
            </a:pPr>
            <a:r>
              <a:rPr lang="en">
                <a:solidFill>
                  <a:srgbClr val="434343"/>
                </a:solidFill>
              </a:rPr>
              <a:t>(6) The free and premium versions will </a:t>
            </a:r>
            <a:r>
              <a:rPr lang="en">
                <a:solidFill>
                  <a:srgbClr val="FF0000"/>
                </a:solidFill>
              </a:rPr>
              <a:t>differ only in their formats and prices</a:t>
            </a:r>
            <a:r>
              <a:rPr lang="en">
                <a:solidFill>
                  <a:srgbClr val="434343"/>
                </a:solidFill>
              </a:rPr>
              <a:t>.</a:t>
            </a:r>
            <a:endParaRPr>
              <a:solidFill>
                <a:srgbClr val="434343"/>
              </a:solidFill>
            </a:endParaRPr>
          </a:p>
          <a:p>
            <a:pPr indent="0" lvl="0" marL="457200" rtl="0" algn="l">
              <a:lnSpc>
                <a:spcPct val="100000"/>
              </a:lnSpc>
              <a:spcBef>
                <a:spcPts val="0"/>
              </a:spcBef>
              <a:spcAft>
                <a:spcPts val="0"/>
              </a:spcAft>
              <a:buNone/>
            </a:pPr>
            <a:r>
              <a:t/>
            </a:r>
            <a:endParaRPr>
              <a:solidFill>
                <a:srgbClr val="434343"/>
              </a:solidFill>
            </a:endParaRPr>
          </a:p>
          <a:p>
            <a:pPr indent="0" lvl="0" marL="457200" rtl="0" algn="l">
              <a:lnSpc>
                <a:spcPct val="100000"/>
              </a:lnSpc>
              <a:spcBef>
                <a:spcPts val="0"/>
              </a:spcBef>
              <a:spcAft>
                <a:spcPts val="0"/>
              </a:spcAft>
              <a:buNone/>
            </a:pPr>
            <a:r>
              <a:rPr lang="en">
                <a:solidFill>
                  <a:srgbClr val="434343"/>
                </a:solidFill>
              </a:rPr>
              <a:t>(7) NAP is a </a:t>
            </a:r>
            <a:r>
              <a:rPr lang="en">
                <a:solidFill>
                  <a:srgbClr val="FF0000"/>
                </a:solidFill>
              </a:rPr>
              <a:t>monopolist</a:t>
            </a:r>
            <a:r>
              <a:rPr lang="en">
                <a:solidFill>
                  <a:srgbClr val="434343"/>
                </a:solidFill>
              </a:rPr>
              <a:t> in the market for its </a:t>
            </a:r>
            <a:r>
              <a:rPr lang="en">
                <a:solidFill>
                  <a:srgbClr val="FF0000"/>
                </a:solidFill>
              </a:rPr>
              <a:t>specialized and authoritative</a:t>
            </a:r>
            <a:r>
              <a:rPr lang="en">
                <a:solidFill>
                  <a:srgbClr val="434343"/>
                </a:solidFill>
              </a:rPr>
              <a:t> content because it has the exclusive right to publish studies of the National Academies.</a:t>
            </a:r>
            <a:endParaRPr>
              <a:solidFill>
                <a:srgbClr val="434343"/>
              </a:solidFill>
            </a:endParaRPr>
          </a:p>
          <a:p>
            <a:pPr indent="0" lvl="0" marL="457200" rtl="0" algn="l">
              <a:lnSpc>
                <a:spcPct val="100000"/>
              </a:lnSpc>
              <a:spcBef>
                <a:spcPts val="0"/>
              </a:spcBef>
              <a:spcAft>
                <a:spcPts val="0"/>
              </a:spcAft>
              <a:buNone/>
            </a:pPr>
            <a:r>
              <a:t/>
            </a:r>
            <a:endParaRPr>
              <a:solidFill>
                <a:srgbClr val="434343"/>
              </a:solidFill>
            </a:endParaRPr>
          </a:p>
        </p:txBody>
      </p:sp>
      <p:sp>
        <p:nvSpPr>
          <p:cNvPr id="844" name="Google Shape;844;g15d33161d2a_5_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45" name="Google Shape;845;g15d33161d2a_5_7"/>
          <p:cNvPicPr preferRelativeResize="0"/>
          <p:nvPr/>
        </p:nvPicPr>
        <p:blipFill>
          <a:blip r:embed="rId3">
            <a:alphaModFix amt="40000"/>
          </a:blip>
          <a:stretch>
            <a:fillRect/>
          </a:stretch>
        </p:blipFill>
        <p:spPr>
          <a:xfrm>
            <a:off x="4301050" y="3497525"/>
            <a:ext cx="4469251" cy="1252325"/>
          </a:xfrm>
          <a:prstGeom prst="rect">
            <a:avLst/>
          </a:prstGeom>
          <a:noFill/>
          <a:ln>
            <a:noFill/>
          </a:ln>
        </p:spPr>
      </p:pic>
      <p:sp>
        <p:nvSpPr>
          <p:cNvPr id="846" name="Google Shape;846;g15d33161d2a_5_7"/>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鄭心愉</a:t>
            </a:r>
            <a:endParaRPr sz="1900">
              <a:latin typeface="Cairo"/>
              <a:ea typeface="Cairo"/>
              <a:cs typeface="Cairo"/>
              <a:sym typeface="Cai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15d33161d2a_5_21"/>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3000"/>
              <a:buNone/>
            </a:pPr>
            <a:r>
              <a:rPr lang="en"/>
              <a:t>Field Experiment</a:t>
            </a:r>
            <a:endParaRPr/>
          </a:p>
          <a:p>
            <a:pPr indent="0" lvl="0" marL="0" rtl="0" algn="l">
              <a:lnSpc>
                <a:spcPct val="100000"/>
              </a:lnSpc>
              <a:spcBef>
                <a:spcPts val="0"/>
              </a:spcBef>
              <a:spcAft>
                <a:spcPts val="0"/>
              </a:spcAft>
              <a:buSzPts val="3000"/>
              <a:buNone/>
            </a:pPr>
            <a:r>
              <a:t/>
            </a:r>
            <a:endParaRPr/>
          </a:p>
        </p:txBody>
      </p:sp>
      <p:sp>
        <p:nvSpPr>
          <p:cNvPr id="852" name="Google Shape;852;g15d33161d2a_5_21"/>
          <p:cNvSpPr txBox="1"/>
          <p:nvPr>
            <p:ph idx="1" type="body"/>
          </p:nvPr>
        </p:nvSpPr>
        <p:spPr>
          <a:xfrm>
            <a:off x="654750" y="924783"/>
            <a:ext cx="7706700" cy="36150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b="1" lang="en" sz="2000">
                <a:solidFill>
                  <a:srgbClr val="434343"/>
                </a:solidFill>
              </a:rPr>
              <a:t>Formats in the Product Line</a:t>
            </a:r>
            <a:endParaRPr sz="1800">
              <a:solidFill>
                <a:srgbClr val="434343"/>
              </a:solidFill>
            </a:endParaRPr>
          </a:p>
          <a:p>
            <a:pPr indent="0" lvl="0" marL="457200" rtl="0" algn="l">
              <a:lnSpc>
                <a:spcPct val="100000"/>
              </a:lnSpc>
              <a:spcBef>
                <a:spcPts val="0"/>
              </a:spcBef>
              <a:spcAft>
                <a:spcPts val="0"/>
              </a:spcAft>
              <a:buNone/>
            </a:pPr>
            <a:r>
              <a:t/>
            </a:r>
            <a:endParaRPr sz="1600">
              <a:solidFill>
                <a:srgbClr val="434343"/>
              </a:solidFill>
            </a:endParaRPr>
          </a:p>
        </p:txBody>
      </p:sp>
      <p:sp>
        <p:nvSpPr>
          <p:cNvPr id="853" name="Google Shape;853;g15d33161d2a_5_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854" name="Google Shape;854;g15d33161d2a_5_21"/>
          <p:cNvGraphicFramePr/>
          <p:nvPr/>
        </p:nvGraphicFramePr>
        <p:xfrm>
          <a:off x="654750" y="1640950"/>
          <a:ext cx="3000000" cy="3000000"/>
        </p:xfrm>
        <a:graphic>
          <a:graphicData uri="http://schemas.openxmlformats.org/drawingml/2006/table">
            <a:tbl>
              <a:tblPr>
                <a:noFill/>
                <a:tableStyleId>{02491098-8F7B-4E4F-8394-445459A9C73F}</a:tableStyleId>
              </a:tblPr>
              <a:tblGrid>
                <a:gridCol w="3794875"/>
                <a:gridCol w="3794875"/>
              </a:tblGrid>
              <a:tr h="1158225">
                <a:tc>
                  <a:txBody>
                    <a:bodyPr/>
                    <a:lstStyle/>
                    <a:p>
                      <a:pPr indent="0" lvl="0" marL="457200" rtl="0" algn="ctr">
                        <a:spcBef>
                          <a:spcPts val="0"/>
                        </a:spcBef>
                        <a:spcAft>
                          <a:spcPts val="0"/>
                        </a:spcAft>
                        <a:buNone/>
                      </a:pPr>
                      <a:r>
                        <a:t/>
                      </a:r>
                      <a:endParaRPr sz="1800">
                        <a:solidFill>
                          <a:srgbClr val="434343"/>
                        </a:solidFill>
                        <a:latin typeface="Cairo"/>
                        <a:ea typeface="Cairo"/>
                        <a:cs typeface="Cairo"/>
                        <a:sym typeface="Cairo"/>
                      </a:endParaRPr>
                    </a:p>
                    <a:p>
                      <a:pPr indent="0" lvl="0" marL="457200" rtl="0" algn="ctr">
                        <a:spcBef>
                          <a:spcPts val="0"/>
                        </a:spcBef>
                        <a:spcAft>
                          <a:spcPts val="0"/>
                        </a:spcAft>
                        <a:buNone/>
                      </a:pPr>
                      <a:r>
                        <a:rPr lang="en" sz="1800">
                          <a:solidFill>
                            <a:srgbClr val="434343"/>
                          </a:solidFill>
                          <a:latin typeface="Cairo"/>
                          <a:ea typeface="Cairo"/>
                          <a:cs typeface="Cairo"/>
                          <a:sym typeface="Cairo"/>
                        </a:rPr>
                        <a:t>Can resize fonts, bookmark pages, make notes, highlight specific passages, and save selected text.</a:t>
                      </a:r>
                      <a:endParaRPr sz="1800">
                        <a:solidFill>
                          <a:srgbClr val="434343"/>
                        </a:solidFill>
                        <a:latin typeface="Cairo"/>
                        <a:ea typeface="Cairo"/>
                        <a:cs typeface="Cairo"/>
                        <a:sym typeface="Cairo"/>
                      </a:endParaRPr>
                    </a:p>
                  </a:txBody>
                  <a:tcPr marT="91425" marB="91425" marR="91425" marL="91425">
                    <a:lnL cap="flat" cmpd="sng" w="9525">
                      <a:solidFill>
                        <a:schemeClr val="accent6">
                          <a:alpha val="0"/>
                        </a:schemeClr>
                      </a:solidFill>
                      <a:prstDash val="lgDash"/>
                      <a:round/>
                      <a:headEnd len="sm" w="sm" type="none"/>
                      <a:tailEnd len="sm" w="sm" type="none"/>
                    </a:lnL>
                    <a:lnR cap="flat" cmpd="sng" w="9525">
                      <a:solidFill>
                        <a:schemeClr val="accent6">
                          <a:alpha val="0"/>
                        </a:schemeClr>
                      </a:solidFill>
                      <a:prstDash val="lgDash"/>
                      <a:round/>
                      <a:headEnd len="sm" w="sm" type="none"/>
                      <a:tailEnd len="sm" w="sm" type="none"/>
                    </a:lnR>
                    <a:lnT cap="flat" cmpd="sng" w="9525">
                      <a:solidFill>
                        <a:schemeClr val="accent6">
                          <a:alpha val="0"/>
                        </a:schemeClr>
                      </a:solidFill>
                      <a:prstDash val="lgDash"/>
                      <a:round/>
                      <a:headEnd len="sm" w="sm" type="none"/>
                      <a:tailEnd len="sm" w="sm" type="none"/>
                    </a:lnT>
                    <a:lnB cap="flat" cmpd="sng" w="9525">
                      <a:solidFill>
                        <a:schemeClr val="accent6">
                          <a:alpha val="0"/>
                        </a:schemeClr>
                      </a:solidFill>
                      <a:prstDash val="lgDash"/>
                      <a:round/>
                      <a:headEnd len="sm" w="sm" type="none"/>
                      <a:tailEnd len="sm" w="sm" type="none"/>
                    </a:lnB>
                  </a:tcPr>
                </a:tc>
                <a:tc>
                  <a:txBody>
                    <a:bodyPr/>
                    <a:lstStyle/>
                    <a:p>
                      <a:pPr indent="0" lvl="0" marL="0" rtl="0" algn="ctr">
                        <a:spcBef>
                          <a:spcPts val="0"/>
                        </a:spcBef>
                        <a:spcAft>
                          <a:spcPts val="0"/>
                        </a:spcAft>
                        <a:buNone/>
                      </a:pPr>
                      <a:r>
                        <a:t/>
                      </a:r>
                      <a:endParaRPr b="1" sz="1800">
                        <a:solidFill>
                          <a:srgbClr val="434343"/>
                        </a:solidFill>
                        <a:latin typeface="Cairo"/>
                        <a:ea typeface="Cairo"/>
                        <a:cs typeface="Cairo"/>
                        <a:sym typeface="Cairo"/>
                      </a:endParaRPr>
                    </a:p>
                    <a:p>
                      <a:pPr indent="0" lvl="0" marL="0" rtl="0" algn="ctr">
                        <a:spcBef>
                          <a:spcPts val="0"/>
                        </a:spcBef>
                        <a:spcAft>
                          <a:spcPts val="0"/>
                        </a:spcAft>
                        <a:buNone/>
                      </a:pPr>
                      <a:r>
                        <a:rPr lang="en" sz="1800">
                          <a:solidFill>
                            <a:srgbClr val="434343"/>
                          </a:solidFill>
                          <a:latin typeface="Cairo"/>
                          <a:ea typeface="Cairo"/>
                          <a:cs typeface="Cairo"/>
                          <a:sym typeface="Cairo"/>
                        </a:rPr>
                        <a:t>Higher-quality, higher-priced and more durable than the paperback version.</a:t>
                      </a:r>
                      <a:endParaRPr sz="1800">
                        <a:solidFill>
                          <a:srgbClr val="434343"/>
                        </a:solidFill>
                        <a:latin typeface="Cairo"/>
                        <a:ea typeface="Cairo"/>
                        <a:cs typeface="Cairo"/>
                        <a:sym typeface="Cairo"/>
                      </a:endParaRPr>
                    </a:p>
                  </a:txBody>
                  <a:tcPr marT="91425" marB="91425" marR="91425" marL="91425">
                    <a:lnL cap="flat" cmpd="sng" w="9525">
                      <a:solidFill>
                        <a:schemeClr val="accent6">
                          <a:alpha val="0"/>
                        </a:schemeClr>
                      </a:solidFill>
                      <a:prstDash val="lgDash"/>
                      <a:round/>
                      <a:headEnd len="sm" w="sm" type="none"/>
                      <a:tailEnd len="sm" w="sm" type="none"/>
                    </a:lnL>
                    <a:lnR cap="flat" cmpd="sng" w="9525">
                      <a:solidFill>
                        <a:schemeClr val="accent6">
                          <a:alpha val="0"/>
                        </a:schemeClr>
                      </a:solidFill>
                      <a:prstDash val="lgDash"/>
                      <a:round/>
                      <a:headEnd len="sm" w="sm" type="none"/>
                      <a:tailEnd len="sm" w="sm" type="none"/>
                    </a:lnR>
                    <a:lnT cap="flat" cmpd="sng" w="9525">
                      <a:solidFill>
                        <a:schemeClr val="accent6">
                          <a:alpha val="0"/>
                        </a:schemeClr>
                      </a:solidFill>
                      <a:prstDash val="lgDash"/>
                      <a:round/>
                      <a:headEnd len="sm" w="sm" type="none"/>
                      <a:tailEnd len="sm" w="sm" type="none"/>
                    </a:lnT>
                    <a:lnB cap="flat" cmpd="sng" w="9525">
                      <a:solidFill>
                        <a:schemeClr val="accent6">
                          <a:alpha val="0"/>
                        </a:schemeClr>
                      </a:solidFill>
                      <a:prstDash val="lgDash"/>
                      <a:round/>
                      <a:headEnd len="sm" w="sm" type="none"/>
                      <a:tailEnd len="sm" w="sm" type="none"/>
                    </a:lnB>
                  </a:tcPr>
                </a:tc>
              </a:tr>
              <a:tr h="1158225">
                <a:tc>
                  <a:txBody>
                    <a:bodyPr/>
                    <a:lstStyle/>
                    <a:p>
                      <a:pPr indent="0" lvl="0" marL="0" rtl="0" algn="ctr">
                        <a:spcBef>
                          <a:spcPts val="0"/>
                        </a:spcBef>
                        <a:spcAft>
                          <a:spcPts val="0"/>
                        </a:spcAft>
                        <a:buNone/>
                      </a:pPr>
                      <a:r>
                        <a:t/>
                      </a:r>
                      <a:endParaRPr b="1" sz="1800">
                        <a:solidFill>
                          <a:srgbClr val="434343"/>
                        </a:solidFill>
                        <a:latin typeface="Cairo"/>
                        <a:ea typeface="Cairo"/>
                        <a:cs typeface="Cairo"/>
                        <a:sym typeface="Cairo"/>
                      </a:endParaRPr>
                    </a:p>
                    <a:p>
                      <a:pPr indent="0" lvl="0" marL="457200" rtl="0" algn="l">
                        <a:spcBef>
                          <a:spcPts val="0"/>
                        </a:spcBef>
                        <a:spcAft>
                          <a:spcPts val="0"/>
                        </a:spcAft>
                        <a:buNone/>
                      </a:pPr>
                      <a:r>
                        <a:t/>
                      </a:r>
                      <a:endParaRPr sz="1800">
                        <a:solidFill>
                          <a:srgbClr val="434343"/>
                        </a:solidFill>
                        <a:latin typeface="Cairo"/>
                        <a:ea typeface="Cairo"/>
                        <a:cs typeface="Cairo"/>
                        <a:sym typeface="Cairo"/>
                      </a:endParaRPr>
                    </a:p>
                    <a:p>
                      <a:pPr indent="0" lvl="0" marL="457200" rtl="0" algn="l">
                        <a:spcBef>
                          <a:spcPts val="0"/>
                        </a:spcBef>
                        <a:spcAft>
                          <a:spcPts val="0"/>
                        </a:spcAft>
                        <a:buNone/>
                      </a:pPr>
                      <a:r>
                        <a:rPr lang="en" sz="1800">
                          <a:solidFill>
                            <a:srgbClr val="434343"/>
                          </a:solidFill>
                          <a:latin typeface="Cairo"/>
                          <a:ea typeface="Cairo"/>
                          <a:cs typeface="Cairo"/>
                          <a:sym typeface="Cairo"/>
                        </a:rPr>
                        <a:t>Image resolution lower than that of the existing premium version.</a:t>
                      </a:r>
                      <a:endParaRPr sz="1800">
                        <a:solidFill>
                          <a:srgbClr val="434343"/>
                        </a:solidFill>
                        <a:latin typeface="Cairo"/>
                        <a:ea typeface="Cairo"/>
                        <a:cs typeface="Cairo"/>
                        <a:sym typeface="Cairo"/>
                      </a:endParaRPr>
                    </a:p>
                  </a:txBody>
                  <a:tcPr marT="91425" marB="91425" marR="91425" marL="91425">
                    <a:lnL cap="flat" cmpd="sng" w="9525">
                      <a:solidFill>
                        <a:schemeClr val="accent6">
                          <a:alpha val="0"/>
                        </a:schemeClr>
                      </a:solidFill>
                      <a:prstDash val="lgDash"/>
                      <a:round/>
                      <a:headEnd len="sm" w="sm" type="none"/>
                      <a:tailEnd len="sm" w="sm" type="none"/>
                    </a:lnL>
                    <a:lnR cap="flat" cmpd="sng" w="9525">
                      <a:solidFill>
                        <a:schemeClr val="accent6">
                          <a:alpha val="0"/>
                        </a:schemeClr>
                      </a:solidFill>
                      <a:prstDash val="lgDash"/>
                      <a:round/>
                      <a:headEnd len="sm" w="sm" type="none"/>
                      <a:tailEnd len="sm" w="sm" type="none"/>
                    </a:lnR>
                    <a:lnT cap="flat" cmpd="sng" w="9525">
                      <a:solidFill>
                        <a:schemeClr val="accent6">
                          <a:alpha val="0"/>
                        </a:schemeClr>
                      </a:solidFill>
                      <a:prstDash val="lgDash"/>
                      <a:round/>
                      <a:headEnd len="sm" w="sm" type="none"/>
                      <a:tailEnd len="sm" w="sm" type="none"/>
                    </a:lnT>
                    <a:lnB cap="flat" cmpd="sng" w="9525">
                      <a:solidFill>
                        <a:schemeClr val="accent6">
                          <a:alpha val="0"/>
                        </a:schemeClr>
                      </a:solidFill>
                      <a:prstDash val="lgDash"/>
                      <a:round/>
                      <a:headEnd len="sm" w="sm" type="none"/>
                      <a:tailEnd len="sm" w="sm" type="none"/>
                    </a:lnB>
                  </a:tcPr>
                </a:tc>
                <a:tc>
                  <a:txBody>
                    <a:bodyPr/>
                    <a:lstStyle/>
                    <a:p>
                      <a:pPr indent="0" lvl="0" marL="0" rtl="0" algn="ctr">
                        <a:spcBef>
                          <a:spcPts val="0"/>
                        </a:spcBef>
                        <a:spcAft>
                          <a:spcPts val="0"/>
                        </a:spcAft>
                        <a:buNone/>
                      </a:pPr>
                      <a:r>
                        <a:t/>
                      </a:r>
                      <a:endParaRPr b="1" sz="1800">
                        <a:solidFill>
                          <a:srgbClr val="434343"/>
                        </a:solidFill>
                        <a:latin typeface="Cairo"/>
                        <a:ea typeface="Cairo"/>
                        <a:cs typeface="Cairo"/>
                        <a:sym typeface="Cairo"/>
                      </a:endParaRPr>
                    </a:p>
                    <a:p>
                      <a:pPr indent="0" lvl="0" marL="0" rtl="0" algn="ctr">
                        <a:spcBef>
                          <a:spcPts val="0"/>
                        </a:spcBef>
                        <a:spcAft>
                          <a:spcPts val="0"/>
                        </a:spcAft>
                        <a:buNone/>
                      </a:pPr>
                      <a:r>
                        <a:t/>
                      </a:r>
                      <a:endParaRPr b="1" sz="1800">
                        <a:solidFill>
                          <a:srgbClr val="434343"/>
                        </a:solidFill>
                        <a:latin typeface="Cairo"/>
                        <a:ea typeface="Cairo"/>
                        <a:cs typeface="Cairo"/>
                        <a:sym typeface="Cairo"/>
                      </a:endParaRPr>
                    </a:p>
                    <a:p>
                      <a:pPr indent="0" lvl="0" marL="0" rtl="0" algn="ctr">
                        <a:spcBef>
                          <a:spcPts val="0"/>
                        </a:spcBef>
                        <a:spcAft>
                          <a:spcPts val="0"/>
                        </a:spcAft>
                        <a:buNone/>
                      </a:pPr>
                      <a:r>
                        <a:rPr lang="en" sz="1800">
                          <a:solidFill>
                            <a:srgbClr val="434343"/>
                          </a:solidFill>
                          <a:latin typeface="Cairo"/>
                          <a:ea typeface="Cairo"/>
                          <a:cs typeface="Cairo"/>
                          <a:sym typeface="Cairo"/>
                        </a:rPr>
                        <a:t>Can be leafed through quickly and stacked on a bookshelf for easy retrieval.</a:t>
                      </a:r>
                      <a:endParaRPr sz="1800">
                        <a:solidFill>
                          <a:srgbClr val="434343"/>
                        </a:solidFill>
                        <a:latin typeface="Cairo"/>
                        <a:ea typeface="Cairo"/>
                        <a:cs typeface="Cairo"/>
                        <a:sym typeface="Cairo"/>
                      </a:endParaRPr>
                    </a:p>
                  </a:txBody>
                  <a:tcPr marT="91425" marB="91425" marR="91425" marL="91425">
                    <a:lnL cap="flat" cmpd="sng" w="9525">
                      <a:solidFill>
                        <a:schemeClr val="accent6">
                          <a:alpha val="0"/>
                        </a:schemeClr>
                      </a:solidFill>
                      <a:prstDash val="lgDash"/>
                      <a:round/>
                      <a:headEnd len="sm" w="sm" type="none"/>
                      <a:tailEnd len="sm" w="sm" type="none"/>
                    </a:lnL>
                    <a:lnR cap="flat" cmpd="sng" w="9525">
                      <a:solidFill>
                        <a:schemeClr val="accent6">
                          <a:alpha val="0"/>
                        </a:schemeClr>
                      </a:solidFill>
                      <a:prstDash val="lgDash"/>
                      <a:round/>
                      <a:headEnd len="sm" w="sm" type="none"/>
                      <a:tailEnd len="sm" w="sm" type="none"/>
                    </a:lnR>
                    <a:lnT cap="flat" cmpd="sng" w="9525">
                      <a:solidFill>
                        <a:schemeClr val="accent6">
                          <a:alpha val="0"/>
                        </a:schemeClr>
                      </a:solidFill>
                      <a:prstDash val="lgDash"/>
                      <a:round/>
                      <a:headEnd len="sm" w="sm" type="none"/>
                      <a:tailEnd len="sm" w="sm" type="none"/>
                    </a:lnT>
                    <a:lnB cap="flat" cmpd="sng" w="9525">
                      <a:solidFill>
                        <a:schemeClr val="accent6">
                          <a:alpha val="0"/>
                        </a:schemeClr>
                      </a:solidFill>
                      <a:prstDash val="lgDash"/>
                      <a:round/>
                      <a:headEnd len="sm" w="sm" type="none"/>
                      <a:tailEnd len="sm" w="sm" type="none"/>
                    </a:lnB>
                  </a:tcPr>
                </a:tc>
              </a:tr>
            </a:tbl>
          </a:graphicData>
        </a:graphic>
      </p:graphicFrame>
      <p:sp>
        <p:nvSpPr>
          <p:cNvPr id="855" name="Google Shape;855;g15d33161d2a_5_21"/>
          <p:cNvSpPr/>
          <p:nvPr/>
        </p:nvSpPr>
        <p:spPr>
          <a:xfrm>
            <a:off x="5354050" y="1492750"/>
            <a:ext cx="2009100" cy="438600"/>
          </a:xfrm>
          <a:prstGeom prst="roundRect">
            <a:avLst>
              <a:gd fmla="val 16667" name="adj"/>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rgbClr val="FFFFFF"/>
                </a:solidFill>
                <a:latin typeface="Neucha"/>
                <a:ea typeface="Neucha"/>
                <a:cs typeface="Neucha"/>
                <a:sym typeface="Neucha"/>
              </a:rPr>
              <a:t>H</a:t>
            </a:r>
            <a:r>
              <a:rPr b="1" lang="en" sz="2300">
                <a:solidFill>
                  <a:srgbClr val="FFFFFF"/>
                </a:solidFill>
                <a:latin typeface="Neucha"/>
                <a:ea typeface="Neucha"/>
                <a:cs typeface="Neucha"/>
                <a:sym typeface="Neucha"/>
              </a:rPr>
              <a:t>ardcover</a:t>
            </a:r>
            <a:endParaRPr b="1" sz="2300">
              <a:solidFill>
                <a:srgbClr val="FFFFFF"/>
              </a:solidFill>
              <a:latin typeface="Neucha"/>
              <a:ea typeface="Neucha"/>
              <a:cs typeface="Neucha"/>
              <a:sym typeface="Neucha"/>
            </a:endParaRPr>
          </a:p>
        </p:txBody>
      </p:sp>
      <p:grpSp>
        <p:nvGrpSpPr>
          <p:cNvPr id="856" name="Google Shape;856;g15d33161d2a_5_21"/>
          <p:cNvGrpSpPr/>
          <p:nvPr/>
        </p:nvGrpSpPr>
        <p:grpSpPr>
          <a:xfrm>
            <a:off x="1653038" y="1492738"/>
            <a:ext cx="5710100" cy="2158025"/>
            <a:chOff x="1667263" y="1709275"/>
            <a:chExt cx="5710100" cy="2158025"/>
          </a:xfrm>
        </p:grpSpPr>
        <p:sp>
          <p:nvSpPr>
            <p:cNvPr id="857" name="Google Shape;857;g15d33161d2a_5_21"/>
            <p:cNvSpPr/>
            <p:nvPr/>
          </p:nvSpPr>
          <p:spPr>
            <a:xfrm>
              <a:off x="1667275" y="1709275"/>
              <a:ext cx="2009100" cy="438600"/>
            </a:xfrm>
            <a:prstGeom prst="roundRect">
              <a:avLst>
                <a:gd fmla="val 16667" name="adj"/>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rgbClr val="FFFFFF"/>
                  </a:solidFill>
                  <a:latin typeface="Neucha"/>
                  <a:ea typeface="Neucha"/>
                  <a:cs typeface="Neucha"/>
                  <a:sym typeface="Neucha"/>
                </a:rPr>
                <a:t>E-book</a:t>
              </a:r>
              <a:endParaRPr b="1" sz="2300">
                <a:solidFill>
                  <a:srgbClr val="FFFFFF"/>
                </a:solidFill>
                <a:latin typeface="Neucha"/>
                <a:ea typeface="Neucha"/>
                <a:cs typeface="Neucha"/>
                <a:sym typeface="Neucha"/>
              </a:endParaRPr>
            </a:p>
          </p:txBody>
        </p:sp>
        <p:sp>
          <p:nvSpPr>
            <p:cNvPr id="858" name="Google Shape;858;g15d33161d2a_5_21"/>
            <p:cNvSpPr/>
            <p:nvPr/>
          </p:nvSpPr>
          <p:spPr>
            <a:xfrm>
              <a:off x="1667263" y="3428700"/>
              <a:ext cx="2009100" cy="438600"/>
            </a:xfrm>
            <a:prstGeom prst="roundRect">
              <a:avLst>
                <a:gd fmla="val 16667" name="adj"/>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rgbClr val="FFFFFF"/>
                  </a:solidFill>
                  <a:latin typeface="Neucha"/>
                  <a:ea typeface="Neucha"/>
                  <a:cs typeface="Neucha"/>
                  <a:sym typeface="Neucha"/>
                </a:rPr>
                <a:t>PDF</a:t>
              </a:r>
              <a:endParaRPr b="1" sz="2300">
                <a:solidFill>
                  <a:srgbClr val="FFFFFF"/>
                </a:solidFill>
                <a:latin typeface="Neucha"/>
                <a:ea typeface="Neucha"/>
                <a:cs typeface="Neucha"/>
                <a:sym typeface="Neucha"/>
              </a:endParaRPr>
            </a:p>
          </p:txBody>
        </p:sp>
        <p:sp>
          <p:nvSpPr>
            <p:cNvPr id="859" name="Google Shape;859;g15d33161d2a_5_21"/>
            <p:cNvSpPr/>
            <p:nvPr/>
          </p:nvSpPr>
          <p:spPr>
            <a:xfrm>
              <a:off x="5368263" y="3428700"/>
              <a:ext cx="2009100" cy="438600"/>
            </a:xfrm>
            <a:prstGeom prst="roundRect">
              <a:avLst>
                <a:gd fmla="val 16667" name="adj"/>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rgbClr val="FFFFFF"/>
                  </a:solidFill>
                  <a:latin typeface="Neucha"/>
                  <a:ea typeface="Neucha"/>
                  <a:cs typeface="Neucha"/>
                  <a:sym typeface="Neucha"/>
                </a:rPr>
                <a:t>Paperback</a:t>
              </a:r>
              <a:endParaRPr b="1" sz="2300">
                <a:solidFill>
                  <a:srgbClr val="FFFFFF"/>
                </a:solidFill>
                <a:latin typeface="Neucha"/>
                <a:ea typeface="Neucha"/>
                <a:cs typeface="Neucha"/>
                <a:sym typeface="Neucha"/>
              </a:endParaRPr>
            </a:p>
          </p:txBody>
        </p:sp>
      </p:grpSp>
      <p:sp>
        <p:nvSpPr>
          <p:cNvPr id="860" name="Google Shape;860;g15d33161d2a_5_21"/>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鄭心愉</a:t>
            </a:r>
            <a:endParaRPr sz="1900">
              <a:latin typeface="Cairo"/>
              <a:ea typeface="Cairo"/>
              <a:cs typeface="Cairo"/>
              <a:sym typeface="Cai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g15d33161d2a_5_36"/>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3000"/>
              <a:buNone/>
            </a:pPr>
            <a:r>
              <a:rPr lang="en"/>
              <a:t>Field Experiment</a:t>
            </a:r>
            <a:endParaRPr/>
          </a:p>
          <a:p>
            <a:pPr indent="0" lvl="0" marL="0" rtl="0" algn="l">
              <a:lnSpc>
                <a:spcPct val="100000"/>
              </a:lnSpc>
              <a:spcBef>
                <a:spcPts val="0"/>
              </a:spcBef>
              <a:spcAft>
                <a:spcPts val="0"/>
              </a:spcAft>
              <a:buSzPts val="3000"/>
              <a:buNone/>
            </a:pPr>
            <a:r>
              <a:t/>
            </a:r>
            <a:endParaRPr/>
          </a:p>
        </p:txBody>
      </p:sp>
      <p:sp>
        <p:nvSpPr>
          <p:cNvPr id="866" name="Google Shape;866;g15d33161d2a_5_36"/>
          <p:cNvSpPr txBox="1"/>
          <p:nvPr>
            <p:ph idx="1" type="body"/>
          </p:nvPr>
        </p:nvSpPr>
        <p:spPr>
          <a:xfrm>
            <a:off x="660950" y="1053358"/>
            <a:ext cx="7706700" cy="36150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b="1" lang="en" sz="1900">
                <a:solidFill>
                  <a:srgbClr val="434343"/>
                </a:solidFill>
              </a:rPr>
              <a:t>Experimental Design</a:t>
            </a:r>
            <a:endParaRPr sz="1700">
              <a:solidFill>
                <a:srgbClr val="434343"/>
              </a:solidFill>
            </a:endParaRPr>
          </a:p>
          <a:p>
            <a:pPr indent="0" lvl="0" marL="457200" rtl="0" algn="l">
              <a:lnSpc>
                <a:spcPct val="100000"/>
              </a:lnSpc>
              <a:spcBef>
                <a:spcPts val="0"/>
              </a:spcBef>
              <a:spcAft>
                <a:spcPts val="0"/>
              </a:spcAft>
              <a:buNone/>
            </a:pPr>
            <a:r>
              <a:rPr lang="en" sz="1800">
                <a:solidFill>
                  <a:srgbClr val="434343"/>
                </a:solidFill>
              </a:rPr>
              <a:t>The field experiment includes a </a:t>
            </a:r>
            <a:r>
              <a:rPr lang="en" sz="1800">
                <a:solidFill>
                  <a:srgbClr val="FF0000"/>
                </a:solidFill>
              </a:rPr>
              <a:t>total of 2,051 randomly selected book titles</a:t>
            </a:r>
            <a:r>
              <a:rPr lang="en" sz="1800">
                <a:solidFill>
                  <a:srgbClr val="434343"/>
                </a:solidFill>
              </a:rPr>
              <a:t> that NAP was already selling in paperback on its website before the start of the experiment.</a:t>
            </a:r>
            <a:endParaRPr sz="1800">
              <a:solidFill>
                <a:srgbClr val="434343"/>
              </a:solidFill>
            </a:endParaRPr>
          </a:p>
          <a:p>
            <a:pPr indent="0" lvl="0" marL="457200" rtl="0" algn="l">
              <a:lnSpc>
                <a:spcPct val="100000"/>
              </a:lnSpc>
              <a:spcBef>
                <a:spcPts val="0"/>
              </a:spcBef>
              <a:spcAft>
                <a:spcPts val="0"/>
              </a:spcAft>
              <a:buNone/>
            </a:pPr>
            <a:r>
              <a:t/>
            </a:r>
            <a:endParaRPr sz="1800">
              <a:solidFill>
                <a:srgbClr val="434343"/>
              </a:solidFill>
            </a:endParaRPr>
          </a:p>
          <a:p>
            <a:pPr indent="0" lvl="0" marL="457200" rtl="0" algn="l">
              <a:lnSpc>
                <a:spcPct val="100000"/>
              </a:lnSpc>
              <a:spcBef>
                <a:spcPts val="0"/>
              </a:spcBef>
              <a:spcAft>
                <a:spcPts val="0"/>
              </a:spcAft>
              <a:buNone/>
            </a:pPr>
            <a:r>
              <a:rPr b="1" lang="en" sz="1800" u="sng">
                <a:solidFill>
                  <a:srgbClr val="434343"/>
                </a:solidFill>
              </a:rPr>
              <a:t>(1) Randomized block design:</a:t>
            </a:r>
            <a:endParaRPr b="1" sz="1800" u="sng">
              <a:solidFill>
                <a:srgbClr val="434343"/>
              </a:solidFill>
            </a:endParaRPr>
          </a:p>
          <a:p>
            <a:pPr indent="0" lvl="0" marL="457200" rtl="0" algn="l">
              <a:lnSpc>
                <a:spcPct val="100000"/>
              </a:lnSpc>
              <a:spcBef>
                <a:spcPts val="0"/>
              </a:spcBef>
              <a:spcAft>
                <a:spcPts val="0"/>
              </a:spcAft>
              <a:buNone/>
            </a:pPr>
            <a:r>
              <a:rPr lang="en" sz="1800">
                <a:solidFill>
                  <a:srgbClr val="434343"/>
                </a:solidFill>
              </a:rPr>
              <a:t>Use a</a:t>
            </a:r>
            <a:r>
              <a:rPr lang="en" sz="1800">
                <a:solidFill>
                  <a:srgbClr val="FF0000"/>
                </a:solidFill>
              </a:rPr>
              <a:t> restricted randomized design</a:t>
            </a:r>
            <a:r>
              <a:rPr lang="en" sz="1800">
                <a:solidFill>
                  <a:srgbClr val="434343"/>
                </a:solidFill>
              </a:rPr>
              <a:t> that uses the price of the paperback version as one blocking variable with three levels (low, medium, and high) and title popularity as the other blocking variable with three levels (low, medium, and high).</a:t>
            </a:r>
            <a:endParaRPr sz="1800">
              <a:solidFill>
                <a:srgbClr val="434343"/>
              </a:solidFill>
            </a:endParaRPr>
          </a:p>
        </p:txBody>
      </p:sp>
      <p:sp>
        <p:nvSpPr>
          <p:cNvPr id="867" name="Google Shape;867;g15d33161d2a_5_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8" name="Google Shape;868;g15d33161d2a_5_36"/>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蔣銘皓</a:t>
            </a:r>
            <a:endParaRPr sz="1900">
              <a:latin typeface="Cairo"/>
              <a:ea typeface="Cairo"/>
              <a:cs typeface="Cairo"/>
              <a:sym typeface="Cair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15d33161d2a_5_51"/>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3000"/>
              <a:buNone/>
            </a:pPr>
            <a:r>
              <a:rPr lang="en"/>
              <a:t>Field Experiment</a:t>
            </a:r>
            <a:endParaRPr/>
          </a:p>
          <a:p>
            <a:pPr indent="0" lvl="0" marL="0" rtl="0" algn="l">
              <a:lnSpc>
                <a:spcPct val="100000"/>
              </a:lnSpc>
              <a:spcBef>
                <a:spcPts val="0"/>
              </a:spcBef>
              <a:spcAft>
                <a:spcPts val="0"/>
              </a:spcAft>
              <a:buSzPts val="3000"/>
              <a:buNone/>
            </a:pPr>
            <a:r>
              <a:t/>
            </a:r>
            <a:endParaRPr/>
          </a:p>
        </p:txBody>
      </p:sp>
      <p:sp>
        <p:nvSpPr>
          <p:cNvPr id="874" name="Google Shape;874;g15d33161d2a_5_51"/>
          <p:cNvSpPr txBox="1"/>
          <p:nvPr>
            <p:ph idx="1" type="body"/>
          </p:nvPr>
        </p:nvSpPr>
        <p:spPr>
          <a:xfrm>
            <a:off x="265300" y="990733"/>
            <a:ext cx="7706700" cy="3615000"/>
          </a:xfrm>
          <a:prstGeom prst="rect">
            <a:avLst/>
          </a:prstGeom>
          <a:noFill/>
          <a:ln>
            <a:noFill/>
          </a:ln>
        </p:spPr>
        <p:txBody>
          <a:bodyPr anchorCtr="0" anchor="t" bIns="91425" lIns="91425" spcFirstLastPara="1" rIns="91425" wrap="square" tIns="91425">
            <a:noAutofit/>
          </a:bodyPr>
          <a:lstStyle/>
          <a:p>
            <a:pPr indent="457200" lvl="0" marL="0" rtl="0" algn="l">
              <a:lnSpc>
                <a:spcPct val="100000"/>
              </a:lnSpc>
              <a:spcBef>
                <a:spcPts val="0"/>
              </a:spcBef>
              <a:spcAft>
                <a:spcPts val="0"/>
              </a:spcAft>
              <a:buNone/>
            </a:pPr>
            <a:r>
              <a:rPr b="1" lang="en" sz="1800" u="sng">
                <a:solidFill>
                  <a:srgbClr val="434343"/>
                </a:solidFill>
              </a:rPr>
              <a:t>(2) </a:t>
            </a:r>
            <a:r>
              <a:rPr b="1" lang="en" sz="1800" u="sng">
                <a:solidFill>
                  <a:srgbClr val="434343"/>
                </a:solidFill>
              </a:rPr>
              <a:t>Control and treatment conditions</a:t>
            </a:r>
            <a:r>
              <a:rPr b="1" lang="en" sz="1800" u="sng">
                <a:solidFill>
                  <a:srgbClr val="434343"/>
                </a:solidFill>
              </a:rPr>
              <a:t>:</a:t>
            </a:r>
            <a:endParaRPr b="1" sz="1800" u="sng">
              <a:solidFill>
                <a:srgbClr val="434343"/>
              </a:solidFill>
            </a:endParaRPr>
          </a:p>
          <a:p>
            <a:pPr indent="0" lvl="0" marL="0" rtl="0" algn="l">
              <a:spcBef>
                <a:spcPts val="0"/>
              </a:spcBef>
              <a:spcAft>
                <a:spcPts val="0"/>
              </a:spcAft>
              <a:buNone/>
            </a:pPr>
            <a:r>
              <a:t/>
            </a:r>
            <a:endParaRPr sz="1800">
              <a:solidFill>
                <a:srgbClr val="434343"/>
              </a:solidFill>
            </a:endParaRPr>
          </a:p>
          <a:p>
            <a:pPr indent="0" lvl="0" marL="457200" rtl="0" algn="l">
              <a:lnSpc>
                <a:spcPct val="100000"/>
              </a:lnSpc>
              <a:spcBef>
                <a:spcPts val="0"/>
              </a:spcBef>
              <a:spcAft>
                <a:spcPts val="0"/>
              </a:spcAft>
              <a:buNone/>
            </a:pPr>
            <a:r>
              <a:t/>
            </a:r>
            <a:endParaRPr sz="1800">
              <a:solidFill>
                <a:srgbClr val="434343"/>
              </a:solidFill>
            </a:endParaRPr>
          </a:p>
        </p:txBody>
      </p:sp>
      <p:sp>
        <p:nvSpPr>
          <p:cNvPr id="875" name="Google Shape;875;g15d33161d2a_5_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76" name="Google Shape;876;g15d33161d2a_5_51"/>
          <p:cNvPicPr preferRelativeResize="0"/>
          <p:nvPr/>
        </p:nvPicPr>
        <p:blipFill>
          <a:blip r:embed="rId3">
            <a:alphaModFix/>
          </a:blip>
          <a:stretch>
            <a:fillRect/>
          </a:stretch>
        </p:blipFill>
        <p:spPr>
          <a:xfrm>
            <a:off x="1527087" y="1512200"/>
            <a:ext cx="5793126" cy="3285150"/>
          </a:xfrm>
          <a:prstGeom prst="rect">
            <a:avLst/>
          </a:prstGeom>
          <a:noFill/>
          <a:ln cap="flat" cmpd="sng" w="9525">
            <a:solidFill>
              <a:schemeClr val="dk2"/>
            </a:solidFill>
            <a:prstDash val="solid"/>
            <a:round/>
            <a:headEnd len="sm" w="sm" type="none"/>
            <a:tailEnd len="sm" w="sm" type="none"/>
          </a:ln>
        </p:spPr>
      </p:pic>
      <p:sp>
        <p:nvSpPr>
          <p:cNvPr id="877" name="Google Shape;877;g15d33161d2a_5_51"/>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蔣銘皓</a:t>
            </a:r>
            <a:endParaRPr sz="1900">
              <a:latin typeface="Cairo"/>
              <a:ea typeface="Cairo"/>
              <a:cs typeface="Cairo"/>
              <a:sym typeface="Cair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15d33161d2a_5_67"/>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3000"/>
              <a:buNone/>
            </a:pPr>
            <a:r>
              <a:rPr lang="en"/>
              <a:t>Field Experiment</a:t>
            </a:r>
            <a:endParaRPr/>
          </a:p>
          <a:p>
            <a:pPr indent="0" lvl="0" marL="0" rtl="0" algn="l">
              <a:lnSpc>
                <a:spcPct val="100000"/>
              </a:lnSpc>
              <a:spcBef>
                <a:spcPts val="0"/>
              </a:spcBef>
              <a:spcAft>
                <a:spcPts val="0"/>
              </a:spcAft>
              <a:buSzPts val="3000"/>
              <a:buNone/>
            </a:pPr>
            <a:r>
              <a:t/>
            </a:r>
            <a:endParaRPr/>
          </a:p>
        </p:txBody>
      </p:sp>
      <p:sp>
        <p:nvSpPr>
          <p:cNvPr id="883" name="Google Shape;883;g15d33161d2a_5_67"/>
          <p:cNvSpPr txBox="1"/>
          <p:nvPr>
            <p:ph idx="1" type="body"/>
          </p:nvPr>
        </p:nvSpPr>
        <p:spPr>
          <a:xfrm>
            <a:off x="265300" y="990733"/>
            <a:ext cx="7706700" cy="3615000"/>
          </a:xfrm>
          <a:prstGeom prst="rect">
            <a:avLst/>
          </a:prstGeom>
          <a:noFill/>
          <a:ln>
            <a:noFill/>
          </a:ln>
        </p:spPr>
        <p:txBody>
          <a:bodyPr anchorCtr="0" anchor="t" bIns="91425" lIns="91425" spcFirstLastPara="1" rIns="91425" wrap="square" tIns="91425">
            <a:noAutofit/>
          </a:bodyPr>
          <a:lstStyle/>
          <a:p>
            <a:pPr indent="457200" lvl="0" marL="0" rtl="0" algn="l">
              <a:lnSpc>
                <a:spcPct val="100000"/>
              </a:lnSpc>
              <a:spcBef>
                <a:spcPts val="0"/>
              </a:spcBef>
              <a:spcAft>
                <a:spcPts val="0"/>
              </a:spcAft>
              <a:buNone/>
            </a:pPr>
            <a:r>
              <a:rPr b="1" lang="en" sz="1800" u="sng">
                <a:solidFill>
                  <a:srgbClr val="434343"/>
                </a:solidFill>
              </a:rPr>
              <a:t>(2) Control and treatment conditions:</a:t>
            </a:r>
            <a:endParaRPr b="1" sz="1800" u="sng">
              <a:solidFill>
                <a:srgbClr val="434343"/>
              </a:solidFill>
            </a:endParaRPr>
          </a:p>
          <a:p>
            <a:pPr indent="0" lvl="0" marL="0" rtl="0" algn="l">
              <a:spcBef>
                <a:spcPts val="0"/>
              </a:spcBef>
              <a:spcAft>
                <a:spcPts val="0"/>
              </a:spcAft>
              <a:buNone/>
            </a:pPr>
            <a:r>
              <a:t/>
            </a:r>
            <a:endParaRPr sz="1800">
              <a:solidFill>
                <a:srgbClr val="434343"/>
              </a:solidFill>
            </a:endParaRPr>
          </a:p>
          <a:p>
            <a:pPr indent="0" lvl="0" marL="457200" rtl="0" algn="l">
              <a:lnSpc>
                <a:spcPct val="100000"/>
              </a:lnSpc>
              <a:spcBef>
                <a:spcPts val="0"/>
              </a:spcBef>
              <a:spcAft>
                <a:spcPts val="0"/>
              </a:spcAft>
              <a:buNone/>
            </a:pPr>
            <a:r>
              <a:t/>
            </a:r>
            <a:endParaRPr sz="1800">
              <a:solidFill>
                <a:srgbClr val="434343"/>
              </a:solidFill>
            </a:endParaRPr>
          </a:p>
        </p:txBody>
      </p:sp>
      <p:sp>
        <p:nvSpPr>
          <p:cNvPr id="884" name="Google Shape;884;g15d33161d2a_5_6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85" name="Google Shape;885;g15d33161d2a_5_67"/>
          <p:cNvPicPr preferRelativeResize="0"/>
          <p:nvPr/>
        </p:nvPicPr>
        <p:blipFill>
          <a:blip r:embed="rId3">
            <a:alphaModFix/>
          </a:blip>
          <a:stretch>
            <a:fillRect/>
          </a:stretch>
        </p:blipFill>
        <p:spPr>
          <a:xfrm>
            <a:off x="879200" y="1545323"/>
            <a:ext cx="7385549" cy="2715975"/>
          </a:xfrm>
          <a:prstGeom prst="rect">
            <a:avLst/>
          </a:prstGeom>
          <a:noFill/>
          <a:ln cap="flat" cmpd="sng" w="9525">
            <a:solidFill>
              <a:schemeClr val="dk2"/>
            </a:solidFill>
            <a:prstDash val="solid"/>
            <a:round/>
            <a:headEnd len="sm" w="sm" type="none"/>
            <a:tailEnd len="sm" w="sm" type="none"/>
          </a:ln>
        </p:spPr>
      </p:pic>
      <p:sp>
        <p:nvSpPr>
          <p:cNvPr id="886" name="Google Shape;886;g15d33161d2a_5_67"/>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蔣銘皓</a:t>
            </a:r>
            <a:endParaRPr sz="1900">
              <a:latin typeface="Cairo"/>
              <a:ea typeface="Cairo"/>
              <a:cs typeface="Cairo"/>
              <a:sym typeface="Cair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15d33161d2a_5_60"/>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3000"/>
              <a:buNone/>
            </a:pPr>
            <a:r>
              <a:rPr lang="en"/>
              <a:t>Field Experiment</a:t>
            </a:r>
            <a:endParaRPr/>
          </a:p>
          <a:p>
            <a:pPr indent="0" lvl="0" marL="0" rtl="0" algn="l">
              <a:lnSpc>
                <a:spcPct val="100000"/>
              </a:lnSpc>
              <a:spcBef>
                <a:spcPts val="0"/>
              </a:spcBef>
              <a:spcAft>
                <a:spcPts val="0"/>
              </a:spcAft>
              <a:buSzPts val="3000"/>
              <a:buNone/>
            </a:pPr>
            <a:r>
              <a:t/>
            </a:r>
            <a:endParaRPr/>
          </a:p>
        </p:txBody>
      </p:sp>
      <p:sp>
        <p:nvSpPr>
          <p:cNvPr id="892" name="Google Shape;892;g15d33161d2a_5_60"/>
          <p:cNvSpPr txBox="1"/>
          <p:nvPr>
            <p:ph idx="1" type="body"/>
          </p:nvPr>
        </p:nvSpPr>
        <p:spPr>
          <a:xfrm>
            <a:off x="660950" y="987408"/>
            <a:ext cx="7706700" cy="36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u="sng">
                <a:solidFill>
                  <a:srgbClr val="434343"/>
                </a:solidFill>
              </a:rPr>
              <a:t>(3) Price of the new premium versions:</a:t>
            </a:r>
            <a:endParaRPr b="1" sz="1800" u="sng">
              <a:solidFill>
                <a:srgbClr val="434343"/>
              </a:solidFill>
            </a:endParaRPr>
          </a:p>
          <a:p>
            <a:pPr indent="0" lvl="0" marL="0" rtl="0" algn="l">
              <a:spcBef>
                <a:spcPts val="0"/>
              </a:spcBef>
              <a:spcAft>
                <a:spcPts val="0"/>
              </a:spcAft>
              <a:buNone/>
            </a:pPr>
            <a:r>
              <a:t/>
            </a:r>
            <a:endParaRPr b="1" sz="1800" u="sng">
              <a:solidFill>
                <a:srgbClr val="434343"/>
              </a:solidFill>
            </a:endParaRPr>
          </a:p>
          <a:p>
            <a:pPr indent="-349250" lvl="0" marL="914400" rtl="0" algn="l">
              <a:lnSpc>
                <a:spcPct val="200000"/>
              </a:lnSpc>
              <a:spcBef>
                <a:spcPts val="0"/>
              </a:spcBef>
              <a:spcAft>
                <a:spcPts val="0"/>
              </a:spcAft>
              <a:buClr>
                <a:srgbClr val="434343"/>
              </a:buClr>
              <a:buSzPts val="1900"/>
              <a:buChar char="●"/>
            </a:pPr>
            <a:r>
              <a:rPr lang="en" sz="1900">
                <a:solidFill>
                  <a:srgbClr val="434343"/>
                </a:solidFill>
              </a:rPr>
              <a:t>P</a:t>
            </a:r>
            <a:r>
              <a:rPr lang="en" sz="1900">
                <a:solidFill>
                  <a:srgbClr val="434343"/>
                </a:solidFill>
              </a:rPr>
              <a:t>aperback versions were kept at their existing levels of price.</a:t>
            </a:r>
            <a:endParaRPr sz="1900">
              <a:solidFill>
                <a:srgbClr val="434343"/>
              </a:solidFill>
            </a:endParaRPr>
          </a:p>
          <a:p>
            <a:pPr indent="-349250" lvl="0" marL="914400" rtl="0" algn="l">
              <a:lnSpc>
                <a:spcPct val="200000"/>
              </a:lnSpc>
              <a:spcBef>
                <a:spcPts val="0"/>
              </a:spcBef>
              <a:spcAft>
                <a:spcPts val="0"/>
              </a:spcAft>
              <a:buClr>
                <a:srgbClr val="434343"/>
              </a:buClr>
              <a:buSzPts val="1900"/>
              <a:buChar char="●"/>
            </a:pPr>
            <a:r>
              <a:rPr lang="en" sz="1900">
                <a:solidFill>
                  <a:srgbClr val="434343"/>
                </a:solidFill>
              </a:rPr>
              <a:t>PDF versions being available for free.</a:t>
            </a:r>
            <a:endParaRPr sz="1900">
              <a:solidFill>
                <a:srgbClr val="434343"/>
              </a:solidFill>
            </a:endParaRPr>
          </a:p>
          <a:p>
            <a:pPr indent="-349250" lvl="0" marL="914400" rtl="0" algn="l">
              <a:lnSpc>
                <a:spcPct val="100000"/>
              </a:lnSpc>
              <a:spcBef>
                <a:spcPts val="0"/>
              </a:spcBef>
              <a:spcAft>
                <a:spcPts val="0"/>
              </a:spcAft>
              <a:buClr>
                <a:srgbClr val="434343"/>
              </a:buClr>
              <a:buSzPts val="1900"/>
              <a:buChar char="●"/>
            </a:pPr>
            <a:r>
              <a:rPr lang="en" sz="1900">
                <a:solidFill>
                  <a:srgbClr val="434343"/>
                </a:solidFill>
              </a:rPr>
              <a:t>E-book versions were priced lower than the price of paperback versions.</a:t>
            </a:r>
            <a:endParaRPr sz="1900">
              <a:solidFill>
                <a:srgbClr val="434343"/>
              </a:solidFill>
            </a:endParaRPr>
          </a:p>
          <a:p>
            <a:pPr indent="0" lvl="0" marL="0" rtl="0" algn="l">
              <a:lnSpc>
                <a:spcPct val="100000"/>
              </a:lnSpc>
              <a:spcBef>
                <a:spcPts val="0"/>
              </a:spcBef>
              <a:spcAft>
                <a:spcPts val="0"/>
              </a:spcAft>
              <a:buNone/>
            </a:pPr>
            <a:r>
              <a:t/>
            </a:r>
            <a:endParaRPr sz="1900">
              <a:solidFill>
                <a:srgbClr val="434343"/>
              </a:solidFill>
            </a:endParaRPr>
          </a:p>
          <a:p>
            <a:pPr indent="-349250" lvl="0" marL="914400" rtl="0" algn="l">
              <a:lnSpc>
                <a:spcPct val="100000"/>
              </a:lnSpc>
              <a:spcBef>
                <a:spcPts val="0"/>
              </a:spcBef>
              <a:spcAft>
                <a:spcPts val="0"/>
              </a:spcAft>
              <a:buClr>
                <a:srgbClr val="434343"/>
              </a:buClr>
              <a:buSzPts val="1900"/>
              <a:buChar char="●"/>
            </a:pPr>
            <a:r>
              <a:rPr lang="en" sz="1900">
                <a:solidFill>
                  <a:srgbClr val="434343"/>
                </a:solidFill>
              </a:rPr>
              <a:t>Hardcover versions were set between the range of 160% and 790% of the paperback version prices.</a:t>
            </a:r>
            <a:endParaRPr sz="1900">
              <a:solidFill>
                <a:srgbClr val="434343"/>
              </a:solidFill>
            </a:endParaRPr>
          </a:p>
          <a:p>
            <a:pPr indent="0" lvl="0" marL="0" rtl="0" algn="l">
              <a:lnSpc>
                <a:spcPct val="100000"/>
              </a:lnSpc>
              <a:spcBef>
                <a:spcPts val="0"/>
              </a:spcBef>
              <a:spcAft>
                <a:spcPts val="0"/>
              </a:spcAft>
              <a:buNone/>
            </a:pPr>
            <a:r>
              <a:t/>
            </a:r>
            <a:endParaRPr sz="1800">
              <a:solidFill>
                <a:srgbClr val="434343"/>
              </a:solidFill>
            </a:endParaRPr>
          </a:p>
        </p:txBody>
      </p:sp>
      <p:sp>
        <p:nvSpPr>
          <p:cNvPr id="893" name="Google Shape;893;g15d33161d2a_5_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4" name="Google Shape;894;g15d33161d2a_5_60"/>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蔣銘皓</a:t>
            </a:r>
            <a:endParaRPr sz="1900">
              <a:latin typeface="Cairo"/>
              <a:ea typeface="Cairo"/>
              <a:cs typeface="Cairo"/>
              <a:sym typeface="Cai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g15d33161d2a_5_42"/>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3000"/>
              <a:buNone/>
            </a:pPr>
            <a:r>
              <a:rPr lang="en"/>
              <a:t>Field Experiment</a:t>
            </a:r>
            <a:endParaRPr/>
          </a:p>
          <a:p>
            <a:pPr indent="0" lvl="0" marL="0" rtl="0" algn="l">
              <a:lnSpc>
                <a:spcPct val="100000"/>
              </a:lnSpc>
              <a:spcBef>
                <a:spcPts val="0"/>
              </a:spcBef>
              <a:spcAft>
                <a:spcPts val="0"/>
              </a:spcAft>
              <a:buSzPts val="3000"/>
              <a:buNone/>
            </a:pPr>
            <a:r>
              <a:t/>
            </a:r>
            <a:endParaRPr/>
          </a:p>
        </p:txBody>
      </p:sp>
      <p:sp>
        <p:nvSpPr>
          <p:cNvPr id="900" name="Google Shape;900;g15d33161d2a_5_42"/>
          <p:cNvSpPr txBox="1"/>
          <p:nvPr>
            <p:ph idx="1" type="body"/>
          </p:nvPr>
        </p:nvSpPr>
        <p:spPr>
          <a:xfrm>
            <a:off x="660950" y="924783"/>
            <a:ext cx="7706700" cy="3615000"/>
          </a:xfrm>
          <a:prstGeom prst="rect">
            <a:avLst/>
          </a:prstGeom>
          <a:noFill/>
          <a:ln>
            <a:noFill/>
          </a:ln>
        </p:spPr>
        <p:txBody>
          <a:bodyPr anchorCtr="0" anchor="t" bIns="91425" lIns="91425" spcFirstLastPara="1" rIns="91425" wrap="square" tIns="91425">
            <a:noAutofit/>
          </a:bodyPr>
          <a:lstStyle/>
          <a:p>
            <a:pPr indent="457200" lvl="0" marL="0" rtl="0" algn="l">
              <a:lnSpc>
                <a:spcPct val="200000"/>
              </a:lnSpc>
              <a:spcBef>
                <a:spcPts val="0"/>
              </a:spcBef>
              <a:spcAft>
                <a:spcPts val="0"/>
              </a:spcAft>
              <a:buNone/>
            </a:pPr>
            <a:r>
              <a:rPr b="1" lang="en" sz="1800">
                <a:solidFill>
                  <a:srgbClr val="434343"/>
                </a:solidFill>
              </a:rPr>
              <a:t>Descriptive Statistics</a:t>
            </a:r>
            <a:endParaRPr b="1" sz="1800">
              <a:solidFill>
                <a:srgbClr val="434343"/>
              </a:solidFill>
            </a:endParaRPr>
          </a:p>
          <a:p>
            <a:pPr indent="457200" lvl="0" marL="457200" rtl="0" algn="l">
              <a:lnSpc>
                <a:spcPct val="150000"/>
              </a:lnSpc>
              <a:spcBef>
                <a:spcPts val="0"/>
              </a:spcBef>
              <a:spcAft>
                <a:spcPts val="0"/>
              </a:spcAft>
              <a:buNone/>
            </a:pPr>
            <a:r>
              <a:rPr b="1" lang="en" sz="1800" u="sng">
                <a:solidFill>
                  <a:srgbClr val="434343"/>
                </a:solidFill>
              </a:rPr>
              <a:t>Data set:</a:t>
            </a:r>
            <a:r>
              <a:rPr lang="en" sz="1800">
                <a:solidFill>
                  <a:srgbClr val="434343"/>
                </a:solidFill>
              </a:rPr>
              <a:t> </a:t>
            </a:r>
            <a:endParaRPr sz="1800">
              <a:solidFill>
                <a:srgbClr val="434343"/>
              </a:solidFill>
            </a:endParaRPr>
          </a:p>
          <a:p>
            <a:pPr indent="457200" lvl="0" marL="914400" rtl="0" algn="l">
              <a:lnSpc>
                <a:spcPct val="150000"/>
              </a:lnSpc>
              <a:spcBef>
                <a:spcPts val="0"/>
              </a:spcBef>
              <a:spcAft>
                <a:spcPts val="0"/>
              </a:spcAft>
              <a:buNone/>
            </a:pPr>
            <a:r>
              <a:rPr lang="en" sz="1800">
                <a:solidFill>
                  <a:srgbClr val="434343"/>
                </a:solidFill>
              </a:rPr>
              <a:t>(1) Price of different versions</a:t>
            </a:r>
            <a:endParaRPr sz="1800">
              <a:solidFill>
                <a:srgbClr val="434343"/>
              </a:solidFill>
            </a:endParaRPr>
          </a:p>
          <a:p>
            <a:pPr indent="457200" lvl="0" marL="0" rtl="0" algn="l">
              <a:lnSpc>
                <a:spcPct val="150000"/>
              </a:lnSpc>
              <a:spcBef>
                <a:spcPts val="0"/>
              </a:spcBef>
              <a:spcAft>
                <a:spcPts val="0"/>
              </a:spcAft>
              <a:buNone/>
            </a:pPr>
            <a:r>
              <a:rPr lang="en" sz="1800">
                <a:solidFill>
                  <a:srgbClr val="434343"/>
                </a:solidFill>
              </a:rPr>
              <a:t>	         (2) Copyright Year</a:t>
            </a:r>
            <a:endParaRPr sz="1800">
              <a:solidFill>
                <a:srgbClr val="434343"/>
              </a:solidFill>
            </a:endParaRPr>
          </a:p>
          <a:p>
            <a:pPr indent="457200" lvl="0" marL="914400" rtl="0" algn="l">
              <a:lnSpc>
                <a:spcPct val="200000"/>
              </a:lnSpc>
              <a:spcBef>
                <a:spcPts val="0"/>
              </a:spcBef>
              <a:spcAft>
                <a:spcPts val="0"/>
              </a:spcAft>
              <a:buNone/>
            </a:pPr>
            <a:r>
              <a:rPr lang="en" sz="1800">
                <a:solidFill>
                  <a:srgbClr val="434343"/>
                </a:solidFill>
              </a:rPr>
              <a:t>(3) Number of Pages</a:t>
            </a:r>
            <a:endParaRPr sz="1800">
              <a:solidFill>
                <a:srgbClr val="434343"/>
              </a:solidFill>
            </a:endParaRPr>
          </a:p>
          <a:p>
            <a:pPr indent="457200" lvl="0" marL="457200" rtl="0" algn="l">
              <a:lnSpc>
                <a:spcPct val="150000"/>
              </a:lnSpc>
              <a:spcBef>
                <a:spcPts val="0"/>
              </a:spcBef>
              <a:spcAft>
                <a:spcPts val="0"/>
              </a:spcAft>
              <a:buNone/>
            </a:pPr>
            <a:r>
              <a:rPr b="1" lang="en" sz="1800" u="sng">
                <a:solidFill>
                  <a:srgbClr val="434343"/>
                </a:solidFill>
              </a:rPr>
              <a:t>Observation:</a:t>
            </a:r>
            <a:r>
              <a:rPr lang="en" sz="1800">
                <a:solidFill>
                  <a:srgbClr val="434343"/>
                </a:solidFill>
              </a:rPr>
              <a:t> </a:t>
            </a:r>
            <a:endParaRPr sz="1800">
              <a:solidFill>
                <a:srgbClr val="434343"/>
              </a:solidFill>
            </a:endParaRPr>
          </a:p>
          <a:p>
            <a:pPr indent="457200" lvl="0" marL="914400" rtl="0" algn="l">
              <a:lnSpc>
                <a:spcPct val="150000"/>
              </a:lnSpc>
              <a:spcBef>
                <a:spcPts val="0"/>
              </a:spcBef>
              <a:spcAft>
                <a:spcPts val="0"/>
              </a:spcAft>
              <a:buNone/>
            </a:pPr>
            <a:r>
              <a:rPr lang="en" sz="1800">
                <a:solidFill>
                  <a:srgbClr val="434343"/>
                </a:solidFill>
              </a:rPr>
              <a:t>(1) sale quantities and revenues in three conditions</a:t>
            </a:r>
            <a:endParaRPr sz="1800">
              <a:solidFill>
                <a:srgbClr val="434343"/>
              </a:solidFill>
            </a:endParaRPr>
          </a:p>
          <a:p>
            <a:pPr indent="457200" lvl="0" marL="0" rtl="0" algn="l">
              <a:lnSpc>
                <a:spcPct val="150000"/>
              </a:lnSpc>
              <a:spcBef>
                <a:spcPts val="0"/>
              </a:spcBef>
              <a:spcAft>
                <a:spcPts val="0"/>
              </a:spcAft>
              <a:buNone/>
            </a:pPr>
            <a:r>
              <a:rPr lang="en" sz="1800">
                <a:solidFill>
                  <a:srgbClr val="434343"/>
                </a:solidFill>
              </a:rPr>
              <a:t>		(2) number of free PDF downloads</a:t>
            </a:r>
            <a:endParaRPr sz="1800">
              <a:solidFill>
                <a:srgbClr val="434343"/>
              </a:solidFill>
            </a:endParaRPr>
          </a:p>
          <a:p>
            <a:pPr indent="457200" lvl="0" marL="0" rtl="0" algn="l">
              <a:lnSpc>
                <a:spcPct val="150000"/>
              </a:lnSpc>
              <a:spcBef>
                <a:spcPts val="0"/>
              </a:spcBef>
              <a:spcAft>
                <a:spcPts val="0"/>
              </a:spcAft>
              <a:buNone/>
            </a:pPr>
            <a:r>
              <a:rPr lang="en" sz="1800">
                <a:solidFill>
                  <a:srgbClr val="434343"/>
                </a:solidFill>
              </a:rPr>
              <a:t>		(3) number of email campaigns</a:t>
            </a:r>
            <a:endParaRPr sz="1800">
              <a:solidFill>
                <a:srgbClr val="434343"/>
              </a:solidFill>
            </a:endParaRPr>
          </a:p>
          <a:p>
            <a:pPr indent="457200" lvl="0" marL="0" rtl="0" algn="l">
              <a:lnSpc>
                <a:spcPct val="150000"/>
              </a:lnSpc>
              <a:spcBef>
                <a:spcPts val="0"/>
              </a:spcBef>
              <a:spcAft>
                <a:spcPts val="0"/>
              </a:spcAft>
              <a:buNone/>
            </a:pPr>
            <a:r>
              <a:t/>
            </a:r>
            <a:endParaRPr sz="1800">
              <a:solidFill>
                <a:srgbClr val="434343"/>
              </a:solidFill>
            </a:endParaRPr>
          </a:p>
          <a:p>
            <a:pPr indent="457200" lvl="0" marL="0" rtl="0" algn="l">
              <a:lnSpc>
                <a:spcPct val="200000"/>
              </a:lnSpc>
              <a:spcBef>
                <a:spcPts val="0"/>
              </a:spcBef>
              <a:spcAft>
                <a:spcPts val="0"/>
              </a:spcAft>
              <a:buNone/>
            </a:pPr>
            <a:r>
              <a:t/>
            </a:r>
            <a:endParaRPr b="1" sz="1800">
              <a:solidFill>
                <a:srgbClr val="434343"/>
              </a:solidFill>
            </a:endParaRPr>
          </a:p>
          <a:p>
            <a:pPr indent="0" lvl="0" marL="457200" rtl="0" algn="l">
              <a:lnSpc>
                <a:spcPct val="100000"/>
              </a:lnSpc>
              <a:spcBef>
                <a:spcPts val="0"/>
              </a:spcBef>
              <a:spcAft>
                <a:spcPts val="0"/>
              </a:spcAft>
              <a:buNone/>
            </a:pPr>
            <a:r>
              <a:t/>
            </a:r>
            <a:endParaRPr sz="1600">
              <a:solidFill>
                <a:srgbClr val="434343"/>
              </a:solidFill>
            </a:endParaRPr>
          </a:p>
        </p:txBody>
      </p:sp>
      <p:sp>
        <p:nvSpPr>
          <p:cNvPr id="901" name="Google Shape;901;g15d33161d2a_5_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2" name="Google Shape;902;g15d33161d2a_5_42"/>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蔣銘皓</a:t>
            </a:r>
            <a:endParaRPr sz="1900">
              <a:latin typeface="Cairo"/>
              <a:ea typeface="Cairo"/>
              <a:cs typeface="Cairo"/>
              <a:sym typeface="Cair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15fe7b70840_5_0"/>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3000"/>
              <a:buNone/>
            </a:pPr>
            <a:r>
              <a:rPr lang="en"/>
              <a:t>Field Experiment</a:t>
            </a:r>
            <a:endParaRPr/>
          </a:p>
          <a:p>
            <a:pPr indent="0" lvl="0" marL="0" rtl="0" algn="l">
              <a:lnSpc>
                <a:spcPct val="100000"/>
              </a:lnSpc>
              <a:spcBef>
                <a:spcPts val="0"/>
              </a:spcBef>
              <a:spcAft>
                <a:spcPts val="0"/>
              </a:spcAft>
              <a:buSzPts val="3000"/>
              <a:buNone/>
            </a:pPr>
            <a:r>
              <a:t/>
            </a:r>
            <a:endParaRPr/>
          </a:p>
        </p:txBody>
      </p:sp>
      <p:sp>
        <p:nvSpPr>
          <p:cNvPr id="908" name="Google Shape;908;g15fe7b70840_5_0"/>
          <p:cNvSpPr txBox="1"/>
          <p:nvPr>
            <p:ph idx="1" type="body"/>
          </p:nvPr>
        </p:nvSpPr>
        <p:spPr>
          <a:xfrm>
            <a:off x="660950" y="1053350"/>
            <a:ext cx="7706700" cy="3696600"/>
          </a:xfrm>
          <a:prstGeom prst="rect">
            <a:avLst/>
          </a:prstGeom>
          <a:noFill/>
          <a:ln>
            <a:noFill/>
          </a:ln>
        </p:spPr>
        <p:txBody>
          <a:bodyPr anchorCtr="0" anchor="t" bIns="91425" lIns="91425" spcFirstLastPara="1" rIns="91425" wrap="square" tIns="91425">
            <a:noAutofit/>
          </a:bodyPr>
          <a:lstStyle/>
          <a:p>
            <a:pPr indent="457200" lvl="0" marL="0" rtl="0" algn="l">
              <a:lnSpc>
                <a:spcPct val="200000"/>
              </a:lnSpc>
              <a:spcBef>
                <a:spcPts val="0"/>
              </a:spcBef>
              <a:spcAft>
                <a:spcPts val="0"/>
              </a:spcAft>
              <a:buNone/>
            </a:pPr>
            <a:r>
              <a:rPr b="1" lang="en" sz="1800">
                <a:solidFill>
                  <a:srgbClr val="434343"/>
                </a:solidFill>
              </a:rPr>
              <a:t>Descriptive Statistics</a:t>
            </a:r>
            <a:endParaRPr b="1" sz="1800">
              <a:solidFill>
                <a:srgbClr val="434343"/>
              </a:solidFill>
            </a:endParaRPr>
          </a:p>
          <a:p>
            <a:pPr indent="-349250" lvl="0" marL="457200" rtl="0" algn="l">
              <a:lnSpc>
                <a:spcPct val="200000"/>
              </a:lnSpc>
              <a:spcBef>
                <a:spcPts val="0"/>
              </a:spcBef>
              <a:spcAft>
                <a:spcPts val="0"/>
              </a:spcAft>
              <a:buClr>
                <a:srgbClr val="434343"/>
              </a:buClr>
              <a:buSzPts val="1900"/>
              <a:buChar char="➢"/>
            </a:pPr>
            <a:r>
              <a:rPr b="1" lang="en" sz="1900">
                <a:solidFill>
                  <a:srgbClr val="434343"/>
                </a:solidFill>
              </a:rPr>
              <a:t>T</a:t>
            </a:r>
            <a:r>
              <a:rPr b="1" lang="en" sz="1900">
                <a:solidFill>
                  <a:srgbClr val="434343"/>
                </a:solidFill>
              </a:rPr>
              <a:t>able 2 : Summary Statistics</a:t>
            </a:r>
            <a:endParaRPr b="1" sz="1900">
              <a:solidFill>
                <a:srgbClr val="434343"/>
              </a:solidFill>
            </a:endParaRPr>
          </a:p>
          <a:p>
            <a:pPr indent="-349250" lvl="1" marL="1371600" rtl="0" algn="l">
              <a:lnSpc>
                <a:spcPct val="100000"/>
              </a:lnSpc>
              <a:spcBef>
                <a:spcPts val="0"/>
              </a:spcBef>
              <a:spcAft>
                <a:spcPts val="0"/>
              </a:spcAft>
              <a:buClr>
                <a:srgbClr val="434343"/>
              </a:buClr>
              <a:buSzPts val="1900"/>
              <a:buChar char="○"/>
            </a:pPr>
            <a:r>
              <a:rPr lang="en" sz="1900">
                <a:solidFill>
                  <a:srgbClr val="434343"/>
                </a:solidFill>
              </a:rPr>
              <a:t>Positive download of </a:t>
            </a:r>
            <a:r>
              <a:rPr lang="en" sz="1900">
                <a:solidFill>
                  <a:srgbClr val="202122"/>
                </a:solidFill>
              </a:rPr>
              <a:t>free PDF</a:t>
            </a:r>
            <a:r>
              <a:rPr lang="en" sz="1900">
                <a:solidFill>
                  <a:srgbClr val="434343"/>
                </a:solidFill>
              </a:rPr>
              <a:t>, </a:t>
            </a:r>
            <a:endParaRPr sz="1900">
              <a:solidFill>
                <a:srgbClr val="434343"/>
              </a:solidFill>
            </a:endParaRPr>
          </a:p>
          <a:p>
            <a:pPr indent="0" lvl="0" marL="1371600" rtl="0" algn="l">
              <a:lnSpc>
                <a:spcPct val="100000"/>
              </a:lnSpc>
              <a:spcBef>
                <a:spcPts val="0"/>
              </a:spcBef>
              <a:spcAft>
                <a:spcPts val="0"/>
              </a:spcAft>
              <a:buNone/>
            </a:pPr>
            <a:r>
              <a:rPr lang="en" sz="1900">
                <a:solidFill>
                  <a:srgbClr val="434343"/>
                </a:solidFill>
              </a:rPr>
              <a:t>but decreased during experiment</a:t>
            </a:r>
            <a:endParaRPr sz="1900">
              <a:solidFill>
                <a:srgbClr val="434343"/>
              </a:solidFill>
            </a:endParaRPr>
          </a:p>
          <a:p>
            <a:pPr indent="0" lvl="0" marL="1371600" rtl="0" algn="l">
              <a:lnSpc>
                <a:spcPct val="100000"/>
              </a:lnSpc>
              <a:spcBef>
                <a:spcPts val="0"/>
              </a:spcBef>
              <a:spcAft>
                <a:spcPts val="0"/>
              </a:spcAft>
              <a:buNone/>
            </a:pPr>
            <a:r>
              <a:rPr lang="en" sz="1900">
                <a:solidFill>
                  <a:srgbClr val="434343"/>
                </a:solidFill>
              </a:rPr>
              <a:t>(Due to season effects)</a:t>
            </a:r>
            <a:endParaRPr sz="1900">
              <a:solidFill>
                <a:srgbClr val="434343"/>
              </a:solidFill>
            </a:endParaRPr>
          </a:p>
          <a:p>
            <a:pPr indent="0" lvl="0" marL="1371600" rtl="0" algn="l">
              <a:lnSpc>
                <a:spcPct val="100000"/>
              </a:lnSpc>
              <a:spcBef>
                <a:spcPts val="0"/>
              </a:spcBef>
              <a:spcAft>
                <a:spcPts val="0"/>
              </a:spcAft>
              <a:buNone/>
            </a:pPr>
            <a:r>
              <a:t/>
            </a:r>
            <a:endParaRPr sz="1900">
              <a:solidFill>
                <a:srgbClr val="434343"/>
              </a:solidFill>
            </a:endParaRPr>
          </a:p>
          <a:p>
            <a:pPr indent="-349250" lvl="1" marL="1371600" rtl="0" algn="l">
              <a:lnSpc>
                <a:spcPct val="100000"/>
              </a:lnSpc>
              <a:spcBef>
                <a:spcPts val="0"/>
              </a:spcBef>
              <a:spcAft>
                <a:spcPts val="0"/>
              </a:spcAft>
              <a:buClr>
                <a:srgbClr val="434343"/>
              </a:buClr>
              <a:buSzPts val="1900"/>
              <a:buChar char="○"/>
            </a:pPr>
            <a:r>
              <a:rPr lang="en" sz="1900">
                <a:solidFill>
                  <a:srgbClr val="434343"/>
                </a:solidFill>
              </a:rPr>
              <a:t>Hardcover: 1.19$ / per book</a:t>
            </a:r>
            <a:endParaRPr sz="1900">
              <a:solidFill>
                <a:srgbClr val="434343"/>
              </a:solidFill>
            </a:endParaRPr>
          </a:p>
          <a:p>
            <a:pPr indent="0" lvl="0" marL="0" rtl="0" algn="l">
              <a:lnSpc>
                <a:spcPct val="100000"/>
              </a:lnSpc>
              <a:spcBef>
                <a:spcPts val="0"/>
              </a:spcBef>
              <a:spcAft>
                <a:spcPts val="0"/>
              </a:spcAft>
              <a:buNone/>
            </a:pPr>
            <a:r>
              <a:t/>
            </a:r>
            <a:endParaRPr sz="1900">
              <a:solidFill>
                <a:srgbClr val="434343"/>
              </a:solidFill>
            </a:endParaRPr>
          </a:p>
          <a:p>
            <a:pPr indent="-349250" lvl="1" marL="1371600" rtl="0" algn="l">
              <a:lnSpc>
                <a:spcPct val="100000"/>
              </a:lnSpc>
              <a:spcBef>
                <a:spcPts val="0"/>
              </a:spcBef>
              <a:spcAft>
                <a:spcPts val="0"/>
              </a:spcAft>
              <a:buClr>
                <a:srgbClr val="434343"/>
              </a:buClr>
              <a:buSzPts val="1900"/>
              <a:buChar char="○"/>
            </a:pPr>
            <a:r>
              <a:rPr lang="en" sz="1900">
                <a:solidFill>
                  <a:srgbClr val="434343"/>
                </a:solidFill>
              </a:rPr>
              <a:t>E-book: 2.82$ / perbook</a:t>
            </a:r>
            <a:endParaRPr sz="1900">
              <a:solidFill>
                <a:srgbClr val="434343"/>
              </a:solidFill>
            </a:endParaRPr>
          </a:p>
          <a:p>
            <a:pPr indent="0" lvl="0" marL="0" rtl="0" algn="l">
              <a:lnSpc>
                <a:spcPct val="100000"/>
              </a:lnSpc>
              <a:spcBef>
                <a:spcPts val="0"/>
              </a:spcBef>
              <a:spcAft>
                <a:spcPts val="0"/>
              </a:spcAft>
              <a:buNone/>
            </a:pPr>
            <a:r>
              <a:t/>
            </a:r>
            <a:endParaRPr b="1" sz="1600">
              <a:solidFill>
                <a:srgbClr val="434343"/>
              </a:solidFill>
            </a:endParaRPr>
          </a:p>
          <a:p>
            <a:pPr indent="0" lvl="0" marL="0" rtl="0" algn="l">
              <a:lnSpc>
                <a:spcPct val="100000"/>
              </a:lnSpc>
              <a:spcBef>
                <a:spcPts val="0"/>
              </a:spcBef>
              <a:spcAft>
                <a:spcPts val="0"/>
              </a:spcAft>
              <a:buNone/>
            </a:pPr>
            <a:r>
              <a:t/>
            </a:r>
            <a:endParaRPr b="1" sz="1600">
              <a:solidFill>
                <a:srgbClr val="434343"/>
              </a:solidFill>
            </a:endParaRPr>
          </a:p>
          <a:p>
            <a:pPr indent="0" lvl="0" marL="0" rtl="0" algn="l">
              <a:lnSpc>
                <a:spcPct val="100000"/>
              </a:lnSpc>
              <a:spcBef>
                <a:spcPts val="0"/>
              </a:spcBef>
              <a:spcAft>
                <a:spcPts val="0"/>
              </a:spcAft>
              <a:buNone/>
            </a:pPr>
            <a:r>
              <a:t/>
            </a:r>
            <a:endParaRPr b="1" sz="1600">
              <a:solidFill>
                <a:srgbClr val="434343"/>
              </a:solidFill>
            </a:endParaRPr>
          </a:p>
          <a:p>
            <a:pPr indent="457200" lvl="0" marL="0" rtl="0" algn="l">
              <a:lnSpc>
                <a:spcPct val="200000"/>
              </a:lnSpc>
              <a:spcBef>
                <a:spcPts val="0"/>
              </a:spcBef>
              <a:spcAft>
                <a:spcPts val="0"/>
              </a:spcAft>
              <a:buNone/>
            </a:pPr>
            <a:r>
              <a:t/>
            </a:r>
            <a:endParaRPr b="1" sz="1800">
              <a:solidFill>
                <a:srgbClr val="434343"/>
              </a:solidFill>
            </a:endParaRPr>
          </a:p>
          <a:p>
            <a:pPr indent="457200" lvl="0" marL="0" rtl="0" algn="l">
              <a:lnSpc>
                <a:spcPct val="200000"/>
              </a:lnSpc>
              <a:spcBef>
                <a:spcPts val="0"/>
              </a:spcBef>
              <a:spcAft>
                <a:spcPts val="0"/>
              </a:spcAft>
              <a:buNone/>
            </a:pPr>
            <a:r>
              <a:t/>
            </a:r>
            <a:endParaRPr b="1" sz="1800">
              <a:solidFill>
                <a:srgbClr val="434343"/>
              </a:solidFill>
            </a:endParaRPr>
          </a:p>
          <a:p>
            <a:pPr indent="457200" lvl="0" marL="0" rtl="0" algn="l">
              <a:lnSpc>
                <a:spcPct val="200000"/>
              </a:lnSpc>
              <a:spcBef>
                <a:spcPts val="0"/>
              </a:spcBef>
              <a:spcAft>
                <a:spcPts val="0"/>
              </a:spcAft>
              <a:buNone/>
            </a:pPr>
            <a:r>
              <a:t/>
            </a:r>
            <a:endParaRPr b="1" sz="1800">
              <a:solidFill>
                <a:srgbClr val="434343"/>
              </a:solidFill>
            </a:endParaRPr>
          </a:p>
          <a:p>
            <a:pPr indent="0" lvl="0" marL="457200" rtl="0" algn="l">
              <a:lnSpc>
                <a:spcPct val="100000"/>
              </a:lnSpc>
              <a:spcBef>
                <a:spcPts val="0"/>
              </a:spcBef>
              <a:spcAft>
                <a:spcPts val="0"/>
              </a:spcAft>
              <a:buNone/>
            </a:pPr>
            <a:r>
              <a:t/>
            </a:r>
            <a:endParaRPr sz="1600">
              <a:solidFill>
                <a:srgbClr val="434343"/>
              </a:solidFill>
            </a:endParaRPr>
          </a:p>
        </p:txBody>
      </p:sp>
      <p:sp>
        <p:nvSpPr>
          <p:cNvPr id="909" name="Google Shape;909;g15fe7b70840_5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10" name="Google Shape;910;g15fe7b70840_5_0"/>
          <p:cNvPicPr preferRelativeResize="0"/>
          <p:nvPr/>
        </p:nvPicPr>
        <p:blipFill>
          <a:blip r:embed="rId3">
            <a:alphaModFix/>
          </a:blip>
          <a:stretch>
            <a:fillRect/>
          </a:stretch>
        </p:blipFill>
        <p:spPr>
          <a:xfrm>
            <a:off x="5627122" y="1190913"/>
            <a:ext cx="3108399" cy="3339876"/>
          </a:xfrm>
          <a:prstGeom prst="rect">
            <a:avLst/>
          </a:prstGeom>
          <a:noFill/>
          <a:ln cap="flat" cmpd="sng" w="28575">
            <a:solidFill>
              <a:schemeClr val="dk2"/>
            </a:solidFill>
            <a:prstDash val="solid"/>
            <a:round/>
            <a:headEnd len="sm" w="sm" type="none"/>
            <a:tailEnd len="sm" w="sm" type="none"/>
          </a:ln>
        </p:spPr>
      </p:pic>
      <p:sp>
        <p:nvSpPr>
          <p:cNvPr id="911" name="Google Shape;911;g15fe7b70840_5_0"/>
          <p:cNvSpPr/>
          <p:nvPr/>
        </p:nvSpPr>
        <p:spPr>
          <a:xfrm>
            <a:off x="5627125" y="2342575"/>
            <a:ext cx="3108400" cy="176350"/>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g15fe7b70840_5_0"/>
          <p:cNvSpPr/>
          <p:nvPr/>
        </p:nvSpPr>
        <p:spPr>
          <a:xfrm>
            <a:off x="5627125" y="3265700"/>
            <a:ext cx="3108400" cy="176350"/>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g15fe7b70840_5_0"/>
          <p:cNvSpPr/>
          <p:nvPr/>
        </p:nvSpPr>
        <p:spPr>
          <a:xfrm>
            <a:off x="5627125" y="3788200"/>
            <a:ext cx="3108400" cy="235150"/>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g15fe7b70840_5_0"/>
          <p:cNvSpPr/>
          <p:nvPr/>
        </p:nvSpPr>
        <p:spPr>
          <a:xfrm>
            <a:off x="5627125" y="4023350"/>
            <a:ext cx="3108400" cy="235150"/>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g15fe7b70840_5_0"/>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蔣銘皓</a:t>
            </a:r>
            <a:endParaRPr sz="1900">
              <a:latin typeface="Cairo"/>
              <a:ea typeface="Cairo"/>
              <a:cs typeface="Cairo"/>
              <a:sym typeface="Cai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1000"/>
                                        <p:tgtEl>
                                          <p:spTgt spid="911"/>
                                        </p:tgtEl>
                                      </p:cBhvr>
                                    </p:animEffect>
                                  </p:childTnLst>
                                </p:cTn>
                              </p:par>
                              <p:par>
                                <p:cTn fill="hold" nodeType="with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1000"/>
                                        <p:tgtEl>
                                          <p:spTgt spid="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12">
                                            <p:txEl>
                                              <p:pRg end="0" st="0"/>
                                            </p:txEl>
                                          </p:spTgt>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1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1000"/>
                                        <p:tgtEl>
                                          <p:spTgt spid="9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1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1000"/>
                                        <p:tgtEl>
                                          <p:spTgt spid="9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g15fe7b70840_5_8"/>
          <p:cNvSpPr txBox="1"/>
          <p:nvPr>
            <p:ph type="title"/>
          </p:nvPr>
        </p:nvSpPr>
        <p:spPr>
          <a:xfrm>
            <a:off x="713225" y="352075"/>
            <a:ext cx="7717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3000"/>
              <a:buNone/>
            </a:pPr>
            <a:r>
              <a:rPr lang="en"/>
              <a:t>Field Experiment</a:t>
            </a:r>
            <a:endParaRPr/>
          </a:p>
          <a:p>
            <a:pPr indent="0" lvl="0" marL="0" rtl="0" algn="l">
              <a:lnSpc>
                <a:spcPct val="100000"/>
              </a:lnSpc>
              <a:spcBef>
                <a:spcPts val="0"/>
              </a:spcBef>
              <a:spcAft>
                <a:spcPts val="0"/>
              </a:spcAft>
              <a:buSzPts val="3000"/>
              <a:buNone/>
            </a:pPr>
            <a:r>
              <a:t/>
            </a:r>
            <a:endParaRPr/>
          </a:p>
        </p:txBody>
      </p:sp>
      <p:sp>
        <p:nvSpPr>
          <p:cNvPr id="921" name="Google Shape;921;g15fe7b70840_5_8"/>
          <p:cNvSpPr txBox="1"/>
          <p:nvPr>
            <p:ph idx="1" type="body"/>
          </p:nvPr>
        </p:nvSpPr>
        <p:spPr>
          <a:xfrm>
            <a:off x="660950" y="1053358"/>
            <a:ext cx="7706700" cy="3615000"/>
          </a:xfrm>
          <a:prstGeom prst="rect">
            <a:avLst/>
          </a:prstGeom>
          <a:noFill/>
          <a:ln>
            <a:noFill/>
          </a:ln>
        </p:spPr>
        <p:txBody>
          <a:bodyPr anchorCtr="0" anchor="t" bIns="91425" lIns="91425" spcFirstLastPara="1" rIns="91425" wrap="square" tIns="91425">
            <a:noAutofit/>
          </a:bodyPr>
          <a:lstStyle/>
          <a:p>
            <a:pPr indent="457200" lvl="0" marL="0" rtl="0" algn="l">
              <a:lnSpc>
                <a:spcPct val="200000"/>
              </a:lnSpc>
              <a:spcBef>
                <a:spcPts val="0"/>
              </a:spcBef>
              <a:spcAft>
                <a:spcPts val="0"/>
              </a:spcAft>
              <a:buNone/>
            </a:pPr>
            <a:r>
              <a:rPr b="1" lang="en" sz="2000">
                <a:solidFill>
                  <a:srgbClr val="434343"/>
                </a:solidFill>
              </a:rPr>
              <a:t>Descriptive Statistics</a:t>
            </a:r>
            <a:endParaRPr b="1" sz="2000">
              <a:solidFill>
                <a:srgbClr val="434343"/>
              </a:solidFill>
            </a:endParaRPr>
          </a:p>
          <a:p>
            <a:pPr indent="-342900" lvl="0" marL="457200" rtl="0" algn="l">
              <a:lnSpc>
                <a:spcPct val="200000"/>
              </a:lnSpc>
              <a:spcBef>
                <a:spcPts val="0"/>
              </a:spcBef>
              <a:spcAft>
                <a:spcPts val="0"/>
              </a:spcAft>
              <a:buClr>
                <a:srgbClr val="434343"/>
              </a:buClr>
              <a:buSzPts val="1800"/>
              <a:buChar char="➢"/>
            </a:pPr>
            <a:r>
              <a:rPr b="1" lang="en" sz="1800">
                <a:solidFill>
                  <a:srgbClr val="434343"/>
                </a:solidFill>
              </a:rPr>
              <a:t>Table 3 : Comparing Mean Values</a:t>
            </a:r>
            <a:endParaRPr b="1" sz="1800">
              <a:solidFill>
                <a:srgbClr val="434343"/>
              </a:solidFill>
            </a:endParaRPr>
          </a:p>
          <a:p>
            <a:pPr indent="-349250" lvl="1" marL="1371600" rtl="0" algn="l">
              <a:lnSpc>
                <a:spcPct val="115000"/>
              </a:lnSpc>
              <a:spcBef>
                <a:spcPts val="0"/>
              </a:spcBef>
              <a:spcAft>
                <a:spcPts val="0"/>
              </a:spcAft>
              <a:buClr>
                <a:srgbClr val="434343"/>
              </a:buClr>
              <a:buSzPts val="1900"/>
              <a:buChar char="○"/>
            </a:pPr>
            <a:r>
              <a:rPr lang="en" sz="1900">
                <a:solidFill>
                  <a:srgbClr val="434343"/>
                </a:solidFill>
              </a:rPr>
              <a:t>Paperback version decreased </a:t>
            </a:r>
            <a:endParaRPr sz="1900">
              <a:solidFill>
                <a:srgbClr val="434343"/>
              </a:solidFill>
            </a:endParaRPr>
          </a:p>
          <a:p>
            <a:pPr indent="0" lvl="0" marL="1371600" rtl="0" algn="l">
              <a:lnSpc>
                <a:spcPct val="115000"/>
              </a:lnSpc>
              <a:spcBef>
                <a:spcPts val="0"/>
              </a:spcBef>
              <a:spcAft>
                <a:spcPts val="0"/>
              </a:spcAft>
              <a:buNone/>
            </a:pPr>
            <a:r>
              <a:rPr lang="en" sz="1900">
                <a:solidFill>
                  <a:srgbClr val="434343"/>
                </a:solidFill>
              </a:rPr>
              <a:t>in all three conditions</a:t>
            </a:r>
            <a:endParaRPr sz="1900">
              <a:solidFill>
                <a:srgbClr val="434343"/>
              </a:solidFill>
            </a:endParaRPr>
          </a:p>
          <a:p>
            <a:pPr indent="-349250" lvl="1" marL="1371600" rtl="0" algn="l">
              <a:lnSpc>
                <a:spcPct val="115000"/>
              </a:lnSpc>
              <a:spcBef>
                <a:spcPts val="0"/>
              </a:spcBef>
              <a:spcAft>
                <a:spcPts val="0"/>
              </a:spcAft>
              <a:buClr>
                <a:srgbClr val="434343"/>
              </a:buClr>
              <a:buSzPts val="1900"/>
              <a:buChar char="○"/>
            </a:pPr>
            <a:r>
              <a:rPr lang="en" sz="1900">
                <a:solidFill>
                  <a:srgbClr val="434343"/>
                </a:solidFill>
              </a:rPr>
              <a:t>slightly increase of</a:t>
            </a:r>
            <a:endParaRPr sz="1900">
              <a:solidFill>
                <a:srgbClr val="434343"/>
              </a:solidFill>
            </a:endParaRPr>
          </a:p>
          <a:p>
            <a:pPr indent="0" lvl="0" marL="1371600" rtl="0" algn="l">
              <a:lnSpc>
                <a:spcPct val="115000"/>
              </a:lnSpc>
              <a:spcBef>
                <a:spcPts val="0"/>
              </a:spcBef>
              <a:spcAft>
                <a:spcPts val="0"/>
              </a:spcAft>
              <a:buNone/>
            </a:pPr>
            <a:r>
              <a:rPr lang="en" sz="1900">
                <a:solidFill>
                  <a:srgbClr val="434343"/>
                </a:solidFill>
              </a:rPr>
              <a:t>E-book total revenues</a:t>
            </a:r>
            <a:endParaRPr sz="1900">
              <a:solidFill>
                <a:srgbClr val="434343"/>
              </a:solidFill>
            </a:endParaRPr>
          </a:p>
          <a:p>
            <a:pPr indent="0" lvl="0" marL="1371600" rtl="0" algn="l">
              <a:lnSpc>
                <a:spcPct val="115000"/>
              </a:lnSpc>
              <a:spcBef>
                <a:spcPts val="0"/>
              </a:spcBef>
              <a:spcAft>
                <a:spcPts val="0"/>
              </a:spcAft>
              <a:buNone/>
            </a:pPr>
            <a:r>
              <a:t/>
            </a:r>
            <a:endParaRPr sz="1900">
              <a:solidFill>
                <a:srgbClr val="434343"/>
              </a:solidFill>
            </a:endParaRPr>
          </a:p>
          <a:p>
            <a:pPr indent="-342900" lvl="0" marL="457200" rtl="0" algn="l">
              <a:lnSpc>
                <a:spcPct val="100000"/>
              </a:lnSpc>
              <a:spcBef>
                <a:spcPts val="0"/>
              </a:spcBef>
              <a:spcAft>
                <a:spcPts val="0"/>
              </a:spcAft>
              <a:buClr>
                <a:srgbClr val="434343"/>
              </a:buClr>
              <a:buSzPts val="1800"/>
              <a:buChar char="➢"/>
            </a:pPr>
            <a:r>
              <a:rPr b="1" lang="en" sz="1800">
                <a:solidFill>
                  <a:srgbClr val="434343"/>
                </a:solidFill>
              </a:rPr>
              <a:t>Adding new version may lead to fewer</a:t>
            </a:r>
            <a:endParaRPr b="1" sz="1800">
              <a:solidFill>
                <a:srgbClr val="434343"/>
              </a:solidFill>
            </a:endParaRPr>
          </a:p>
          <a:p>
            <a:pPr indent="0" lvl="0" marL="0" rtl="0" algn="l">
              <a:lnSpc>
                <a:spcPct val="100000"/>
              </a:lnSpc>
              <a:spcBef>
                <a:spcPts val="0"/>
              </a:spcBef>
              <a:spcAft>
                <a:spcPts val="0"/>
              </a:spcAft>
              <a:buNone/>
            </a:pPr>
            <a:r>
              <a:rPr b="1" lang="en" sz="1800">
                <a:solidFill>
                  <a:srgbClr val="434343"/>
                </a:solidFill>
              </a:rPr>
              <a:t>	downloads of free PDF version</a:t>
            </a:r>
            <a:endParaRPr b="1" sz="1800">
              <a:solidFill>
                <a:srgbClr val="434343"/>
              </a:solidFill>
            </a:endParaRPr>
          </a:p>
          <a:p>
            <a:pPr indent="0" lvl="0" marL="0" rtl="0" algn="l">
              <a:lnSpc>
                <a:spcPct val="100000"/>
              </a:lnSpc>
              <a:spcBef>
                <a:spcPts val="0"/>
              </a:spcBef>
              <a:spcAft>
                <a:spcPts val="0"/>
              </a:spcAft>
              <a:buNone/>
            </a:pPr>
            <a:r>
              <a:t/>
            </a:r>
            <a:endParaRPr b="1" sz="1600">
              <a:solidFill>
                <a:srgbClr val="434343"/>
              </a:solidFill>
            </a:endParaRPr>
          </a:p>
          <a:p>
            <a:pPr indent="0" lvl="0" marL="0" rtl="0" algn="l">
              <a:lnSpc>
                <a:spcPct val="100000"/>
              </a:lnSpc>
              <a:spcBef>
                <a:spcPts val="0"/>
              </a:spcBef>
              <a:spcAft>
                <a:spcPts val="0"/>
              </a:spcAft>
              <a:buNone/>
            </a:pPr>
            <a:r>
              <a:t/>
            </a:r>
            <a:endParaRPr b="1" sz="1600">
              <a:solidFill>
                <a:srgbClr val="434343"/>
              </a:solidFill>
            </a:endParaRPr>
          </a:p>
          <a:p>
            <a:pPr indent="457200" lvl="0" marL="0" rtl="0" algn="l">
              <a:lnSpc>
                <a:spcPct val="200000"/>
              </a:lnSpc>
              <a:spcBef>
                <a:spcPts val="0"/>
              </a:spcBef>
              <a:spcAft>
                <a:spcPts val="0"/>
              </a:spcAft>
              <a:buNone/>
            </a:pPr>
            <a:r>
              <a:t/>
            </a:r>
            <a:endParaRPr b="1" sz="1800">
              <a:solidFill>
                <a:srgbClr val="434343"/>
              </a:solidFill>
            </a:endParaRPr>
          </a:p>
          <a:p>
            <a:pPr indent="457200" lvl="0" marL="0" rtl="0" algn="l">
              <a:lnSpc>
                <a:spcPct val="200000"/>
              </a:lnSpc>
              <a:spcBef>
                <a:spcPts val="0"/>
              </a:spcBef>
              <a:spcAft>
                <a:spcPts val="0"/>
              </a:spcAft>
              <a:buNone/>
            </a:pPr>
            <a:r>
              <a:t/>
            </a:r>
            <a:endParaRPr b="1" sz="1800">
              <a:solidFill>
                <a:srgbClr val="434343"/>
              </a:solidFill>
            </a:endParaRPr>
          </a:p>
          <a:p>
            <a:pPr indent="457200" lvl="0" marL="0" rtl="0" algn="l">
              <a:lnSpc>
                <a:spcPct val="200000"/>
              </a:lnSpc>
              <a:spcBef>
                <a:spcPts val="0"/>
              </a:spcBef>
              <a:spcAft>
                <a:spcPts val="0"/>
              </a:spcAft>
              <a:buNone/>
            </a:pPr>
            <a:r>
              <a:t/>
            </a:r>
            <a:endParaRPr b="1" sz="1800">
              <a:solidFill>
                <a:srgbClr val="434343"/>
              </a:solidFill>
            </a:endParaRPr>
          </a:p>
          <a:p>
            <a:pPr indent="0" lvl="0" marL="457200" rtl="0" algn="l">
              <a:lnSpc>
                <a:spcPct val="100000"/>
              </a:lnSpc>
              <a:spcBef>
                <a:spcPts val="0"/>
              </a:spcBef>
              <a:spcAft>
                <a:spcPts val="0"/>
              </a:spcAft>
              <a:buNone/>
            </a:pPr>
            <a:r>
              <a:t/>
            </a:r>
            <a:endParaRPr sz="1600">
              <a:solidFill>
                <a:srgbClr val="434343"/>
              </a:solidFill>
            </a:endParaRPr>
          </a:p>
        </p:txBody>
      </p:sp>
      <p:sp>
        <p:nvSpPr>
          <p:cNvPr id="922" name="Google Shape;922;g15fe7b70840_5_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23" name="Google Shape;923;g15fe7b70840_5_8"/>
          <p:cNvPicPr preferRelativeResize="0"/>
          <p:nvPr/>
        </p:nvPicPr>
        <p:blipFill>
          <a:blip r:embed="rId3">
            <a:alphaModFix/>
          </a:blip>
          <a:stretch>
            <a:fillRect/>
          </a:stretch>
        </p:blipFill>
        <p:spPr>
          <a:xfrm>
            <a:off x="5398521" y="1320800"/>
            <a:ext cx="3108401" cy="2968612"/>
          </a:xfrm>
          <a:prstGeom prst="rect">
            <a:avLst/>
          </a:prstGeom>
          <a:noFill/>
          <a:ln cap="flat" cmpd="sng" w="28575">
            <a:solidFill>
              <a:schemeClr val="dk2"/>
            </a:solidFill>
            <a:prstDash val="solid"/>
            <a:round/>
            <a:headEnd len="sm" w="sm" type="none"/>
            <a:tailEnd len="sm" w="sm" type="none"/>
          </a:ln>
        </p:spPr>
      </p:pic>
      <p:sp>
        <p:nvSpPr>
          <p:cNvPr id="924" name="Google Shape;924;g15fe7b70840_5_8"/>
          <p:cNvSpPr/>
          <p:nvPr/>
        </p:nvSpPr>
        <p:spPr>
          <a:xfrm>
            <a:off x="5398525" y="2723575"/>
            <a:ext cx="3108400" cy="280875"/>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g15fe7b70840_5_8"/>
          <p:cNvSpPr/>
          <p:nvPr/>
        </p:nvSpPr>
        <p:spPr>
          <a:xfrm>
            <a:off x="5398525" y="3646675"/>
            <a:ext cx="3108400" cy="280875"/>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g15fe7b70840_5_8"/>
          <p:cNvSpPr/>
          <p:nvPr/>
        </p:nvSpPr>
        <p:spPr>
          <a:xfrm>
            <a:off x="7543775" y="3004450"/>
            <a:ext cx="313500" cy="104500"/>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g15fe7b70840_5_8"/>
          <p:cNvSpPr/>
          <p:nvPr/>
        </p:nvSpPr>
        <p:spPr>
          <a:xfrm>
            <a:off x="7543775" y="3918850"/>
            <a:ext cx="313500" cy="104500"/>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g15fe7b70840_5_8"/>
          <p:cNvSpPr/>
          <p:nvPr/>
        </p:nvSpPr>
        <p:spPr>
          <a:xfrm>
            <a:off x="5398525" y="2588600"/>
            <a:ext cx="3108400" cy="134975"/>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g15fe7b70840_5_8"/>
          <p:cNvSpPr/>
          <p:nvPr/>
        </p:nvSpPr>
        <p:spPr>
          <a:xfrm>
            <a:off x="5398525" y="3511700"/>
            <a:ext cx="3108400" cy="134975"/>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g15fe7b70840_5_8"/>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蔣銘皓</a:t>
            </a:r>
            <a:endParaRPr sz="1900">
              <a:latin typeface="Cairo"/>
              <a:ea typeface="Cairo"/>
              <a:cs typeface="Cairo"/>
              <a:sym typeface="Cai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gtEl>
                                        <p:attrNameLst>
                                          <p:attrName>style.visibility</p:attrName>
                                        </p:attrNameLst>
                                      </p:cBhvr>
                                      <p:to>
                                        <p:strVal val="visible"/>
                                      </p:to>
                                    </p:set>
                                    <p:animEffect filter="fade" transition="in">
                                      <p:cBhvr>
                                        <p:cTn dur="1000"/>
                                        <p:tgtEl>
                                          <p:spTgt spid="924"/>
                                        </p:tgtEl>
                                      </p:cBhvr>
                                    </p:animEffect>
                                  </p:childTnLst>
                                </p:cTn>
                              </p:par>
                              <p:par>
                                <p:cTn fill="hold" nodeType="withEffect" presetClass="entr" presetID="10" presetSubtype="0">
                                  <p:stCondLst>
                                    <p:cond delay="0"/>
                                  </p:stCondLst>
                                  <p:childTnLst>
                                    <p:set>
                                      <p:cBhvr>
                                        <p:cTn dur="1" fill="hold">
                                          <p:stCondLst>
                                            <p:cond delay="0"/>
                                          </p:stCondLst>
                                        </p:cTn>
                                        <p:tgtEl>
                                          <p:spTgt spid="925"/>
                                        </p:tgtEl>
                                        <p:attrNameLst>
                                          <p:attrName>style.visibility</p:attrName>
                                        </p:attrNameLst>
                                      </p:cBhvr>
                                      <p:to>
                                        <p:strVal val="visible"/>
                                      </p:to>
                                    </p:set>
                                    <p:animEffect filter="fade" transition="in">
                                      <p:cBhvr>
                                        <p:cTn dur="1000"/>
                                        <p:tgtEl>
                                          <p:spTgt spid="9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2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26"/>
                                        </p:tgtEl>
                                        <p:attrNameLst>
                                          <p:attrName>style.visibility</p:attrName>
                                        </p:attrNameLst>
                                      </p:cBhvr>
                                      <p:to>
                                        <p:strVal val="visible"/>
                                      </p:to>
                                    </p:set>
                                    <p:animEffect filter="fade" transition="in">
                                      <p:cBhvr>
                                        <p:cTn dur="1000"/>
                                        <p:tgtEl>
                                          <p:spTgt spid="926"/>
                                        </p:tgtEl>
                                      </p:cBhvr>
                                    </p:animEffect>
                                  </p:childTnLst>
                                </p:cTn>
                              </p:par>
                              <p:par>
                                <p:cTn fill="hold" nodeType="with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1000"/>
                                        <p:tgtEl>
                                          <p:spTgt spid="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2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28"/>
                                        </p:tgtEl>
                                        <p:attrNameLst>
                                          <p:attrName>style.visibility</p:attrName>
                                        </p:attrNameLst>
                                      </p:cBhvr>
                                      <p:to>
                                        <p:strVal val="visible"/>
                                      </p:to>
                                    </p:set>
                                    <p:animEffect filter="fade" transition="in">
                                      <p:cBhvr>
                                        <p:cTn dur="1000"/>
                                        <p:tgtEl>
                                          <p:spTgt spid="928"/>
                                        </p:tgtEl>
                                      </p:cBhvr>
                                    </p:animEffect>
                                  </p:childTnLst>
                                </p:cTn>
                              </p:par>
                              <p:par>
                                <p:cTn fill="hold" nodeType="with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1000"/>
                                        <p:tgtEl>
                                          <p:spTgt spid="9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g15d33161d2a_0_8"/>
          <p:cNvSpPr txBox="1"/>
          <p:nvPr>
            <p:ph type="title"/>
          </p:nvPr>
        </p:nvSpPr>
        <p:spPr>
          <a:xfrm>
            <a:off x="2655075" y="2150850"/>
            <a:ext cx="40875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1" lang="en">
                <a:latin typeface="Microsoft JhengHei"/>
                <a:ea typeface="Microsoft JhengHei"/>
                <a:cs typeface="Microsoft JhengHei"/>
                <a:sym typeface="Microsoft JhengHei"/>
              </a:rPr>
              <a:t>資料分析</a:t>
            </a:r>
            <a:endParaRPr b="1">
              <a:latin typeface="Microsoft JhengHei"/>
              <a:ea typeface="Microsoft JhengHei"/>
              <a:cs typeface="Microsoft JhengHei"/>
              <a:sym typeface="Microsoft JhengHei"/>
            </a:endParaRPr>
          </a:p>
        </p:txBody>
      </p:sp>
      <p:sp>
        <p:nvSpPr>
          <p:cNvPr id="936" name="Google Shape;936;g15d33161d2a_0_8"/>
          <p:cNvSpPr txBox="1"/>
          <p:nvPr>
            <p:ph idx="2" type="title"/>
          </p:nvPr>
        </p:nvSpPr>
        <p:spPr>
          <a:xfrm>
            <a:off x="3981750" y="1137150"/>
            <a:ext cx="1180500" cy="1013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2000"/>
              <a:buNone/>
            </a:pPr>
            <a:r>
              <a:rPr lang="en"/>
              <a:t>04</a:t>
            </a:r>
            <a:endParaRPr/>
          </a:p>
        </p:txBody>
      </p:sp>
      <p:sp>
        <p:nvSpPr>
          <p:cNvPr id="937" name="Google Shape;937;g15d33161d2a_0_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15fb046371f_18_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43" name="Google Shape;943;g15fb046371f_18_61"/>
          <p:cNvSpPr txBox="1"/>
          <p:nvPr>
            <p:ph type="title"/>
          </p:nvPr>
        </p:nvSpPr>
        <p:spPr>
          <a:xfrm>
            <a:off x="713250" y="744550"/>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DID(Difference-in-Differences) Model</a:t>
            </a:r>
            <a:endParaRPr sz="3000"/>
          </a:p>
        </p:txBody>
      </p:sp>
      <p:pic>
        <p:nvPicPr>
          <p:cNvPr id="944" name="Google Shape;944;g15fb046371f_18_61"/>
          <p:cNvPicPr preferRelativeResize="0"/>
          <p:nvPr/>
        </p:nvPicPr>
        <p:blipFill>
          <a:blip r:embed="rId3">
            <a:alphaModFix/>
          </a:blip>
          <a:stretch>
            <a:fillRect/>
          </a:stretch>
        </p:blipFill>
        <p:spPr>
          <a:xfrm>
            <a:off x="5575575" y="1591225"/>
            <a:ext cx="2680774" cy="2576000"/>
          </a:xfrm>
          <a:prstGeom prst="rect">
            <a:avLst/>
          </a:prstGeom>
          <a:noFill/>
          <a:ln>
            <a:noFill/>
          </a:ln>
        </p:spPr>
      </p:pic>
      <p:sp>
        <p:nvSpPr>
          <p:cNvPr id="945" name="Google Shape;945;g15fb046371f_18_61"/>
          <p:cNvSpPr txBox="1"/>
          <p:nvPr/>
        </p:nvSpPr>
        <p:spPr>
          <a:xfrm>
            <a:off x="984925" y="1775300"/>
            <a:ext cx="43530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50">
                <a:solidFill>
                  <a:srgbClr val="202122"/>
                </a:solidFill>
                <a:highlight>
                  <a:srgbClr val="FFFFFF"/>
                </a:highlight>
                <a:latin typeface="Cairo"/>
                <a:ea typeface="Cairo"/>
                <a:cs typeface="Cairo"/>
                <a:sym typeface="Cairo"/>
              </a:rPr>
              <a:t>Difference in differences requires data measured from a treatment group and a control group </a:t>
            </a:r>
            <a:r>
              <a:rPr lang="en" sz="1950">
                <a:solidFill>
                  <a:srgbClr val="FF6B65"/>
                </a:solidFill>
                <a:highlight>
                  <a:srgbClr val="FFFFFF"/>
                </a:highlight>
                <a:latin typeface="Cairo"/>
                <a:ea typeface="Cairo"/>
                <a:cs typeface="Cairo"/>
                <a:sym typeface="Cairo"/>
              </a:rPr>
              <a:t>at two or more different time periods</a:t>
            </a:r>
            <a:r>
              <a:rPr lang="en" sz="1950">
                <a:solidFill>
                  <a:srgbClr val="202122"/>
                </a:solidFill>
                <a:highlight>
                  <a:srgbClr val="FFFFFF"/>
                </a:highlight>
                <a:latin typeface="Cairo"/>
                <a:ea typeface="Cairo"/>
                <a:cs typeface="Cairo"/>
                <a:sym typeface="Cairo"/>
              </a:rPr>
              <a:t>, specifically at least one time period before "treatment" and at least one time period after "treatment."</a:t>
            </a:r>
            <a:endParaRPr sz="2300">
              <a:latin typeface="Cairo"/>
              <a:ea typeface="Cairo"/>
              <a:cs typeface="Cairo"/>
              <a:sym typeface="Cairo"/>
            </a:endParaRPr>
          </a:p>
        </p:txBody>
      </p:sp>
      <p:sp>
        <p:nvSpPr>
          <p:cNvPr id="946" name="Google Shape;946;g15fb046371f_18_61"/>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柳成彥</a:t>
            </a:r>
            <a:endParaRPr sz="1900">
              <a:latin typeface="Cairo"/>
              <a:ea typeface="Cairo"/>
              <a:cs typeface="Cairo"/>
              <a:sym typeface="Cair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g15d33161d2a_0_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52" name="Google Shape;952;g15d33161d2a_0_14"/>
          <p:cNvPicPr preferRelativeResize="0"/>
          <p:nvPr/>
        </p:nvPicPr>
        <p:blipFill>
          <a:blip r:embed="rId3">
            <a:alphaModFix/>
          </a:blip>
          <a:stretch>
            <a:fillRect/>
          </a:stretch>
        </p:blipFill>
        <p:spPr>
          <a:xfrm>
            <a:off x="1332250" y="1076300"/>
            <a:ext cx="3045300" cy="3943400"/>
          </a:xfrm>
          <a:prstGeom prst="rect">
            <a:avLst/>
          </a:prstGeom>
          <a:noFill/>
          <a:ln>
            <a:noFill/>
          </a:ln>
        </p:spPr>
      </p:pic>
      <p:sp>
        <p:nvSpPr>
          <p:cNvPr id="953" name="Google Shape;953;g15d33161d2a_0_14"/>
          <p:cNvSpPr txBox="1"/>
          <p:nvPr/>
        </p:nvSpPr>
        <p:spPr>
          <a:xfrm>
            <a:off x="4766550" y="1143000"/>
            <a:ext cx="4037100" cy="1085100"/>
          </a:xfrm>
          <a:prstGeom prst="rect">
            <a:avLst/>
          </a:prstGeom>
          <a:noFill/>
          <a:ln>
            <a:noFill/>
          </a:ln>
        </p:spPr>
        <p:txBody>
          <a:bodyPr anchorCtr="0" anchor="t" bIns="91425" lIns="91425" spcFirstLastPara="1" rIns="91425" wrap="square" tIns="91425">
            <a:spAutoFit/>
          </a:bodyPr>
          <a:lstStyle/>
          <a:p>
            <a:pPr indent="-352425" lvl="0" marL="457200" rtl="0" algn="l">
              <a:spcBef>
                <a:spcPts val="0"/>
              </a:spcBef>
              <a:spcAft>
                <a:spcPts val="0"/>
              </a:spcAft>
              <a:buClr>
                <a:srgbClr val="202122"/>
              </a:buClr>
              <a:buSzPts val="1950"/>
              <a:buFont typeface="Cairo"/>
              <a:buAutoNum type="arabicPeriod"/>
            </a:pPr>
            <a:r>
              <a:rPr lang="en" sz="1950">
                <a:solidFill>
                  <a:srgbClr val="202122"/>
                </a:solidFill>
                <a:highlight>
                  <a:srgbClr val="FFFFFF"/>
                </a:highlight>
                <a:latin typeface="Cairo"/>
                <a:ea typeface="Cairo"/>
                <a:cs typeface="Cairo"/>
                <a:sym typeface="Cairo"/>
              </a:rPr>
              <a:t>Introducing the </a:t>
            </a:r>
            <a:r>
              <a:rPr lang="en" sz="1950">
                <a:solidFill>
                  <a:srgbClr val="FF0000"/>
                </a:solidFill>
                <a:highlight>
                  <a:srgbClr val="FFFFFF"/>
                </a:highlight>
                <a:latin typeface="Cairo"/>
                <a:ea typeface="Cairo"/>
                <a:cs typeface="Cairo"/>
                <a:sym typeface="Cairo"/>
              </a:rPr>
              <a:t>hardcover version</a:t>
            </a:r>
            <a:r>
              <a:rPr lang="en" sz="1950">
                <a:solidFill>
                  <a:srgbClr val="202122"/>
                </a:solidFill>
                <a:highlight>
                  <a:srgbClr val="FFFFFF"/>
                </a:highlight>
                <a:latin typeface="Cairo"/>
                <a:ea typeface="Cairo"/>
                <a:cs typeface="Cairo"/>
                <a:sym typeface="Cairo"/>
              </a:rPr>
              <a:t> increases demand for the paperback  version.</a:t>
            </a:r>
            <a:endParaRPr sz="2300">
              <a:latin typeface="Cairo"/>
              <a:ea typeface="Cairo"/>
              <a:cs typeface="Cairo"/>
              <a:sym typeface="Cairo"/>
            </a:endParaRPr>
          </a:p>
        </p:txBody>
      </p:sp>
      <p:sp>
        <p:nvSpPr>
          <p:cNvPr id="954" name="Google Shape;954;g15d33161d2a_0_14"/>
          <p:cNvSpPr txBox="1"/>
          <p:nvPr/>
        </p:nvSpPr>
        <p:spPr>
          <a:xfrm>
            <a:off x="4766550" y="2228100"/>
            <a:ext cx="4037100" cy="785100"/>
          </a:xfrm>
          <a:prstGeom prst="rect">
            <a:avLst/>
          </a:prstGeom>
          <a:noFill/>
          <a:ln>
            <a:noFill/>
          </a:ln>
        </p:spPr>
        <p:txBody>
          <a:bodyPr anchorCtr="0" anchor="t" bIns="91425" lIns="91425" spcFirstLastPara="1" rIns="91425" wrap="square" tIns="91425">
            <a:spAutoFit/>
          </a:bodyPr>
          <a:lstStyle/>
          <a:p>
            <a:pPr indent="-352425" lvl="0" marL="457200" rtl="0" algn="l">
              <a:spcBef>
                <a:spcPts val="0"/>
              </a:spcBef>
              <a:spcAft>
                <a:spcPts val="0"/>
              </a:spcAft>
              <a:buClr>
                <a:srgbClr val="202122"/>
              </a:buClr>
              <a:buSzPts val="1950"/>
              <a:buFont typeface="Cairo"/>
              <a:buAutoNum type="arabicPeriod" startAt="2"/>
            </a:pPr>
            <a:r>
              <a:rPr lang="en" sz="1950">
                <a:solidFill>
                  <a:srgbClr val="202122"/>
                </a:solidFill>
                <a:highlight>
                  <a:srgbClr val="FFFFFF"/>
                </a:highlight>
                <a:latin typeface="Cairo"/>
                <a:ea typeface="Cairo"/>
                <a:cs typeface="Cairo"/>
                <a:sym typeface="Cairo"/>
              </a:rPr>
              <a:t>Using email campaigns </a:t>
            </a:r>
            <a:r>
              <a:rPr lang="en" sz="1950">
                <a:solidFill>
                  <a:srgbClr val="FF0000"/>
                </a:solidFill>
                <a:highlight>
                  <a:srgbClr val="FFFFFF"/>
                </a:highlight>
                <a:latin typeface="Cairo"/>
                <a:ea typeface="Cairo"/>
                <a:cs typeface="Cairo"/>
                <a:sym typeface="Cairo"/>
              </a:rPr>
              <a:t>increased</a:t>
            </a:r>
            <a:r>
              <a:rPr lang="en" sz="1950">
                <a:solidFill>
                  <a:srgbClr val="202122"/>
                </a:solidFill>
                <a:highlight>
                  <a:srgbClr val="FFFFFF"/>
                </a:highlight>
                <a:latin typeface="Cairo"/>
                <a:ea typeface="Cairo"/>
                <a:cs typeface="Cairo"/>
                <a:sym typeface="Cairo"/>
              </a:rPr>
              <a:t> paperback sales.</a:t>
            </a:r>
            <a:endParaRPr sz="2300">
              <a:latin typeface="Cairo"/>
              <a:ea typeface="Cairo"/>
              <a:cs typeface="Cairo"/>
              <a:sym typeface="Cairo"/>
            </a:endParaRPr>
          </a:p>
        </p:txBody>
      </p:sp>
      <p:sp>
        <p:nvSpPr>
          <p:cNvPr id="955" name="Google Shape;955;g15d33161d2a_0_14"/>
          <p:cNvSpPr txBox="1"/>
          <p:nvPr/>
        </p:nvSpPr>
        <p:spPr>
          <a:xfrm>
            <a:off x="4766550" y="3169800"/>
            <a:ext cx="4037100" cy="1385400"/>
          </a:xfrm>
          <a:prstGeom prst="rect">
            <a:avLst/>
          </a:prstGeom>
          <a:noFill/>
          <a:ln>
            <a:noFill/>
          </a:ln>
        </p:spPr>
        <p:txBody>
          <a:bodyPr anchorCtr="0" anchor="t" bIns="91425" lIns="91425" spcFirstLastPara="1" rIns="91425" wrap="square" tIns="91425">
            <a:spAutoFit/>
          </a:bodyPr>
          <a:lstStyle/>
          <a:p>
            <a:pPr indent="-352425" lvl="0" marL="457200" rtl="0" algn="l">
              <a:spcBef>
                <a:spcPts val="0"/>
              </a:spcBef>
              <a:spcAft>
                <a:spcPts val="0"/>
              </a:spcAft>
              <a:buClr>
                <a:srgbClr val="202122"/>
              </a:buClr>
              <a:buSzPts val="1950"/>
              <a:buFont typeface="Cairo"/>
              <a:buAutoNum type="arabicPeriod" startAt="3"/>
            </a:pPr>
            <a:r>
              <a:rPr lang="en" sz="1950">
                <a:solidFill>
                  <a:srgbClr val="202122"/>
                </a:solidFill>
                <a:highlight>
                  <a:srgbClr val="FFFFFF"/>
                </a:highlight>
                <a:latin typeface="Cairo"/>
                <a:ea typeface="Cairo"/>
                <a:cs typeface="Cairo"/>
                <a:sym typeface="Cairo"/>
              </a:rPr>
              <a:t>Book titles that were published </a:t>
            </a:r>
            <a:r>
              <a:rPr lang="en" sz="1950">
                <a:solidFill>
                  <a:srgbClr val="FF0000"/>
                </a:solidFill>
                <a:highlight>
                  <a:srgbClr val="FFFFFF"/>
                </a:highlight>
                <a:latin typeface="Cairo"/>
                <a:ea typeface="Cairo"/>
                <a:cs typeface="Cairo"/>
                <a:sym typeface="Cairo"/>
              </a:rPr>
              <a:t>more recently</a:t>
            </a:r>
            <a:r>
              <a:rPr lang="en" sz="1950">
                <a:solidFill>
                  <a:srgbClr val="202122"/>
                </a:solidFill>
                <a:highlight>
                  <a:srgbClr val="FFFFFF"/>
                </a:highlight>
                <a:latin typeface="Cairo"/>
                <a:ea typeface="Cairo"/>
                <a:cs typeface="Cairo"/>
                <a:sym typeface="Cairo"/>
              </a:rPr>
              <a:t> and with </a:t>
            </a:r>
            <a:r>
              <a:rPr lang="en" sz="1950">
                <a:solidFill>
                  <a:srgbClr val="FF0000"/>
                </a:solidFill>
                <a:highlight>
                  <a:srgbClr val="FFFFFF"/>
                </a:highlight>
                <a:latin typeface="Cairo"/>
                <a:ea typeface="Cairo"/>
                <a:cs typeface="Cairo"/>
                <a:sym typeface="Cairo"/>
              </a:rPr>
              <a:t>more pages</a:t>
            </a:r>
            <a:r>
              <a:rPr lang="en" sz="1950">
                <a:solidFill>
                  <a:srgbClr val="202122"/>
                </a:solidFill>
                <a:highlight>
                  <a:srgbClr val="FFFFFF"/>
                </a:highlight>
                <a:latin typeface="Cairo"/>
                <a:ea typeface="Cairo"/>
                <a:cs typeface="Cairo"/>
                <a:sym typeface="Cairo"/>
              </a:rPr>
              <a:t> had </a:t>
            </a:r>
            <a:r>
              <a:rPr lang="en" sz="1950">
                <a:solidFill>
                  <a:srgbClr val="FF0000"/>
                </a:solidFill>
                <a:highlight>
                  <a:srgbClr val="FFFFFF"/>
                </a:highlight>
                <a:latin typeface="Cairo"/>
                <a:ea typeface="Cairo"/>
                <a:cs typeface="Cairo"/>
                <a:sym typeface="Cairo"/>
              </a:rPr>
              <a:t>higher </a:t>
            </a:r>
            <a:r>
              <a:rPr lang="en" sz="1950">
                <a:solidFill>
                  <a:srgbClr val="202122"/>
                </a:solidFill>
                <a:highlight>
                  <a:srgbClr val="FFFFFF"/>
                </a:highlight>
                <a:latin typeface="Cairo"/>
                <a:ea typeface="Cairo"/>
                <a:cs typeface="Cairo"/>
                <a:sym typeface="Cairo"/>
              </a:rPr>
              <a:t>paperback sales</a:t>
            </a:r>
            <a:endParaRPr sz="2300">
              <a:latin typeface="Cairo"/>
              <a:ea typeface="Cairo"/>
              <a:cs typeface="Cairo"/>
              <a:sym typeface="Cairo"/>
            </a:endParaRPr>
          </a:p>
        </p:txBody>
      </p:sp>
      <p:sp>
        <p:nvSpPr>
          <p:cNvPr id="956" name="Google Shape;956;g15d33161d2a_0_14"/>
          <p:cNvSpPr/>
          <p:nvPr/>
        </p:nvSpPr>
        <p:spPr>
          <a:xfrm>
            <a:off x="2281433" y="2595834"/>
            <a:ext cx="405600" cy="132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g15d33161d2a_0_14"/>
          <p:cNvSpPr/>
          <p:nvPr/>
        </p:nvSpPr>
        <p:spPr>
          <a:xfrm>
            <a:off x="2281433" y="2836861"/>
            <a:ext cx="405600" cy="132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g15d33161d2a_0_14"/>
          <p:cNvSpPr/>
          <p:nvPr/>
        </p:nvSpPr>
        <p:spPr>
          <a:xfrm>
            <a:off x="2281433" y="3278942"/>
            <a:ext cx="405600" cy="132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g15d33161d2a_0_14"/>
          <p:cNvSpPr/>
          <p:nvPr/>
        </p:nvSpPr>
        <p:spPr>
          <a:xfrm>
            <a:off x="2281433" y="3077889"/>
            <a:ext cx="405600" cy="132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g15d33161d2a_0_14"/>
          <p:cNvSpPr txBox="1"/>
          <p:nvPr>
            <p:ph type="title"/>
          </p:nvPr>
        </p:nvSpPr>
        <p:spPr>
          <a:xfrm>
            <a:off x="604725" y="37082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Main Results - Hardcover Version</a:t>
            </a:r>
            <a:endParaRPr sz="3000"/>
          </a:p>
        </p:txBody>
      </p:sp>
      <p:sp>
        <p:nvSpPr>
          <p:cNvPr id="961" name="Google Shape;961;g15d33161d2a_0_14"/>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柳成彥</a:t>
            </a:r>
            <a:endParaRPr sz="1900">
              <a:latin typeface="Cairo"/>
              <a:ea typeface="Cairo"/>
              <a:cs typeface="Cairo"/>
              <a:sym typeface="Cair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15d33161d2a_0_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67" name="Google Shape;967;g15d33161d2a_0_29"/>
          <p:cNvPicPr preferRelativeResize="0"/>
          <p:nvPr/>
        </p:nvPicPr>
        <p:blipFill>
          <a:blip r:embed="rId3">
            <a:alphaModFix/>
          </a:blip>
          <a:stretch>
            <a:fillRect/>
          </a:stretch>
        </p:blipFill>
        <p:spPr>
          <a:xfrm>
            <a:off x="1335024" y="1078992"/>
            <a:ext cx="3044952" cy="3941064"/>
          </a:xfrm>
          <a:prstGeom prst="rect">
            <a:avLst/>
          </a:prstGeom>
          <a:noFill/>
          <a:ln>
            <a:noFill/>
          </a:ln>
        </p:spPr>
      </p:pic>
      <p:sp>
        <p:nvSpPr>
          <p:cNvPr id="968" name="Google Shape;968;g15d33161d2a_0_29"/>
          <p:cNvSpPr txBox="1"/>
          <p:nvPr/>
        </p:nvSpPr>
        <p:spPr>
          <a:xfrm>
            <a:off x="4766550" y="1143000"/>
            <a:ext cx="4037100" cy="1085100"/>
          </a:xfrm>
          <a:prstGeom prst="rect">
            <a:avLst/>
          </a:prstGeom>
          <a:noFill/>
          <a:ln>
            <a:noFill/>
          </a:ln>
        </p:spPr>
        <p:txBody>
          <a:bodyPr anchorCtr="0" anchor="t" bIns="91425" lIns="91425" spcFirstLastPara="1" rIns="91425" wrap="square" tIns="91425">
            <a:spAutoFit/>
          </a:bodyPr>
          <a:lstStyle/>
          <a:p>
            <a:pPr indent="-352425" lvl="0" marL="457200" rtl="0" algn="l">
              <a:spcBef>
                <a:spcPts val="0"/>
              </a:spcBef>
              <a:spcAft>
                <a:spcPts val="0"/>
              </a:spcAft>
              <a:buClr>
                <a:srgbClr val="202122"/>
              </a:buClr>
              <a:buSzPts val="1950"/>
              <a:buFont typeface="Cairo"/>
              <a:buAutoNum type="arabicPeriod"/>
            </a:pPr>
            <a:r>
              <a:rPr lang="en" sz="1950">
                <a:solidFill>
                  <a:srgbClr val="202122"/>
                </a:solidFill>
                <a:highlight>
                  <a:srgbClr val="FFFFFF"/>
                </a:highlight>
                <a:latin typeface="Cairo"/>
                <a:ea typeface="Cairo"/>
                <a:cs typeface="Cairo"/>
                <a:sym typeface="Cairo"/>
              </a:rPr>
              <a:t>Introducing the </a:t>
            </a:r>
            <a:r>
              <a:rPr lang="en" sz="1950">
                <a:solidFill>
                  <a:srgbClr val="FF0000"/>
                </a:solidFill>
                <a:highlight>
                  <a:srgbClr val="FFFFFF"/>
                </a:highlight>
                <a:latin typeface="Cairo"/>
                <a:ea typeface="Cairo"/>
                <a:cs typeface="Cairo"/>
                <a:sym typeface="Cairo"/>
              </a:rPr>
              <a:t>e-book version</a:t>
            </a:r>
            <a:r>
              <a:rPr lang="en" sz="1950">
                <a:solidFill>
                  <a:srgbClr val="202122"/>
                </a:solidFill>
                <a:highlight>
                  <a:srgbClr val="FFFFFF"/>
                </a:highlight>
                <a:latin typeface="Cairo"/>
                <a:ea typeface="Cairo"/>
                <a:cs typeface="Cairo"/>
                <a:sym typeface="Cairo"/>
              </a:rPr>
              <a:t> increases demand for the paperback  version.</a:t>
            </a:r>
            <a:endParaRPr sz="2300">
              <a:latin typeface="Cairo"/>
              <a:ea typeface="Cairo"/>
              <a:cs typeface="Cairo"/>
              <a:sym typeface="Cairo"/>
            </a:endParaRPr>
          </a:p>
        </p:txBody>
      </p:sp>
      <p:sp>
        <p:nvSpPr>
          <p:cNvPr id="969" name="Google Shape;969;g15d33161d2a_0_29"/>
          <p:cNvSpPr txBox="1"/>
          <p:nvPr/>
        </p:nvSpPr>
        <p:spPr>
          <a:xfrm>
            <a:off x="4766550" y="2228100"/>
            <a:ext cx="4037100" cy="785100"/>
          </a:xfrm>
          <a:prstGeom prst="rect">
            <a:avLst/>
          </a:prstGeom>
          <a:noFill/>
          <a:ln>
            <a:noFill/>
          </a:ln>
        </p:spPr>
        <p:txBody>
          <a:bodyPr anchorCtr="0" anchor="t" bIns="91425" lIns="91425" spcFirstLastPara="1" rIns="91425" wrap="square" tIns="91425">
            <a:spAutoFit/>
          </a:bodyPr>
          <a:lstStyle/>
          <a:p>
            <a:pPr indent="-352425" lvl="0" marL="457200" rtl="0" algn="l">
              <a:spcBef>
                <a:spcPts val="0"/>
              </a:spcBef>
              <a:spcAft>
                <a:spcPts val="0"/>
              </a:spcAft>
              <a:buClr>
                <a:srgbClr val="202122"/>
              </a:buClr>
              <a:buSzPts val="1950"/>
              <a:buFont typeface="Cairo"/>
              <a:buAutoNum type="arabicPeriod" startAt="2"/>
            </a:pPr>
            <a:r>
              <a:rPr lang="en" sz="1950">
                <a:solidFill>
                  <a:srgbClr val="202122"/>
                </a:solidFill>
                <a:highlight>
                  <a:srgbClr val="FFFFFF"/>
                </a:highlight>
                <a:latin typeface="Cairo"/>
                <a:ea typeface="Cairo"/>
                <a:cs typeface="Cairo"/>
                <a:sym typeface="Cairo"/>
              </a:rPr>
              <a:t>Using email campaigns </a:t>
            </a:r>
            <a:r>
              <a:rPr lang="en" sz="1950">
                <a:solidFill>
                  <a:srgbClr val="FF0000"/>
                </a:solidFill>
                <a:highlight>
                  <a:srgbClr val="FFFFFF"/>
                </a:highlight>
                <a:latin typeface="Cairo"/>
                <a:ea typeface="Cairo"/>
                <a:cs typeface="Cairo"/>
                <a:sym typeface="Cairo"/>
              </a:rPr>
              <a:t>increased</a:t>
            </a:r>
            <a:r>
              <a:rPr lang="en" sz="1950">
                <a:solidFill>
                  <a:srgbClr val="202122"/>
                </a:solidFill>
                <a:highlight>
                  <a:srgbClr val="FFFFFF"/>
                </a:highlight>
                <a:latin typeface="Cairo"/>
                <a:ea typeface="Cairo"/>
                <a:cs typeface="Cairo"/>
                <a:sym typeface="Cairo"/>
              </a:rPr>
              <a:t> paperback sales.</a:t>
            </a:r>
            <a:endParaRPr sz="2300">
              <a:latin typeface="Cairo"/>
              <a:ea typeface="Cairo"/>
              <a:cs typeface="Cairo"/>
              <a:sym typeface="Cairo"/>
            </a:endParaRPr>
          </a:p>
        </p:txBody>
      </p:sp>
      <p:sp>
        <p:nvSpPr>
          <p:cNvPr id="970" name="Google Shape;970;g15d33161d2a_0_29"/>
          <p:cNvSpPr txBox="1"/>
          <p:nvPr/>
        </p:nvSpPr>
        <p:spPr>
          <a:xfrm>
            <a:off x="4766550" y="3169800"/>
            <a:ext cx="4037100" cy="1085100"/>
          </a:xfrm>
          <a:prstGeom prst="rect">
            <a:avLst/>
          </a:prstGeom>
          <a:noFill/>
          <a:ln>
            <a:noFill/>
          </a:ln>
        </p:spPr>
        <p:txBody>
          <a:bodyPr anchorCtr="0" anchor="t" bIns="91425" lIns="91425" spcFirstLastPara="1" rIns="91425" wrap="square" tIns="91425">
            <a:spAutoFit/>
          </a:bodyPr>
          <a:lstStyle/>
          <a:p>
            <a:pPr indent="-352425" lvl="0" marL="457200" rtl="0" algn="l">
              <a:spcBef>
                <a:spcPts val="0"/>
              </a:spcBef>
              <a:spcAft>
                <a:spcPts val="0"/>
              </a:spcAft>
              <a:buClr>
                <a:srgbClr val="202122"/>
              </a:buClr>
              <a:buSzPts val="1950"/>
              <a:buFont typeface="Cairo"/>
              <a:buAutoNum type="arabicPeriod" startAt="3"/>
            </a:pPr>
            <a:r>
              <a:rPr lang="en" sz="1950">
                <a:solidFill>
                  <a:srgbClr val="202122"/>
                </a:solidFill>
                <a:highlight>
                  <a:srgbClr val="FFFFFF"/>
                </a:highlight>
                <a:latin typeface="Cairo"/>
                <a:ea typeface="Cairo"/>
                <a:cs typeface="Cairo"/>
                <a:sym typeface="Cairo"/>
              </a:rPr>
              <a:t>Book titles that were published </a:t>
            </a:r>
            <a:r>
              <a:rPr lang="en" sz="1950">
                <a:solidFill>
                  <a:srgbClr val="FF0000"/>
                </a:solidFill>
                <a:highlight>
                  <a:srgbClr val="FFFFFF"/>
                </a:highlight>
                <a:latin typeface="Cairo"/>
                <a:ea typeface="Cairo"/>
                <a:cs typeface="Cairo"/>
                <a:sym typeface="Cairo"/>
              </a:rPr>
              <a:t>more recently </a:t>
            </a:r>
            <a:r>
              <a:rPr lang="en" sz="1950">
                <a:solidFill>
                  <a:srgbClr val="202122"/>
                </a:solidFill>
                <a:highlight>
                  <a:srgbClr val="FFFFFF"/>
                </a:highlight>
                <a:latin typeface="Cairo"/>
                <a:ea typeface="Cairo"/>
                <a:cs typeface="Cairo"/>
                <a:sym typeface="Cairo"/>
              </a:rPr>
              <a:t>had higher paperback sales.</a:t>
            </a:r>
            <a:endParaRPr sz="2300">
              <a:latin typeface="Cairo"/>
              <a:ea typeface="Cairo"/>
              <a:cs typeface="Cairo"/>
              <a:sym typeface="Cairo"/>
            </a:endParaRPr>
          </a:p>
        </p:txBody>
      </p:sp>
      <p:sp>
        <p:nvSpPr>
          <p:cNvPr id="971" name="Google Shape;971;g15d33161d2a_0_29"/>
          <p:cNvSpPr/>
          <p:nvPr/>
        </p:nvSpPr>
        <p:spPr>
          <a:xfrm>
            <a:off x="3461172" y="2614007"/>
            <a:ext cx="389400" cy="1275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g15d33161d2a_0_29"/>
          <p:cNvSpPr/>
          <p:nvPr/>
        </p:nvSpPr>
        <p:spPr>
          <a:xfrm>
            <a:off x="3461172" y="2845403"/>
            <a:ext cx="389400" cy="1275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g15d33161d2a_0_29"/>
          <p:cNvSpPr/>
          <p:nvPr/>
        </p:nvSpPr>
        <p:spPr>
          <a:xfrm>
            <a:off x="3461172" y="3076800"/>
            <a:ext cx="389400" cy="1275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g15d33161d2a_0_29"/>
          <p:cNvSpPr txBox="1"/>
          <p:nvPr>
            <p:ph type="title"/>
          </p:nvPr>
        </p:nvSpPr>
        <p:spPr>
          <a:xfrm>
            <a:off x="604725" y="37082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Main Results - E-book Version</a:t>
            </a:r>
            <a:endParaRPr sz="3000"/>
          </a:p>
        </p:txBody>
      </p:sp>
      <p:sp>
        <p:nvSpPr>
          <p:cNvPr id="975" name="Google Shape;975;g15d33161d2a_0_29"/>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柳成彥</a:t>
            </a:r>
            <a:endParaRPr sz="1900">
              <a:latin typeface="Cairo"/>
              <a:ea typeface="Cairo"/>
              <a:cs typeface="Cairo"/>
              <a:sym typeface="Cai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g15d33161d2a_0_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81" name="Google Shape;981;g15d33161d2a_0_44"/>
          <p:cNvSpPr txBox="1"/>
          <p:nvPr>
            <p:ph type="title"/>
          </p:nvPr>
        </p:nvSpPr>
        <p:spPr>
          <a:xfrm>
            <a:off x="604725" y="507200"/>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Price of New Premium Versions</a:t>
            </a:r>
            <a:endParaRPr sz="3000"/>
          </a:p>
        </p:txBody>
      </p:sp>
      <p:pic>
        <p:nvPicPr>
          <p:cNvPr id="982" name="Google Shape;982;g15d33161d2a_0_44"/>
          <p:cNvPicPr preferRelativeResize="0"/>
          <p:nvPr/>
        </p:nvPicPr>
        <p:blipFill>
          <a:blip r:embed="rId3">
            <a:alphaModFix/>
          </a:blip>
          <a:stretch>
            <a:fillRect/>
          </a:stretch>
        </p:blipFill>
        <p:spPr>
          <a:xfrm>
            <a:off x="699676" y="1079900"/>
            <a:ext cx="7622550" cy="4012387"/>
          </a:xfrm>
          <a:prstGeom prst="rect">
            <a:avLst/>
          </a:prstGeom>
          <a:noFill/>
          <a:ln>
            <a:noFill/>
          </a:ln>
        </p:spPr>
      </p:pic>
      <p:sp>
        <p:nvSpPr>
          <p:cNvPr id="983" name="Google Shape;983;g15d33161d2a_0_44"/>
          <p:cNvSpPr/>
          <p:nvPr/>
        </p:nvSpPr>
        <p:spPr>
          <a:xfrm>
            <a:off x="2557450" y="2449775"/>
            <a:ext cx="332100" cy="1527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g15d33161d2a_0_44"/>
          <p:cNvSpPr/>
          <p:nvPr/>
        </p:nvSpPr>
        <p:spPr>
          <a:xfrm>
            <a:off x="7815250" y="2449775"/>
            <a:ext cx="449400" cy="1527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g15d33161d2a_0_44"/>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柳成彥</a:t>
            </a:r>
            <a:endParaRPr sz="1900">
              <a:latin typeface="Cairo"/>
              <a:ea typeface="Cairo"/>
              <a:cs typeface="Cairo"/>
              <a:sym typeface="Cair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g15d33161d2a_0_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91" name="Google Shape;991;g15d33161d2a_0_57"/>
          <p:cNvSpPr txBox="1"/>
          <p:nvPr>
            <p:ph type="title"/>
          </p:nvPr>
        </p:nvSpPr>
        <p:spPr>
          <a:xfrm>
            <a:off x="604725" y="507200"/>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Price of New Premium Versions</a:t>
            </a:r>
            <a:endParaRPr sz="3000"/>
          </a:p>
        </p:txBody>
      </p:sp>
      <p:pic>
        <p:nvPicPr>
          <p:cNvPr id="992" name="Google Shape;992;g15d33161d2a_0_57"/>
          <p:cNvPicPr preferRelativeResize="0"/>
          <p:nvPr/>
        </p:nvPicPr>
        <p:blipFill>
          <a:blip r:embed="rId3">
            <a:alphaModFix/>
          </a:blip>
          <a:stretch>
            <a:fillRect/>
          </a:stretch>
        </p:blipFill>
        <p:spPr>
          <a:xfrm>
            <a:off x="704088" y="1078992"/>
            <a:ext cx="7626096" cy="4014216"/>
          </a:xfrm>
          <a:prstGeom prst="rect">
            <a:avLst/>
          </a:prstGeom>
          <a:noFill/>
          <a:ln>
            <a:noFill/>
          </a:ln>
        </p:spPr>
      </p:pic>
      <p:sp>
        <p:nvSpPr>
          <p:cNvPr id="993" name="Google Shape;993;g15d33161d2a_0_57"/>
          <p:cNvSpPr/>
          <p:nvPr/>
        </p:nvSpPr>
        <p:spPr>
          <a:xfrm>
            <a:off x="5224450" y="2449775"/>
            <a:ext cx="449400" cy="1527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g15d33161d2a_0_57"/>
          <p:cNvSpPr/>
          <p:nvPr/>
        </p:nvSpPr>
        <p:spPr>
          <a:xfrm>
            <a:off x="7815250" y="2449775"/>
            <a:ext cx="449400" cy="1527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g15d33161d2a_0_57"/>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柳成彥</a:t>
            </a:r>
            <a:endParaRPr sz="1900">
              <a:latin typeface="Cairo"/>
              <a:ea typeface="Cairo"/>
              <a:cs typeface="Cairo"/>
              <a:sym typeface="Cair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g15d33161d2a_0_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01" name="Google Shape;1001;g15d33161d2a_0_68"/>
          <p:cNvSpPr txBox="1"/>
          <p:nvPr>
            <p:ph type="title"/>
          </p:nvPr>
        </p:nvSpPr>
        <p:spPr>
          <a:xfrm>
            <a:off x="604725" y="507200"/>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Underlying Mechanisms on Hardcover Version</a:t>
            </a:r>
            <a:endParaRPr sz="3000"/>
          </a:p>
        </p:txBody>
      </p:sp>
      <p:sp>
        <p:nvSpPr>
          <p:cNvPr id="1002" name="Google Shape;1002;g15d33161d2a_0_68"/>
          <p:cNvSpPr txBox="1"/>
          <p:nvPr/>
        </p:nvSpPr>
        <p:spPr>
          <a:xfrm>
            <a:off x="804075" y="1176350"/>
            <a:ext cx="731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iro"/>
              <a:ea typeface="Cairo"/>
              <a:cs typeface="Cairo"/>
              <a:sym typeface="Cairo"/>
            </a:endParaRPr>
          </a:p>
        </p:txBody>
      </p:sp>
      <p:sp>
        <p:nvSpPr>
          <p:cNvPr id="1003" name="Google Shape;1003;g15d33161d2a_0_68"/>
          <p:cNvSpPr txBox="1"/>
          <p:nvPr/>
        </p:nvSpPr>
        <p:spPr>
          <a:xfrm>
            <a:off x="1330325" y="3745463"/>
            <a:ext cx="7318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Cairo"/>
                <a:ea typeface="Cairo"/>
                <a:cs typeface="Cairo"/>
                <a:sym typeface="Cairo"/>
              </a:rPr>
              <a:t>The </a:t>
            </a:r>
            <a:r>
              <a:rPr lang="en" sz="1800">
                <a:solidFill>
                  <a:srgbClr val="FF0000"/>
                </a:solidFill>
                <a:latin typeface="Cairo"/>
                <a:ea typeface="Cairo"/>
                <a:cs typeface="Cairo"/>
                <a:sym typeface="Cairo"/>
              </a:rPr>
              <a:t>compromise effect</a:t>
            </a:r>
            <a:r>
              <a:rPr lang="en" sz="1800">
                <a:latin typeface="Cairo"/>
                <a:ea typeface="Cairo"/>
                <a:cs typeface="Cairo"/>
                <a:sym typeface="Cairo"/>
              </a:rPr>
              <a:t> predicts that adding the hardcover version will increase the choice probability of the paperback version.</a:t>
            </a:r>
            <a:endParaRPr sz="1800">
              <a:latin typeface="Cairo"/>
              <a:ea typeface="Cairo"/>
              <a:cs typeface="Cairo"/>
              <a:sym typeface="Cairo"/>
            </a:endParaRPr>
          </a:p>
        </p:txBody>
      </p:sp>
      <p:graphicFrame>
        <p:nvGraphicFramePr>
          <p:cNvPr id="1004" name="Google Shape;1004;g15d33161d2a_0_68"/>
          <p:cNvGraphicFramePr/>
          <p:nvPr/>
        </p:nvGraphicFramePr>
        <p:xfrm>
          <a:off x="1572150" y="1663500"/>
          <a:ext cx="3000000" cy="3000000"/>
        </p:xfrm>
        <a:graphic>
          <a:graphicData uri="http://schemas.openxmlformats.org/drawingml/2006/table">
            <a:tbl>
              <a:tblPr>
                <a:noFill/>
                <a:tableStyleId>{44972F6C-79F2-4681-B7E9-69DB22AEC0EA}</a:tableStyleId>
              </a:tblPr>
              <a:tblGrid>
                <a:gridCol w="1579400"/>
                <a:gridCol w="1579400"/>
                <a:gridCol w="1579400"/>
                <a:gridCol w="1579400"/>
              </a:tblGrid>
              <a:tr h="605500">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rPr b="1" lang="en" sz="1800">
                          <a:solidFill>
                            <a:srgbClr val="FFFFFF"/>
                          </a:solidFill>
                          <a:latin typeface="Cairo"/>
                          <a:ea typeface="Cairo"/>
                          <a:cs typeface="Cairo"/>
                          <a:sym typeface="Cairo"/>
                        </a:rPr>
                        <a:t>PDF</a:t>
                      </a:r>
                      <a:endParaRPr b="1" sz="1800" u="none" cap="none" strike="noStrike">
                        <a:solidFill>
                          <a:srgbClr val="FFFFFF"/>
                        </a:solidFill>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6AA84F"/>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b="1" lang="en" sz="1800">
                          <a:solidFill>
                            <a:srgbClr val="FFFFFF"/>
                          </a:solidFill>
                          <a:latin typeface="Cairo"/>
                          <a:ea typeface="Cairo"/>
                          <a:cs typeface="Cairo"/>
                          <a:sym typeface="Cairo"/>
                        </a:rPr>
                        <a:t>Paperback</a:t>
                      </a:r>
                      <a:endParaRPr b="1" sz="1800" u="none" cap="none" strike="noStrike">
                        <a:solidFill>
                          <a:srgbClr val="FFFFFF"/>
                        </a:solidFill>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6AA84F"/>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b="1" lang="en" sz="1800">
                          <a:solidFill>
                            <a:srgbClr val="FFFFFF"/>
                          </a:solidFill>
                          <a:latin typeface="Cairo"/>
                          <a:ea typeface="Cairo"/>
                          <a:cs typeface="Cairo"/>
                          <a:sym typeface="Cairo"/>
                        </a:rPr>
                        <a:t>H</a:t>
                      </a:r>
                      <a:r>
                        <a:rPr b="1" lang="en" sz="1800">
                          <a:solidFill>
                            <a:srgbClr val="FFFFFF"/>
                          </a:solidFill>
                          <a:latin typeface="Cairo"/>
                          <a:ea typeface="Cairo"/>
                          <a:cs typeface="Cairo"/>
                          <a:sym typeface="Cairo"/>
                        </a:rPr>
                        <a:t>ardcover</a:t>
                      </a:r>
                      <a:endParaRPr b="1" sz="1800" u="none" cap="none" strike="noStrike">
                        <a:solidFill>
                          <a:srgbClr val="FFFFFF"/>
                        </a:solidFill>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6AA84F"/>
                    </a:solidFill>
                  </a:tcPr>
                </a:tc>
              </a:tr>
              <a:tr h="605500">
                <a:tc>
                  <a:txBody>
                    <a:bodyPr/>
                    <a:lstStyle/>
                    <a:p>
                      <a:pPr indent="0" lvl="0" marL="0" marR="0" rtl="0" algn="ctr">
                        <a:lnSpc>
                          <a:spcPct val="100000"/>
                        </a:lnSpc>
                        <a:spcBef>
                          <a:spcPts val="0"/>
                        </a:spcBef>
                        <a:spcAft>
                          <a:spcPts val="0"/>
                        </a:spcAft>
                        <a:buClr>
                          <a:srgbClr val="000000"/>
                        </a:buClr>
                        <a:buSzPts val="200"/>
                        <a:buFont typeface="Arial"/>
                        <a:buNone/>
                      </a:pPr>
                      <a:r>
                        <a:rPr b="1" lang="en" sz="1800">
                          <a:solidFill>
                            <a:srgbClr val="FFFFFF"/>
                          </a:solidFill>
                          <a:latin typeface="Cairo"/>
                          <a:ea typeface="Cairo"/>
                          <a:cs typeface="Cairo"/>
                          <a:sym typeface="Cairo"/>
                        </a:rPr>
                        <a:t>Quality</a:t>
                      </a:r>
                      <a:endParaRPr b="1" sz="1800" u="none" cap="none" strike="noStrike">
                        <a:solidFill>
                          <a:srgbClr val="FFFFFF"/>
                        </a:solidFill>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6AA84F"/>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lang="en" sz="1800">
                          <a:latin typeface="Cairo"/>
                          <a:ea typeface="Cairo"/>
                          <a:cs typeface="Cairo"/>
                          <a:sym typeface="Cairo"/>
                        </a:rPr>
                        <a:t>1</a:t>
                      </a:r>
                      <a:endParaRPr sz="1800" u="none" cap="none" strike="noStrike">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lang="en" sz="1800">
                          <a:latin typeface="Cairo"/>
                          <a:ea typeface="Cairo"/>
                          <a:cs typeface="Cairo"/>
                          <a:sym typeface="Cairo"/>
                        </a:rPr>
                        <a:t>2</a:t>
                      </a:r>
                      <a:endParaRPr sz="1800" u="none" cap="none" strike="noStrike">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lang="en" sz="1800">
                          <a:latin typeface="Cairo"/>
                          <a:ea typeface="Cairo"/>
                          <a:cs typeface="Cairo"/>
                          <a:sym typeface="Cairo"/>
                        </a:rPr>
                        <a:t>3</a:t>
                      </a:r>
                      <a:endParaRPr sz="1800" u="none" cap="none" strike="noStrike">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B6D7A8"/>
                    </a:solidFill>
                  </a:tcPr>
                </a:tc>
              </a:tr>
              <a:tr h="605500">
                <a:tc>
                  <a:txBody>
                    <a:bodyPr/>
                    <a:lstStyle/>
                    <a:p>
                      <a:pPr indent="0" lvl="0" marL="0" marR="0" rtl="0" algn="ctr">
                        <a:lnSpc>
                          <a:spcPct val="100000"/>
                        </a:lnSpc>
                        <a:spcBef>
                          <a:spcPts val="0"/>
                        </a:spcBef>
                        <a:spcAft>
                          <a:spcPts val="0"/>
                        </a:spcAft>
                        <a:buClr>
                          <a:srgbClr val="000000"/>
                        </a:buClr>
                        <a:buSzPts val="200"/>
                        <a:buFont typeface="Arial"/>
                        <a:buNone/>
                      </a:pPr>
                      <a:r>
                        <a:rPr b="1" lang="en" sz="1800">
                          <a:solidFill>
                            <a:srgbClr val="FFFFFF"/>
                          </a:solidFill>
                          <a:latin typeface="Cairo"/>
                          <a:ea typeface="Cairo"/>
                          <a:cs typeface="Cairo"/>
                          <a:sym typeface="Cairo"/>
                        </a:rPr>
                        <a:t>Mean ratings</a:t>
                      </a:r>
                      <a:endParaRPr b="1" sz="1800" u="none" cap="none" strike="noStrike">
                        <a:solidFill>
                          <a:srgbClr val="FFFFFF"/>
                        </a:solidFill>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6AA84F"/>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lang="en" sz="1800">
                          <a:latin typeface="Cairo"/>
                          <a:ea typeface="Cairo"/>
                          <a:cs typeface="Cairo"/>
                          <a:sym typeface="Cairo"/>
                        </a:rPr>
                        <a:t>6.11</a:t>
                      </a:r>
                      <a:endParaRPr sz="1800" u="none" cap="none" strike="noStrike">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lang="en" sz="1800">
                          <a:latin typeface="Cairo"/>
                          <a:ea typeface="Cairo"/>
                          <a:cs typeface="Cairo"/>
                          <a:sym typeface="Cairo"/>
                        </a:rPr>
                        <a:t>7.81</a:t>
                      </a:r>
                      <a:endParaRPr sz="1800" u="none" cap="none" strike="noStrike">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B6D7A8"/>
                    </a:solidFill>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B6D7A8"/>
                    </a:solidFill>
                  </a:tcPr>
                </a:tc>
              </a:tr>
            </a:tbl>
          </a:graphicData>
        </a:graphic>
      </p:graphicFrame>
      <p:sp>
        <p:nvSpPr>
          <p:cNvPr id="1005" name="Google Shape;1005;g15d33161d2a_0_68"/>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陳玟靜</a:t>
            </a:r>
            <a:endParaRPr sz="1900">
              <a:latin typeface="Cairo"/>
              <a:ea typeface="Cairo"/>
              <a:cs typeface="Cairo"/>
              <a:sym typeface="Cair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g15d33161d2a_0_8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11" name="Google Shape;1011;g15d33161d2a_0_87"/>
          <p:cNvSpPr txBox="1"/>
          <p:nvPr>
            <p:ph type="title"/>
          </p:nvPr>
        </p:nvSpPr>
        <p:spPr>
          <a:xfrm>
            <a:off x="604725" y="507200"/>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Underlying Mechanisms on E-book Version</a:t>
            </a:r>
            <a:endParaRPr sz="3000"/>
          </a:p>
        </p:txBody>
      </p:sp>
      <p:sp>
        <p:nvSpPr>
          <p:cNvPr id="1012" name="Google Shape;1012;g15d33161d2a_0_87"/>
          <p:cNvSpPr txBox="1"/>
          <p:nvPr/>
        </p:nvSpPr>
        <p:spPr>
          <a:xfrm>
            <a:off x="954375" y="3541350"/>
            <a:ext cx="7443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rgbClr val="FF0000"/>
                </a:solidFill>
                <a:latin typeface="Cairo"/>
                <a:ea typeface="Cairo"/>
                <a:cs typeface="Cairo"/>
                <a:sym typeface="Cairo"/>
              </a:rPr>
              <a:t>When an e-book is introduced with a relatively high price, then, the sales of the paperback version can increase because of this attraction effect.</a:t>
            </a:r>
            <a:endParaRPr sz="1700">
              <a:solidFill>
                <a:srgbClr val="FF0000"/>
              </a:solidFill>
              <a:latin typeface="Cairo"/>
              <a:ea typeface="Cairo"/>
              <a:cs typeface="Cairo"/>
              <a:sym typeface="Cairo"/>
            </a:endParaRPr>
          </a:p>
        </p:txBody>
      </p:sp>
      <p:graphicFrame>
        <p:nvGraphicFramePr>
          <p:cNvPr id="1013" name="Google Shape;1013;g15d33161d2a_0_87"/>
          <p:cNvGraphicFramePr/>
          <p:nvPr/>
        </p:nvGraphicFramePr>
        <p:xfrm>
          <a:off x="1572150" y="1206300"/>
          <a:ext cx="3000000" cy="3000000"/>
        </p:xfrm>
        <a:graphic>
          <a:graphicData uri="http://schemas.openxmlformats.org/drawingml/2006/table">
            <a:tbl>
              <a:tblPr>
                <a:noFill/>
                <a:tableStyleId>{44972F6C-79F2-4681-B7E9-69DB22AEC0EA}</a:tableStyleId>
              </a:tblPr>
              <a:tblGrid>
                <a:gridCol w="1579400"/>
                <a:gridCol w="1579400"/>
                <a:gridCol w="1579400"/>
                <a:gridCol w="1579400"/>
              </a:tblGrid>
              <a:tr h="605500">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rPr b="1" lang="en" sz="1800">
                          <a:solidFill>
                            <a:srgbClr val="FFFFFF"/>
                          </a:solidFill>
                          <a:latin typeface="Cairo"/>
                          <a:ea typeface="Cairo"/>
                          <a:cs typeface="Cairo"/>
                          <a:sym typeface="Cairo"/>
                        </a:rPr>
                        <a:t>PDF</a:t>
                      </a:r>
                      <a:endParaRPr b="1" sz="1800" u="none" cap="none" strike="noStrike">
                        <a:solidFill>
                          <a:srgbClr val="FFFFFF"/>
                        </a:solidFill>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6AA84F"/>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b="1" lang="en" sz="1800">
                          <a:solidFill>
                            <a:srgbClr val="FFFFFF"/>
                          </a:solidFill>
                          <a:latin typeface="Cairo"/>
                          <a:ea typeface="Cairo"/>
                          <a:cs typeface="Cairo"/>
                          <a:sym typeface="Cairo"/>
                        </a:rPr>
                        <a:t>E-book</a:t>
                      </a:r>
                      <a:endParaRPr b="1" sz="1800" u="none" cap="none" strike="noStrike">
                        <a:solidFill>
                          <a:srgbClr val="FFFFFF"/>
                        </a:solidFill>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6AA84F"/>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b="1" lang="en" sz="1800">
                          <a:solidFill>
                            <a:srgbClr val="FFFFFF"/>
                          </a:solidFill>
                          <a:latin typeface="Cairo"/>
                          <a:ea typeface="Cairo"/>
                          <a:cs typeface="Cairo"/>
                          <a:sym typeface="Cairo"/>
                        </a:rPr>
                        <a:t>Paperback</a:t>
                      </a:r>
                      <a:endParaRPr b="1" sz="1800" u="none" cap="none" strike="noStrike">
                        <a:solidFill>
                          <a:srgbClr val="FFFFFF"/>
                        </a:solidFill>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6AA84F"/>
                    </a:solidFill>
                  </a:tcPr>
                </a:tc>
              </a:tr>
              <a:tr h="605500">
                <a:tc>
                  <a:txBody>
                    <a:bodyPr/>
                    <a:lstStyle/>
                    <a:p>
                      <a:pPr indent="0" lvl="0" marL="0" marR="0" rtl="0" algn="ctr">
                        <a:lnSpc>
                          <a:spcPct val="100000"/>
                        </a:lnSpc>
                        <a:spcBef>
                          <a:spcPts val="0"/>
                        </a:spcBef>
                        <a:spcAft>
                          <a:spcPts val="0"/>
                        </a:spcAft>
                        <a:buClr>
                          <a:srgbClr val="000000"/>
                        </a:buClr>
                        <a:buSzPts val="200"/>
                        <a:buFont typeface="Arial"/>
                        <a:buNone/>
                      </a:pPr>
                      <a:r>
                        <a:rPr b="1" lang="en" sz="1800">
                          <a:solidFill>
                            <a:srgbClr val="FFFFFF"/>
                          </a:solidFill>
                          <a:latin typeface="Cairo"/>
                          <a:ea typeface="Cairo"/>
                          <a:cs typeface="Cairo"/>
                          <a:sym typeface="Cairo"/>
                        </a:rPr>
                        <a:t>Quality</a:t>
                      </a:r>
                      <a:endParaRPr b="1" sz="1800" u="none" cap="none" strike="noStrike">
                        <a:solidFill>
                          <a:srgbClr val="FFFFFF"/>
                        </a:solidFill>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6AA84F"/>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lang="en" sz="1800">
                          <a:latin typeface="Cairo"/>
                          <a:ea typeface="Cairo"/>
                          <a:cs typeface="Cairo"/>
                          <a:sym typeface="Cairo"/>
                        </a:rPr>
                        <a:t>1</a:t>
                      </a:r>
                      <a:endParaRPr sz="1800" u="none" cap="none" strike="noStrike">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lang="en" sz="1800">
                          <a:latin typeface="Cairo"/>
                          <a:ea typeface="Cairo"/>
                          <a:cs typeface="Cairo"/>
                          <a:sym typeface="Cairo"/>
                        </a:rPr>
                        <a:t>1.111</a:t>
                      </a:r>
                      <a:endParaRPr sz="1800" u="none" cap="none" strike="noStrike">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200"/>
                        <a:buFont typeface="Arial"/>
                        <a:buNone/>
                      </a:pPr>
                      <a:r>
                        <a:rPr lang="en" sz="1800">
                          <a:latin typeface="Cairo"/>
                          <a:ea typeface="Cairo"/>
                          <a:cs typeface="Cairo"/>
                          <a:sym typeface="Cairo"/>
                        </a:rPr>
                        <a:t>3</a:t>
                      </a:r>
                      <a:endParaRPr sz="1800" u="none" cap="none" strike="noStrike">
                        <a:latin typeface="Cairo"/>
                        <a:ea typeface="Cairo"/>
                        <a:cs typeface="Cairo"/>
                        <a:sym typeface="Cairo"/>
                      </a:endParaRPr>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B6D7A8"/>
                    </a:solidFill>
                  </a:tcPr>
                </a:tc>
              </a:tr>
            </a:tbl>
          </a:graphicData>
        </a:graphic>
      </p:graphicFrame>
      <p:sp>
        <p:nvSpPr>
          <p:cNvPr id="1014" name="Google Shape;1014;g15d33161d2a_0_87"/>
          <p:cNvSpPr/>
          <p:nvPr/>
        </p:nvSpPr>
        <p:spPr>
          <a:xfrm>
            <a:off x="4156375" y="2127425"/>
            <a:ext cx="977400" cy="169200"/>
          </a:xfrm>
          <a:prstGeom prst="leftRightArrow">
            <a:avLst>
              <a:gd fmla="val 50000" name="adj1"/>
              <a:gd fmla="val 50000" name="adj2"/>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g15d33161d2a_0_87"/>
          <p:cNvSpPr txBox="1"/>
          <p:nvPr/>
        </p:nvSpPr>
        <p:spPr>
          <a:xfrm>
            <a:off x="4156375" y="1764100"/>
            <a:ext cx="977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E06666"/>
                </a:solidFill>
                <a:latin typeface="Cairo"/>
                <a:ea typeface="Cairo"/>
                <a:cs typeface="Cairo"/>
                <a:sym typeface="Cairo"/>
              </a:rPr>
              <a:t>Too Close</a:t>
            </a:r>
            <a:endParaRPr b="1">
              <a:solidFill>
                <a:srgbClr val="E06666"/>
              </a:solidFill>
              <a:latin typeface="Cairo"/>
              <a:ea typeface="Cairo"/>
              <a:cs typeface="Cairo"/>
              <a:sym typeface="Cairo"/>
            </a:endParaRPr>
          </a:p>
        </p:txBody>
      </p:sp>
      <p:sp>
        <p:nvSpPr>
          <p:cNvPr id="1016" name="Google Shape;1016;g15d33161d2a_0_87"/>
          <p:cNvSpPr txBox="1"/>
          <p:nvPr/>
        </p:nvSpPr>
        <p:spPr>
          <a:xfrm>
            <a:off x="954375" y="2619900"/>
            <a:ext cx="7881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Cairo"/>
                <a:ea typeface="Cairo"/>
                <a:cs typeface="Cairo"/>
                <a:sym typeface="Cairo"/>
              </a:rPr>
              <a:t>I</a:t>
            </a:r>
            <a:r>
              <a:rPr lang="en" sz="1800">
                <a:latin typeface="Cairo"/>
                <a:ea typeface="Cairo"/>
                <a:cs typeface="Cairo"/>
                <a:sym typeface="Cairo"/>
              </a:rPr>
              <a:t>f an e-book is priced too closely to its paperback counterpart, consumers may find the e-book price “unfairly high”,  this generates the attraction effect.</a:t>
            </a:r>
            <a:endParaRPr sz="1800">
              <a:latin typeface="Cairo"/>
              <a:ea typeface="Cairo"/>
              <a:cs typeface="Cairo"/>
              <a:sym typeface="Cairo"/>
            </a:endParaRPr>
          </a:p>
        </p:txBody>
      </p:sp>
      <p:sp>
        <p:nvSpPr>
          <p:cNvPr id="1017" name="Google Shape;1017;g15d33161d2a_0_87"/>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陳玟靜</a:t>
            </a:r>
            <a:endParaRPr sz="1900">
              <a:latin typeface="Cairo"/>
              <a:ea typeface="Cairo"/>
              <a:cs typeface="Cairo"/>
              <a:sym typeface="Cair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15d347f245c_0_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23" name="Google Shape;1023;g15d347f245c_0_38"/>
          <p:cNvSpPr txBox="1"/>
          <p:nvPr>
            <p:ph type="title"/>
          </p:nvPr>
        </p:nvSpPr>
        <p:spPr>
          <a:xfrm>
            <a:off x="839275" y="4705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Estimation Results-  Compromise Effects</a:t>
            </a:r>
            <a:endParaRPr sz="3000"/>
          </a:p>
        </p:txBody>
      </p:sp>
      <p:pic>
        <p:nvPicPr>
          <p:cNvPr id="1024" name="Google Shape;1024;g15d347f245c_0_38"/>
          <p:cNvPicPr preferRelativeResize="0"/>
          <p:nvPr/>
        </p:nvPicPr>
        <p:blipFill>
          <a:blip r:embed="rId3">
            <a:alphaModFix/>
          </a:blip>
          <a:stretch>
            <a:fillRect/>
          </a:stretch>
        </p:blipFill>
        <p:spPr>
          <a:xfrm>
            <a:off x="1309725" y="1043275"/>
            <a:ext cx="7120489" cy="3521449"/>
          </a:xfrm>
          <a:prstGeom prst="rect">
            <a:avLst/>
          </a:prstGeom>
          <a:noFill/>
          <a:ln>
            <a:noFill/>
          </a:ln>
        </p:spPr>
      </p:pic>
      <p:sp>
        <p:nvSpPr>
          <p:cNvPr id="1025" name="Google Shape;1025;g15d347f245c_0_38"/>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陳玟靜</a:t>
            </a:r>
            <a:endParaRPr sz="1900">
              <a:latin typeface="Cairo"/>
              <a:ea typeface="Cairo"/>
              <a:cs typeface="Cairo"/>
              <a:sym typeface="Cair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15d347f245c_0_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31" name="Google Shape;1031;g15d347f245c_0_49"/>
          <p:cNvSpPr txBox="1"/>
          <p:nvPr>
            <p:ph type="title"/>
          </p:nvPr>
        </p:nvSpPr>
        <p:spPr>
          <a:xfrm>
            <a:off x="839275" y="4705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Estimation Results-  Price</a:t>
            </a:r>
            <a:endParaRPr sz="3000"/>
          </a:p>
        </p:txBody>
      </p:sp>
      <p:pic>
        <p:nvPicPr>
          <p:cNvPr id="1032" name="Google Shape;1032;g15d347f245c_0_49"/>
          <p:cNvPicPr preferRelativeResize="0"/>
          <p:nvPr/>
        </p:nvPicPr>
        <p:blipFill>
          <a:blip r:embed="rId3">
            <a:alphaModFix/>
          </a:blip>
          <a:stretch>
            <a:fillRect/>
          </a:stretch>
        </p:blipFill>
        <p:spPr>
          <a:xfrm>
            <a:off x="982600" y="1043275"/>
            <a:ext cx="7674477" cy="3795424"/>
          </a:xfrm>
          <a:prstGeom prst="rect">
            <a:avLst/>
          </a:prstGeom>
          <a:noFill/>
          <a:ln>
            <a:noFill/>
          </a:ln>
        </p:spPr>
      </p:pic>
      <p:sp>
        <p:nvSpPr>
          <p:cNvPr id="1033" name="Google Shape;1033;g15d347f245c_0_49"/>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陳玟靜</a:t>
            </a:r>
            <a:endParaRPr sz="1900">
              <a:latin typeface="Cairo"/>
              <a:ea typeface="Cairo"/>
              <a:cs typeface="Cairo"/>
              <a:sym typeface="Cair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15d347f245c_0_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39" name="Google Shape;1039;g15d347f245c_0_56"/>
          <p:cNvSpPr txBox="1"/>
          <p:nvPr>
            <p:ph type="title"/>
          </p:nvPr>
        </p:nvSpPr>
        <p:spPr>
          <a:xfrm>
            <a:off x="839275" y="4705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Estimation Results-</a:t>
            </a:r>
            <a:r>
              <a:rPr lang="en" sz="3000"/>
              <a:t>Attraction Effects</a:t>
            </a:r>
            <a:endParaRPr sz="3000"/>
          </a:p>
        </p:txBody>
      </p:sp>
      <p:pic>
        <p:nvPicPr>
          <p:cNvPr id="1040" name="Google Shape;1040;g15d347f245c_0_56"/>
          <p:cNvPicPr preferRelativeResize="0"/>
          <p:nvPr/>
        </p:nvPicPr>
        <p:blipFill>
          <a:blip r:embed="rId3">
            <a:alphaModFix/>
          </a:blip>
          <a:stretch>
            <a:fillRect/>
          </a:stretch>
        </p:blipFill>
        <p:spPr>
          <a:xfrm>
            <a:off x="860788" y="1043275"/>
            <a:ext cx="7674477" cy="3795424"/>
          </a:xfrm>
          <a:prstGeom prst="rect">
            <a:avLst/>
          </a:prstGeom>
          <a:noFill/>
          <a:ln>
            <a:noFill/>
          </a:ln>
        </p:spPr>
      </p:pic>
      <p:sp>
        <p:nvSpPr>
          <p:cNvPr id="1041" name="Google Shape;1041;g15d347f245c_0_56"/>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陳玟靜</a:t>
            </a:r>
            <a:endParaRPr sz="1900">
              <a:latin typeface="Cairo"/>
              <a:ea typeface="Cairo"/>
              <a:cs typeface="Cairo"/>
              <a:sym typeface="Cair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g15fe7b70840_4_0"/>
          <p:cNvSpPr txBox="1"/>
          <p:nvPr>
            <p:ph type="title"/>
          </p:nvPr>
        </p:nvSpPr>
        <p:spPr>
          <a:xfrm>
            <a:off x="2216700" y="2150850"/>
            <a:ext cx="471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1" lang="en">
                <a:latin typeface="Microsoft JhengHei"/>
                <a:ea typeface="Microsoft JhengHei"/>
                <a:cs typeface="Microsoft JhengHei"/>
                <a:sym typeface="Microsoft JhengHei"/>
              </a:rPr>
              <a:t>建議&amp;結論</a:t>
            </a:r>
            <a:endParaRPr b="1">
              <a:latin typeface="Microsoft JhengHei"/>
              <a:ea typeface="Microsoft JhengHei"/>
              <a:cs typeface="Microsoft JhengHei"/>
              <a:sym typeface="Microsoft JhengHei"/>
            </a:endParaRPr>
          </a:p>
        </p:txBody>
      </p:sp>
      <p:sp>
        <p:nvSpPr>
          <p:cNvPr id="1047" name="Google Shape;1047;g15fe7b70840_4_0"/>
          <p:cNvSpPr txBox="1"/>
          <p:nvPr>
            <p:ph idx="2" type="title"/>
          </p:nvPr>
        </p:nvSpPr>
        <p:spPr>
          <a:xfrm>
            <a:off x="3981750" y="1137150"/>
            <a:ext cx="1180500" cy="1013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2000"/>
              <a:buNone/>
            </a:pPr>
            <a:r>
              <a:rPr lang="en"/>
              <a:t>05</a:t>
            </a:r>
            <a:endParaRPr/>
          </a:p>
        </p:txBody>
      </p:sp>
      <p:sp>
        <p:nvSpPr>
          <p:cNvPr id="1048" name="Google Shape;1048;g15fe7b70840_4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15fe7b70840_4_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4" name="Google Shape;1054;g15fe7b70840_4_6"/>
          <p:cNvSpPr txBox="1"/>
          <p:nvPr/>
        </p:nvSpPr>
        <p:spPr>
          <a:xfrm>
            <a:off x="998725" y="1427100"/>
            <a:ext cx="7507200" cy="3374100"/>
          </a:xfrm>
          <a:prstGeom prst="rect">
            <a:avLst/>
          </a:prstGeom>
          <a:noFill/>
          <a:ln>
            <a:noFill/>
          </a:ln>
        </p:spPr>
        <p:txBody>
          <a:bodyPr anchorCtr="0" anchor="t" bIns="91425" lIns="91425" spcFirstLastPara="1" rIns="91425" wrap="square" tIns="91425">
            <a:spAutoFit/>
          </a:bodyPr>
          <a:lstStyle/>
          <a:p>
            <a:pPr indent="-355600" lvl="0" marL="457200" rtl="0" algn="l">
              <a:lnSpc>
                <a:spcPct val="130000"/>
              </a:lnSpc>
              <a:spcBef>
                <a:spcPts val="0"/>
              </a:spcBef>
              <a:spcAft>
                <a:spcPts val="0"/>
              </a:spcAft>
              <a:buSzPts val="2000"/>
              <a:buFont typeface="Cairo Medium"/>
              <a:buChar char="●"/>
            </a:pPr>
            <a:r>
              <a:rPr lang="en" sz="2000">
                <a:latin typeface="Cairo Medium"/>
                <a:ea typeface="Cairo Medium"/>
                <a:cs typeface="Cairo Medium"/>
                <a:sym typeface="Cairo Medium"/>
              </a:rPr>
              <a:t>the findings should extend to other freemium implementations</a:t>
            </a:r>
            <a:endParaRPr sz="2000">
              <a:latin typeface="Cairo Medium"/>
              <a:ea typeface="Cairo Medium"/>
              <a:cs typeface="Cairo Medium"/>
              <a:sym typeface="Cairo Medium"/>
            </a:endParaRPr>
          </a:p>
          <a:p>
            <a:pPr indent="-355600" lvl="1" marL="914400" rtl="0" algn="l">
              <a:lnSpc>
                <a:spcPct val="130000"/>
              </a:lnSpc>
              <a:spcBef>
                <a:spcPts val="0"/>
              </a:spcBef>
              <a:spcAft>
                <a:spcPts val="0"/>
              </a:spcAft>
              <a:buSzPts val="2000"/>
              <a:buFont typeface="Cairo Medium"/>
              <a:buChar char="○"/>
            </a:pPr>
            <a:r>
              <a:rPr lang="en" sz="2000">
                <a:latin typeface="Cairo Medium"/>
                <a:ea typeface="Cairo Medium"/>
                <a:cs typeface="Cairo Medium"/>
                <a:sym typeface="Cairo Medium"/>
              </a:rPr>
              <a:t>eg. streaming video or audio services, such as YouTube</a:t>
            </a:r>
            <a:endParaRPr sz="2000">
              <a:latin typeface="Cairo Medium"/>
              <a:ea typeface="Cairo Medium"/>
              <a:cs typeface="Cairo Medium"/>
              <a:sym typeface="Cairo Medium"/>
            </a:endParaRPr>
          </a:p>
          <a:p>
            <a:pPr indent="0" lvl="0" marL="0" rtl="0" algn="l">
              <a:lnSpc>
                <a:spcPct val="130000"/>
              </a:lnSpc>
              <a:spcBef>
                <a:spcPts val="0"/>
              </a:spcBef>
              <a:spcAft>
                <a:spcPts val="0"/>
              </a:spcAft>
              <a:buNone/>
            </a:pPr>
            <a:r>
              <a:t/>
            </a:r>
            <a:endParaRPr sz="1200">
              <a:latin typeface="Cairo Medium"/>
              <a:ea typeface="Cairo Medium"/>
              <a:cs typeface="Cairo Medium"/>
              <a:sym typeface="Cairo Medium"/>
            </a:endParaRPr>
          </a:p>
          <a:p>
            <a:pPr indent="-355600" lvl="0" marL="457200" rtl="0" algn="l">
              <a:lnSpc>
                <a:spcPct val="130000"/>
              </a:lnSpc>
              <a:spcBef>
                <a:spcPts val="0"/>
              </a:spcBef>
              <a:spcAft>
                <a:spcPts val="0"/>
              </a:spcAft>
              <a:buSzPts val="2000"/>
              <a:buFont typeface="Cairo Medium"/>
              <a:buChar char="●"/>
            </a:pPr>
            <a:r>
              <a:rPr lang="en" sz="2000">
                <a:latin typeface="Cairo Medium"/>
                <a:ea typeface="Cairo Medium"/>
                <a:cs typeface="Cairo Medium"/>
                <a:sym typeface="Cairo Medium"/>
              </a:rPr>
              <a:t>adding another premium version and differentiating the two versions in terms of resolution or speed</a:t>
            </a:r>
            <a:endParaRPr sz="2000">
              <a:latin typeface="Cairo Medium"/>
              <a:ea typeface="Cairo Medium"/>
              <a:cs typeface="Cairo Medium"/>
              <a:sym typeface="Cairo Medium"/>
            </a:endParaRPr>
          </a:p>
          <a:p>
            <a:pPr indent="0" lvl="0" marL="0" rtl="0" algn="l">
              <a:lnSpc>
                <a:spcPct val="130000"/>
              </a:lnSpc>
              <a:spcBef>
                <a:spcPts val="0"/>
              </a:spcBef>
              <a:spcAft>
                <a:spcPts val="0"/>
              </a:spcAft>
              <a:buNone/>
            </a:pPr>
            <a:r>
              <a:t/>
            </a:r>
            <a:endParaRPr sz="1200">
              <a:latin typeface="Cairo Medium"/>
              <a:ea typeface="Cairo Medium"/>
              <a:cs typeface="Cairo Medium"/>
              <a:sym typeface="Cairo Medium"/>
            </a:endParaRPr>
          </a:p>
          <a:p>
            <a:pPr indent="-355600" lvl="0" marL="457200" rtl="0" algn="l">
              <a:lnSpc>
                <a:spcPct val="130000"/>
              </a:lnSpc>
              <a:spcBef>
                <a:spcPts val="0"/>
              </a:spcBef>
              <a:spcAft>
                <a:spcPts val="0"/>
              </a:spcAft>
              <a:buSzPts val="2000"/>
              <a:buFont typeface="Cairo Medium"/>
              <a:buChar char="➔"/>
            </a:pPr>
            <a:r>
              <a:rPr lang="en" sz="2000">
                <a:latin typeface="Cairo Medium"/>
                <a:ea typeface="Cairo Medium"/>
                <a:cs typeface="Cairo Medium"/>
                <a:sym typeface="Cairo Medium"/>
              </a:rPr>
              <a:t>Firms could differentiate the quality of the premium versions and the free version on the basis of the availability of different functions and features.</a:t>
            </a:r>
            <a:endParaRPr sz="2000">
              <a:latin typeface="Cairo Medium"/>
              <a:ea typeface="Cairo Medium"/>
              <a:cs typeface="Cairo Medium"/>
              <a:sym typeface="Cairo Medium"/>
            </a:endParaRPr>
          </a:p>
        </p:txBody>
      </p:sp>
      <p:sp>
        <p:nvSpPr>
          <p:cNvPr id="1055" name="Google Shape;1055;g15fe7b70840_4_6"/>
          <p:cNvSpPr txBox="1"/>
          <p:nvPr/>
        </p:nvSpPr>
        <p:spPr>
          <a:xfrm>
            <a:off x="861700" y="414850"/>
            <a:ext cx="4794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500">
                <a:latin typeface="Neucha"/>
                <a:ea typeface="Neucha"/>
                <a:cs typeface="Neucha"/>
                <a:sym typeface="Neucha"/>
              </a:rPr>
              <a:t>Suggestions</a:t>
            </a:r>
            <a:endParaRPr b="1" sz="4500">
              <a:latin typeface="Neucha"/>
              <a:ea typeface="Neucha"/>
              <a:cs typeface="Neucha"/>
              <a:sym typeface="Neucha"/>
            </a:endParaRPr>
          </a:p>
        </p:txBody>
      </p:sp>
      <p:sp>
        <p:nvSpPr>
          <p:cNvPr id="1056" name="Google Shape;1056;g15fe7b70840_4_6"/>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李昕瑩</a:t>
            </a:r>
            <a:endParaRPr sz="1900">
              <a:latin typeface="Cairo"/>
              <a:ea typeface="Cairo"/>
              <a:cs typeface="Cairo"/>
              <a:sym typeface="Cair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15fe7b70840_4_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62" name="Google Shape;1062;g15fe7b70840_4_19"/>
          <p:cNvSpPr txBox="1"/>
          <p:nvPr/>
        </p:nvSpPr>
        <p:spPr>
          <a:xfrm>
            <a:off x="998725" y="1427100"/>
            <a:ext cx="7507200" cy="3294000"/>
          </a:xfrm>
          <a:prstGeom prst="rect">
            <a:avLst/>
          </a:prstGeom>
          <a:noFill/>
          <a:ln>
            <a:noFill/>
          </a:ln>
        </p:spPr>
        <p:txBody>
          <a:bodyPr anchorCtr="0" anchor="t" bIns="91425" lIns="91425" spcFirstLastPara="1" rIns="91425" wrap="square" tIns="91425">
            <a:spAutoFit/>
          </a:bodyPr>
          <a:lstStyle/>
          <a:p>
            <a:pPr indent="-355600" lvl="0" marL="457200" rtl="0" algn="l">
              <a:lnSpc>
                <a:spcPct val="130000"/>
              </a:lnSpc>
              <a:spcBef>
                <a:spcPts val="0"/>
              </a:spcBef>
              <a:spcAft>
                <a:spcPts val="0"/>
              </a:spcAft>
              <a:buSzPts val="2000"/>
              <a:buFont typeface="Cairo Medium"/>
              <a:buChar char="●"/>
            </a:pPr>
            <a:r>
              <a:rPr lang="en" sz="2000">
                <a:latin typeface="Cairo Medium"/>
                <a:ea typeface="Cairo Medium"/>
                <a:cs typeface="Cairo Medium"/>
                <a:sym typeface="Cairo Medium"/>
              </a:rPr>
              <a:t>T</a:t>
            </a:r>
            <a:r>
              <a:rPr lang="en" sz="2000">
                <a:latin typeface="Cairo Medium"/>
                <a:ea typeface="Cairo Medium"/>
                <a:cs typeface="Cairo Medium"/>
                <a:sym typeface="Cairo Medium"/>
              </a:rPr>
              <a:t>his paper :</a:t>
            </a:r>
            <a:endParaRPr sz="2000">
              <a:latin typeface="Cairo Medium"/>
              <a:ea typeface="Cairo Medium"/>
              <a:cs typeface="Cairo Medium"/>
              <a:sym typeface="Cairo Medium"/>
            </a:endParaRPr>
          </a:p>
          <a:p>
            <a:pPr indent="-355600" lvl="1" marL="914400" rtl="0" algn="l">
              <a:lnSpc>
                <a:spcPct val="130000"/>
              </a:lnSpc>
              <a:spcBef>
                <a:spcPts val="0"/>
              </a:spcBef>
              <a:spcAft>
                <a:spcPts val="0"/>
              </a:spcAft>
              <a:buSzPts val="2000"/>
              <a:buFont typeface="Cairo Medium"/>
              <a:buChar char="○"/>
            </a:pPr>
            <a:r>
              <a:rPr lang="en" sz="2000">
                <a:latin typeface="Cairo Medium"/>
                <a:ea typeface="Cairo Medium"/>
                <a:cs typeface="Cairo Medium"/>
                <a:sym typeface="Cairo Medium"/>
              </a:rPr>
              <a:t>shows how firms can increase their sales in the freemium models.</a:t>
            </a:r>
            <a:endParaRPr sz="2000">
              <a:latin typeface="Cairo Medium"/>
              <a:ea typeface="Cairo Medium"/>
              <a:cs typeface="Cairo Medium"/>
              <a:sym typeface="Cairo Medium"/>
            </a:endParaRPr>
          </a:p>
          <a:p>
            <a:pPr indent="-355600" lvl="1" marL="914400" rtl="0" algn="l">
              <a:lnSpc>
                <a:spcPct val="130000"/>
              </a:lnSpc>
              <a:spcBef>
                <a:spcPts val="0"/>
              </a:spcBef>
              <a:spcAft>
                <a:spcPts val="0"/>
              </a:spcAft>
              <a:buSzPts val="2000"/>
              <a:buFont typeface="Cairo Medium"/>
              <a:buChar char="○"/>
            </a:pPr>
            <a:r>
              <a:rPr lang="en" sz="2000">
                <a:latin typeface="Cairo Medium"/>
                <a:ea typeface="Cairo Medium"/>
                <a:cs typeface="Cairo Medium"/>
                <a:sym typeface="Cairo Medium"/>
              </a:rPr>
              <a:t>uncover possible behavioral mechanisms that contribute to such increases.</a:t>
            </a:r>
            <a:endParaRPr sz="2000">
              <a:latin typeface="Cairo Medium"/>
              <a:ea typeface="Cairo Medium"/>
              <a:cs typeface="Cairo Medium"/>
              <a:sym typeface="Cairo Medium"/>
            </a:endParaRPr>
          </a:p>
          <a:p>
            <a:pPr indent="-355600" lvl="1" marL="914400" rtl="0" algn="l">
              <a:lnSpc>
                <a:spcPct val="130000"/>
              </a:lnSpc>
              <a:spcBef>
                <a:spcPts val="0"/>
              </a:spcBef>
              <a:spcAft>
                <a:spcPts val="0"/>
              </a:spcAft>
              <a:buSzPts val="2000"/>
              <a:buFont typeface="Cairo Medium"/>
              <a:buChar char="○"/>
            </a:pPr>
            <a:r>
              <a:rPr lang="en" sz="2000">
                <a:latin typeface="Cairo Medium"/>
                <a:ea typeface="Cairo Medium"/>
                <a:cs typeface="Cairo Medium"/>
                <a:sym typeface="Cairo Medium"/>
              </a:rPr>
              <a:t>highlights the role of the behavioral mechanisms as alternative explanations for the demand patterns observed in the field experiment.</a:t>
            </a:r>
            <a:endParaRPr sz="2000">
              <a:latin typeface="Cairo Medium"/>
              <a:ea typeface="Cairo Medium"/>
              <a:cs typeface="Cairo Medium"/>
              <a:sym typeface="Cairo Medium"/>
            </a:endParaRPr>
          </a:p>
        </p:txBody>
      </p:sp>
      <p:sp>
        <p:nvSpPr>
          <p:cNvPr id="1063" name="Google Shape;1063;g15fe7b70840_4_19"/>
          <p:cNvSpPr txBox="1"/>
          <p:nvPr/>
        </p:nvSpPr>
        <p:spPr>
          <a:xfrm>
            <a:off x="861700" y="414850"/>
            <a:ext cx="4794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500">
                <a:latin typeface="Neucha"/>
                <a:ea typeface="Neucha"/>
                <a:cs typeface="Neucha"/>
                <a:sym typeface="Neucha"/>
              </a:rPr>
              <a:t>Conclusion</a:t>
            </a:r>
            <a:r>
              <a:rPr b="1" lang="en" sz="4500">
                <a:latin typeface="Neucha"/>
                <a:ea typeface="Neucha"/>
                <a:cs typeface="Neucha"/>
                <a:sym typeface="Neucha"/>
              </a:rPr>
              <a:t>s</a:t>
            </a:r>
            <a:endParaRPr b="1" sz="4500">
              <a:latin typeface="Neucha"/>
              <a:ea typeface="Neucha"/>
              <a:cs typeface="Neucha"/>
              <a:sym typeface="Neucha"/>
            </a:endParaRPr>
          </a:p>
        </p:txBody>
      </p:sp>
      <p:sp>
        <p:nvSpPr>
          <p:cNvPr id="1064" name="Google Shape;1064;g15fe7b70840_4_19"/>
          <p:cNvSpPr txBox="1"/>
          <p:nvPr/>
        </p:nvSpPr>
        <p:spPr>
          <a:xfrm>
            <a:off x="7739550" y="319275"/>
            <a:ext cx="112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iro"/>
                <a:ea typeface="Cairo"/>
                <a:cs typeface="Cairo"/>
                <a:sym typeface="Cairo"/>
              </a:rPr>
              <a:t>李昕瑩</a:t>
            </a:r>
            <a:endParaRPr sz="1900">
              <a:latin typeface="Cairo"/>
              <a:ea typeface="Cairo"/>
              <a:cs typeface="Cairo"/>
              <a:sym typeface="Cair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g15fb046371f_18_41"/>
          <p:cNvSpPr txBox="1"/>
          <p:nvPr>
            <p:ph type="title"/>
          </p:nvPr>
        </p:nvSpPr>
        <p:spPr>
          <a:xfrm>
            <a:off x="2655075" y="2150850"/>
            <a:ext cx="40875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1" lang="en">
                <a:latin typeface="Microsoft JhengHei"/>
                <a:ea typeface="Microsoft JhengHei"/>
                <a:cs typeface="Microsoft JhengHei"/>
                <a:sym typeface="Microsoft JhengHei"/>
              </a:rPr>
              <a:t>工作分配</a:t>
            </a:r>
            <a:endParaRPr b="1">
              <a:latin typeface="Microsoft JhengHei"/>
              <a:ea typeface="Microsoft JhengHei"/>
              <a:cs typeface="Microsoft JhengHei"/>
              <a:sym typeface="Microsoft JhengHei"/>
            </a:endParaRPr>
          </a:p>
        </p:txBody>
      </p:sp>
      <p:sp>
        <p:nvSpPr>
          <p:cNvPr id="1070" name="Google Shape;1070;g15fb046371f_18_41"/>
          <p:cNvSpPr txBox="1"/>
          <p:nvPr>
            <p:ph idx="2" type="title"/>
          </p:nvPr>
        </p:nvSpPr>
        <p:spPr>
          <a:xfrm>
            <a:off x="3981750" y="1137150"/>
            <a:ext cx="1180500" cy="1013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2000"/>
              <a:buNone/>
            </a:pPr>
            <a:r>
              <a:rPr lang="en"/>
              <a:t>06</a:t>
            </a:r>
            <a:endParaRPr/>
          </a:p>
        </p:txBody>
      </p:sp>
      <p:sp>
        <p:nvSpPr>
          <p:cNvPr id="1071" name="Google Shape;1071;g15fb046371f_18_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g15fb046371f_18_48"/>
          <p:cNvSpPr txBox="1"/>
          <p:nvPr>
            <p:ph idx="1" type="subTitle"/>
          </p:nvPr>
        </p:nvSpPr>
        <p:spPr>
          <a:xfrm>
            <a:off x="2201800" y="1315950"/>
            <a:ext cx="5136600" cy="25116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b="1" lang="en">
                <a:latin typeface="Microsoft JhengHei"/>
                <a:ea typeface="Microsoft JhengHei"/>
                <a:cs typeface="Microsoft JhengHei"/>
                <a:sym typeface="Microsoft JhengHei"/>
              </a:rPr>
              <a:t>研究背景與動機-陳映彤</a:t>
            </a:r>
            <a:endParaRPr b="1">
              <a:latin typeface="Microsoft JhengHei"/>
              <a:ea typeface="Microsoft JhengHei"/>
              <a:cs typeface="Microsoft JhengHei"/>
              <a:sym typeface="Microsoft JhengHei"/>
            </a:endParaRPr>
          </a:p>
          <a:p>
            <a:pPr indent="0" lvl="0" marL="0" rtl="0" algn="ctr">
              <a:lnSpc>
                <a:spcPct val="80000"/>
              </a:lnSpc>
              <a:spcBef>
                <a:spcPts val="1600"/>
              </a:spcBef>
              <a:spcAft>
                <a:spcPts val="0"/>
              </a:spcAft>
              <a:buNone/>
            </a:pPr>
            <a:r>
              <a:rPr b="1" lang="en">
                <a:latin typeface="Microsoft JhengHei"/>
                <a:ea typeface="Microsoft JhengHei"/>
                <a:cs typeface="Microsoft JhengHei"/>
                <a:sym typeface="Microsoft JhengHei"/>
              </a:rPr>
              <a:t>重要的文獻探討-陳佳辰</a:t>
            </a:r>
            <a:endParaRPr b="1">
              <a:latin typeface="Microsoft JhengHei"/>
              <a:ea typeface="Microsoft JhengHei"/>
              <a:cs typeface="Microsoft JhengHei"/>
              <a:sym typeface="Microsoft JhengHei"/>
            </a:endParaRPr>
          </a:p>
          <a:p>
            <a:pPr indent="0" lvl="0" marL="0" rtl="0" algn="ctr">
              <a:lnSpc>
                <a:spcPct val="80000"/>
              </a:lnSpc>
              <a:spcBef>
                <a:spcPts val="1600"/>
              </a:spcBef>
              <a:spcAft>
                <a:spcPts val="0"/>
              </a:spcAft>
              <a:buNone/>
            </a:pPr>
            <a:r>
              <a:rPr b="1" lang="en">
                <a:latin typeface="Microsoft JhengHei"/>
                <a:ea typeface="Microsoft JhengHei"/>
                <a:cs typeface="Microsoft JhengHei"/>
                <a:sym typeface="Microsoft JhengHei"/>
              </a:rPr>
              <a:t>研究方法-鄭心愉/蔣銘皓</a:t>
            </a:r>
            <a:endParaRPr b="1">
              <a:latin typeface="Microsoft JhengHei"/>
              <a:ea typeface="Microsoft JhengHei"/>
              <a:cs typeface="Microsoft JhengHei"/>
              <a:sym typeface="Microsoft JhengHei"/>
            </a:endParaRPr>
          </a:p>
          <a:p>
            <a:pPr indent="0" lvl="0" marL="0" rtl="0" algn="ctr">
              <a:lnSpc>
                <a:spcPct val="80000"/>
              </a:lnSpc>
              <a:spcBef>
                <a:spcPts val="1600"/>
              </a:spcBef>
              <a:spcAft>
                <a:spcPts val="0"/>
              </a:spcAft>
              <a:buNone/>
            </a:pPr>
            <a:r>
              <a:rPr b="1" lang="en">
                <a:latin typeface="Microsoft JhengHei"/>
                <a:ea typeface="Microsoft JhengHei"/>
                <a:cs typeface="Microsoft JhengHei"/>
                <a:sym typeface="Microsoft JhengHei"/>
              </a:rPr>
              <a:t>資料分析&amp;結果-陳玟靜/柳成彥</a:t>
            </a:r>
            <a:endParaRPr b="1">
              <a:latin typeface="Microsoft JhengHei"/>
              <a:ea typeface="Microsoft JhengHei"/>
              <a:cs typeface="Microsoft JhengHei"/>
              <a:sym typeface="Microsoft JhengHei"/>
            </a:endParaRPr>
          </a:p>
          <a:p>
            <a:pPr indent="0" lvl="0" marL="0" rtl="0" algn="ctr">
              <a:lnSpc>
                <a:spcPct val="80000"/>
              </a:lnSpc>
              <a:spcBef>
                <a:spcPts val="1600"/>
              </a:spcBef>
              <a:spcAft>
                <a:spcPts val="0"/>
              </a:spcAft>
              <a:buNone/>
            </a:pPr>
            <a:r>
              <a:rPr b="1" lang="en">
                <a:latin typeface="Microsoft JhengHei"/>
                <a:ea typeface="Microsoft JhengHei"/>
                <a:cs typeface="Microsoft JhengHei"/>
                <a:sym typeface="Microsoft JhengHei"/>
              </a:rPr>
              <a:t>結論&amp;建議-李昕瑩</a:t>
            </a:r>
            <a:endParaRPr b="1">
              <a:latin typeface="Microsoft JhengHei"/>
              <a:ea typeface="Microsoft JhengHei"/>
              <a:cs typeface="Microsoft JhengHei"/>
              <a:sym typeface="Microsoft JhengHei"/>
            </a:endParaRPr>
          </a:p>
          <a:p>
            <a:pPr indent="0" lvl="0" marL="0" rtl="0" algn="ctr">
              <a:lnSpc>
                <a:spcPct val="80000"/>
              </a:lnSpc>
              <a:spcBef>
                <a:spcPts val="1600"/>
              </a:spcBef>
              <a:spcAft>
                <a:spcPts val="1600"/>
              </a:spcAft>
              <a:buSzPts val="1800"/>
              <a:buNone/>
            </a:pPr>
            <a:r>
              <a:t/>
            </a:r>
            <a:endParaRPr>
              <a:latin typeface="Microsoft JhengHei"/>
              <a:ea typeface="Microsoft JhengHei"/>
              <a:cs typeface="Microsoft JhengHei"/>
              <a:sym typeface="Microsoft JhengHei"/>
            </a:endParaRPr>
          </a:p>
        </p:txBody>
      </p:sp>
      <p:sp>
        <p:nvSpPr>
          <p:cNvPr id="1077" name="Google Shape;1077;g15fb046371f_18_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61"/>
          <p:cNvSpPr txBox="1"/>
          <p:nvPr>
            <p:ph type="title"/>
          </p:nvPr>
        </p:nvSpPr>
        <p:spPr>
          <a:xfrm>
            <a:off x="1906493" y="1415824"/>
            <a:ext cx="5331000" cy="12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Thanks!</a:t>
            </a:r>
            <a:endParaRPr/>
          </a:p>
        </p:txBody>
      </p:sp>
      <p:sp>
        <p:nvSpPr>
          <p:cNvPr id="1083" name="Google Shape;1083;p61"/>
          <p:cNvSpPr txBox="1"/>
          <p:nvPr>
            <p:ph idx="1" type="subTitle"/>
          </p:nvPr>
        </p:nvSpPr>
        <p:spPr>
          <a:xfrm>
            <a:off x="1906507" y="2830932"/>
            <a:ext cx="5331000" cy="1449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b="1" lang="en" sz="1800">
                <a:solidFill>
                  <a:schemeClr val="accent1"/>
                </a:solidFill>
              </a:rPr>
              <a:t>Does anyone have any questions?</a:t>
            </a:r>
            <a:endParaRPr sz="1600"/>
          </a:p>
        </p:txBody>
      </p:sp>
      <p:sp>
        <p:nvSpPr>
          <p:cNvPr id="1084" name="Google Shape;1084;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85" name="Google Shape;1085;p61"/>
          <p:cNvSpPr/>
          <p:nvPr/>
        </p:nvSpPr>
        <p:spPr>
          <a:xfrm>
            <a:off x="2350450" y="3667375"/>
            <a:ext cx="4499700" cy="10020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ld Сountries Lesson by Slidesgo">
  <a:themeElements>
    <a:clrScheme name="Simple Light">
      <a:dk1>
        <a:srgbClr val="595959"/>
      </a:dk1>
      <a:lt1>
        <a:srgbClr val="FFFFFF"/>
      </a:lt1>
      <a:dk2>
        <a:srgbClr val="54597F"/>
      </a:dk2>
      <a:lt2>
        <a:srgbClr val="EEEEEE"/>
      </a:lt2>
      <a:accent1>
        <a:srgbClr val="83BCD9"/>
      </a:accent1>
      <a:accent2>
        <a:srgbClr val="F6759D"/>
      </a:accent2>
      <a:accent3>
        <a:srgbClr val="F6B854"/>
      </a:accent3>
      <a:accent4>
        <a:srgbClr val="F77C36"/>
      </a:accent4>
      <a:accent5>
        <a:srgbClr val="8199C9"/>
      </a:accent5>
      <a:accent6>
        <a:srgbClr val="788F75"/>
      </a:accent6>
      <a:hlink>
        <a:srgbClr val="54597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